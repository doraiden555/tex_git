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8211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6919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060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764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210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565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963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369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699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2960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1183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91B90-8A79-412C-89FE-F2A94E6B2FAF}" type="datetimeFigureOut">
              <a:rPr kumimoji="1" lang="ja-JP" altLang="en-US" smtClean="0"/>
              <a:t>2019/7/10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740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566" y="4837695"/>
            <a:ext cx="1787456" cy="1150723"/>
          </a:xfrm>
          <a:prstGeom prst="rect">
            <a:avLst/>
          </a:prstGeom>
          <a:ln w="12700">
            <a:noFill/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757" y="2602763"/>
            <a:ext cx="1496541" cy="1496541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112" y="244210"/>
            <a:ext cx="1716045" cy="171604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901" y="175695"/>
            <a:ext cx="1853074" cy="1853074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651" y="2370126"/>
            <a:ext cx="1931773" cy="1931773"/>
          </a:xfrm>
          <a:prstGeom prst="rect">
            <a:avLst/>
          </a:prstGeom>
          <a:ln w="12700">
            <a:noFill/>
          </a:ln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308" y="4697641"/>
            <a:ext cx="1430830" cy="1430830"/>
          </a:xfrm>
          <a:prstGeom prst="rect">
            <a:avLst/>
          </a:prstGeom>
          <a:ln w="12700">
            <a:noFill/>
          </a:ln>
        </p:spPr>
      </p:pic>
      <p:cxnSp>
        <p:nvCxnSpPr>
          <p:cNvPr id="12" name="直線コネクタ 11"/>
          <p:cNvCxnSpPr>
            <a:stCxn id="47" idx="3"/>
            <a:endCxn id="10" idx="1"/>
          </p:cNvCxnSpPr>
          <p:nvPr/>
        </p:nvCxnSpPr>
        <p:spPr>
          <a:xfrm flipV="1">
            <a:off x="6468983" y="5413056"/>
            <a:ext cx="10493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/>
          <p:cNvCxnSpPr>
            <a:stCxn id="5" idx="3"/>
            <a:endCxn id="40" idx="1"/>
          </p:cNvCxnSpPr>
          <p:nvPr/>
        </p:nvCxnSpPr>
        <p:spPr>
          <a:xfrm>
            <a:off x="3640298" y="3351034"/>
            <a:ext cx="86695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/>
          <p:cNvCxnSpPr>
            <a:stCxn id="6" idx="3"/>
            <a:endCxn id="8" idx="1"/>
          </p:cNvCxnSpPr>
          <p:nvPr/>
        </p:nvCxnSpPr>
        <p:spPr>
          <a:xfrm flipV="1">
            <a:off x="6331157" y="1102232"/>
            <a:ext cx="793744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/>
          <p:cNvCxnSpPr>
            <a:stCxn id="6" idx="2"/>
            <a:endCxn id="40" idx="0"/>
          </p:cNvCxnSpPr>
          <p:nvPr/>
        </p:nvCxnSpPr>
        <p:spPr>
          <a:xfrm>
            <a:off x="5473135" y="1960255"/>
            <a:ext cx="0" cy="42489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/>
          <p:cNvCxnSpPr>
            <a:stCxn id="34" idx="2"/>
          </p:cNvCxnSpPr>
          <p:nvPr/>
        </p:nvCxnSpPr>
        <p:spPr>
          <a:xfrm>
            <a:off x="5566786" y="4451945"/>
            <a:ext cx="0" cy="37745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6670320" y="539557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3809812" y="298170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5512444" y="1988035"/>
            <a:ext cx="79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468983" y="1102232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7433320" y="1661453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DWM1000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4553651" y="158343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 Mini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313429" y="3784496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VL53L0X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059724" y="4082613"/>
            <a:ext cx="1014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853438" y="5961927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7760354" y="612847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4507249" y="2385148"/>
            <a:ext cx="2041832" cy="2075097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>
            <a:off x="4615112" y="4829395"/>
            <a:ext cx="1853871" cy="15016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/>
          <p:cNvSpPr/>
          <p:nvPr/>
        </p:nvSpPr>
        <p:spPr>
          <a:xfrm>
            <a:off x="7528521" y="4697641"/>
            <a:ext cx="1420618" cy="18001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120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767900" y="1357031"/>
            <a:ext cx="15888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3644741" y="2499695"/>
                <a:ext cx="3835216" cy="686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osition, velocity and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kumimoji="1" lang="en-US" altLang="ja-JP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741" y="2499695"/>
                <a:ext cx="3835216" cy="686342"/>
              </a:xfrm>
              <a:prstGeom prst="rect">
                <a:avLst/>
              </a:prstGeom>
              <a:blipFill rotWithShape="0">
                <a:blip r:embed="rId2"/>
                <a:stretch>
                  <a:fillRect l="-792" t="-3478" r="-475" b="-34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/>
          <p:cNvCxnSpPr>
            <a:stCxn id="2" idx="2"/>
            <a:endCxn id="3" idx="0"/>
          </p:cNvCxnSpPr>
          <p:nvPr/>
        </p:nvCxnSpPr>
        <p:spPr>
          <a:xfrm>
            <a:off x="5562349" y="1726363"/>
            <a:ext cx="0" cy="7733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/>
              <p:cNvSpPr txBox="1"/>
              <p:nvPr/>
            </p:nvSpPr>
            <p:spPr>
              <a:xfrm>
                <a:off x="5626461" y="1686178"/>
                <a:ext cx="34474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between Anchors and Tag: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61" y="1686178"/>
                <a:ext cx="3447419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1062" t="-5660" r="-7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/>
          <p:cNvSpPr txBox="1"/>
          <p:nvPr/>
        </p:nvSpPr>
        <p:spPr>
          <a:xfrm>
            <a:off x="657157" y="2658200"/>
            <a:ext cx="1674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矢印コネクタ 8"/>
          <p:cNvCxnSpPr>
            <a:stCxn id="7" idx="3"/>
            <a:endCxn id="3" idx="1"/>
          </p:cNvCxnSpPr>
          <p:nvPr/>
        </p:nvCxnSpPr>
        <p:spPr>
          <a:xfrm>
            <a:off x="2332039" y="2842866"/>
            <a:ext cx="13127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2315291" y="2816705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altitude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-US" altLang="ja-JP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kumimoji="1" lang="ja-JP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652016" y="2434211"/>
            <a:ext cx="10141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矢印コネクタ 27"/>
          <p:cNvCxnSpPr>
            <a:stCxn id="26" idx="1"/>
          </p:cNvCxnSpPr>
          <p:nvPr/>
        </p:nvCxnSpPr>
        <p:spPr>
          <a:xfrm flipH="1" flipV="1">
            <a:off x="7479958" y="2605441"/>
            <a:ext cx="21720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/>
              <p:cNvSpPr txBox="1"/>
              <p:nvPr/>
            </p:nvSpPr>
            <p:spPr>
              <a:xfrm>
                <a:off x="7672245" y="2634610"/>
                <a:ext cx="2203167" cy="945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cceleration and </a:t>
                </a:r>
              </a:p>
              <a:p>
                <a:pPr algn="ctr"/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velocity: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9" name="テキスト ボックス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245" y="2634610"/>
                <a:ext cx="2203167" cy="945259"/>
              </a:xfrm>
              <a:prstGeom prst="rect">
                <a:avLst/>
              </a:prstGeom>
              <a:blipFill rotWithShape="0">
                <a:blip r:embed="rId4"/>
                <a:stretch>
                  <a:fillRect t="-3226" b="-12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/>
          <p:cNvSpPr txBox="1"/>
          <p:nvPr/>
        </p:nvSpPr>
        <p:spPr>
          <a:xfrm>
            <a:off x="4431264" y="4177205"/>
            <a:ext cx="22878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alculate desired angle</a:t>
            </a:r>
          </a:p>
        </p:txBody>
      </p:sp>
      <p:cxnSp>
        <p:nvCxnSpPr>
          <p:cNvPr id="36" name="直線矢印コネクタ 35"/>
          <p:cNvCxnSpPr>
            <a:stCxn id="3" idx="2"/>
            <a:endCxn id="76" idx="0"/>
          </p:cNvCxnSpPr>
          <p:nvPr/>
        </p:nvCxnSpPr>
        <p:spPr>
          <a:xfrm>
            <a:off x="5562349" y="3186037"/>
            <a:ext cx="0" cy="4150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 flipH="1">
            <a:off x="6731894" y="3855309"/>
            <a:ext cx="11681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168" t="-8197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テキスト ボックス 44"/>
          <p:cNvSpPr txBox="1"/>
          <p:nvPr/>
        </p:nvSpPr>
        <p:spPr>
          <a:xfrm>
            <a:off x="4596620" y="6243311"/>
            <a:ext cx="19607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矢印コネクタ 46"/>
          <p:cNvCxnSpPr>
            <a:stCxn id="31" idx="2"/>
            <a:endCxn id="66" idx="0"/>
          </p:cNvCxnSpPr>
          <p:nvPr/>
        </p:nvCxnSpPr>
        <p:spPr>
          <a:xfrm>
            <a:off x="5575167" y="4546537"/>
            <a:ext cx="0" cy="4532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 ride servo input(1000~2000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ja-JP" altLang="en-US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sec</m:t>
                    </m:r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Ch1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Ch2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Ch3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Ch4</a:t>
                </a:r>
                <a:endParaRPr kumimoji="1" lang="ja-JP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420" t="-4717" r="-158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テキスト ボックス 65"/>
          <p:cNvSpPr txBox="1"/>
          <p:nvPr/>
        </p:nvSpPr>
        <p:spPr>
          <a:xfrm>
            <a:off x="4174783" y="4999773"/>
            <a:ext cx="28007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hange angle to servo signal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5587989" y="4557038"/>
                <a:ext cx="1218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4557038"/>
                <a:ext cx="121821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矢印コネクタ 68"/>
          <p:cNvCxnSpPr>
            <a:stCxn id="66" idx="2"/>
            <a:endCxn id="45" idx="0"/>
          </p:cNvCxnSpPr>
          <p:nvPr/>
        </p:nvCxnSpPr>
        <p:spPr>
          <a:xfrm>
            <a:off x="5575167" y="5369105"/>
            <a:ext cx="1850" cy="8742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4418440" y="3601083"/>
            <a:ext cx="2313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PID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線矢印コネクタ 80"/>
          <p:cNvCxnSpPr>
            <a:stCxn id="76" idx="2"/>
            <a:endCxn id="31" idx="0"/>
          </p:cNvCxnSpPr>
          <p:nvPr/>
        </p:nvCxnSpPr>
        <p:spPr>
          <a:xfrm>
            <a:off x="5575167" y="3970415"/>
            <a:ext cx="0" cy="2067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角丸四角形 103"/>
          <p:cNvSpPr/>
          <p:nvPr/>
        </p:nvSpPr>
        <p:spPr>
          <a:xfrm>
            <a:off x="3418703" y="2356243"/>
            <a:ext cx="4313063" cy="3129735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角丸四角形 108"/>
          <p:cNvSpPr/>
          <p:nvPr/>
        </p:nvSpPr>
        <p:spPr>
          <a:xfrm>
            <a:off x="4497859" y="6144197"/>
            <a:ext cx="2158314" cy="555804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3114147" y="194428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029467" y="576436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9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474564" y="1461561"/>
            <a:ext cx="1588897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/>
              <p:cNvSpPr txBox="1"/>
              <p:nvPr/>
            </p:nvSpPr>
            <p:spPr>
              <a:xfrm>
                <a:off x="3644741" y="2499695"/>
                <a:ext cx="3835216" cy="72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osition, velocity and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kumimoji="1" lang="en-US" altLang="ja-JP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741" y="2499695"/>
                <a:ext cx="3835216" cy="720000"/>
              </a:xfrm>
              <a:prstGeom prst="rect">
                <a:avLst/>
              </a:prstGeom>
              <a:blipFill rotWithShape="0">
                <a:blip r:embed="rId2"/>
                <a:stretch>
                  <a:fillRect l="-792" t="-3333" r="-4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/>
          <p:cNvCxnSpPr>
            <a:stCxn id="2" idx="2"/>
          </p:cNvCxnSpPr>
          <p:nvPr/>
        </p:nvCxnSpPr>
        <p:spPr>
          <a:xfrm flipH="1">
            <a:off x="6269012" y="1821561"/>
            <a:ext cx="1" cy="6781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/>
              <p:cNvSpPr txBox="1"/>
              <p:nvPr/>
            </p:nvSpPr>
            <p:spPr>
              <a:xfrm>
                <a:off x="6439811" y="1808010"/>
                <a:ext cx="34474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between Anchors and Tag: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テキスト ボックス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811" y="1808010"/>
                <a:ext cx="3447419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883" t="-5660" r="-7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/>
          <p:cNvSpPr txBox="1"/>
          <p:nvPr/>
        </p:nvSpPr>
        <p:spPr>
          <a:xfrm>
            <a:off x="3724530" y="1461561"/>
            <a:ext cx="1674882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447563" y="1914246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altitude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-US" altLang="ja-JP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kumimoji="1" lang="ja-JP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413913" y="2537223"/>
            <a:ext cx="1014124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矢印コネクタ 27"/>
          <p:cNvCxnSpPr>
            <a:stCxn id="26" idx="1"/>
          </p:cNvCxnSpPr>
          <p:nvPr/>
        </p:nvCxnSpPr>
        <p:spPr>
          <a:xfrm flipH="1" flipV="1">
            <a:off x="7479957" y="2699585"/>
            <a:ext cx="193395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テキスト ボックス 28"/>
              <p:cNvSpPr txBox="1"/>
              <p:nvPr/>
            </p:nvSpPr>
            <p:spPr>
              <a:xfrm>
                <a:off x="7669525" y="2865349"/>
                <a:ext cx="2790572" cy="690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cceleration: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ngular 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velocity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29" name="テキスト ボックス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525" y="2865349"/>
                <a:ext cx="2790572" cy="690189"/>
              </a:xfrm>
              <a:prstGeom prst="rect">
                <a:avLst/>
              </a:prstGeom>
              <a:blipFill rotWithShape="0">
                <a:blip r:embed="rId4"/>
                <a:stretch>
                  <a:fillRect l="-873" t="-4425" b="-97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/>
          <p:cNvSpPr txBox="1"/>
          <p:nvPr/>
        </p:nvSpPr>
        <p:spPr>
          <a:xfrm>
            <a:off x="4431264" y="4300428"/>
            <a:ext cx="2287806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alculate desired angle</a:t>
            </a:r>
          </a:p>
        </p:txBody>
      </p:sp>
      <p:cxnSp>
        <p:nvCxnSpPr>
          <p:cNvPr id="36" name="直線矢印コネクタ 35"/>
          <p:cNvCxnSpPr/>
          <p:nvPr/>
        </p:nvCxnSpPr>
        <p:spPr>
          <a:xfrm>
            <a:off x="5572887" y="3219695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 flipH="1">
            <a:off x="6731894" y="3855309"/>
            <a:ext cx="11681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168" t="-8197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テキスト ボックス 44"/>
          <p:cNvSpPr txBox="1"/>
          <p:nvPr/>
        </p:nvSpPr>
        <p:spPr>
          <a:xfrm>
            <a:off x="4596620" y="6243311"/>
            <a:ext cx="1960793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矢印コネクタ 46"/>
          <p:cNvCxnSpPr/>
          <p:nvPr/>
        </p:nvCxnSpPr>
        <p:spPr>
          <a:xfrm>
            <a:off x="5571962" y="4660428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 ride servo input(1000~2000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ja-JP" altLang="en-US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sec</m:t>
                    </m:r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Ch1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Ch2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Ch3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Ch4</a:t>
                </a:r>
                <a:endParaRPr kumimoji="1" lang="ja-JP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420" t="-4717" r="-158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テキスト ボックス 65"/>
          <p:cNvSpPr txBox="1"/>
          <p:nvPr/>
        </p:nvSpPr>
        <p:spPr>
          <a:xfrm>
            <a:off x="4174783" y="4999773"/>
            <a:ext cx="2800767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hange angle to servo signal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5587989" y="4604066"/>
                <a:ext cx="1218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4604066"/>
                <a:ext cx="121821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矢印コネクタ 68"/>
          <p:cNvCxnSpPr/>
          <p:nvPr/>
        </p:nvCxnSpPr>
        <p:spPr>
          <a:xfrm>
            <a:off x="5571962" y="5359773"/>
            <a:ext cx="1850" cy="90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4418440" y="3601083"/>
            <a:ext cx="2313454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PID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線矢印コネクタ 80"/>
          <p:cNvCxnSpPr/>
          <p:nvPr/>
        </p:nvCxnSpPr>
        <p:spPr>
          <a:xfrm>
            <a:off x="5572887" y="3961083"/>
            <a:ext cx="0" cy="3393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角丸四角形 103"/>
          <p:cNvSpPr/>
          <p:nvPr/>
        </p:nvSpPr>
        <p:spPr>
          <a:xfrm>
            <a:off x="3418703" y="2356243"/>
            <a:ext cx="4269633" cy="3129735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角丸四角形 108"/>
          <p:cNvSpPr/>
          <p:nvPr/>
        </p:nvSpPr>
        <p:spPr>
          <a:xfrm>
            <a:off x="4497859" y="6144197"/>
            <a:ext cx="2158314" cy="555804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7701585" y="4985044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307278" y="572530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矢印コネクタ 13"/>
          <p:cNvCxnSpPr>
            <a:stCxn id="7" idx="2"/>
          </p:cNvCxnSpPr>
          <p:nvPr/>
        </p:nvCxnSpPr>
        <p:spPr>
          <a:xfrm>
            <a:off x="4561971" y="1821561"/>
            <a:ext cx="0" cy="678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391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128</Words>
  <Application>Microsoft Office PowerPoint</Application>
  <PresentationFormat>ワイド画面</PresentationFormat>
  <Paragraphs>51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ＭＳ Ｐゴシック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21</cp:revision>
  <dcterms:created xsi:type="dcterms:W3CDTF">2019-06-16T04:41:44Z</dcterms:created>
  <dcterms:modified xsi:type="dcterms:W3CDTF">2019-07-11T05:09:26Z</dcterms:modified>
</cp:coreProperties>
</file>
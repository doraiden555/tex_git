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 smtClean="0"/>
              <a:t>マスター サブタイトルの書式設定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CC0-1CC3-4EC7-AB15-444296D2D945}" type="datetimeFigureOut">
              <a:rPr kumimoji="1" lang="ja-JP" altLang="en-US" smtClean="0"/>
              <a:t>2019/7/2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85BA9-8F1F-4EF0-9FA2-A1C9D6F5B7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13939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CC0-1CC3-4EC7-AB15-444296D2D945}" type="datetimeFigureOut">
              <a:rPr kumimoji="1" lang="ja-JP" altLang="en-US" smtClean="0"/>
              <a:t>2019/7/2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85BA9-8F1F-4EF0-9FA2-A1C9D6F5B7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053565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CC0-1CC3-4EC7-AB15-444296D2D945}" type="datetimeFigureOut">
              <a:rPr kumimoji="1" lang="ja-JP" altLang="en-US" smtClean="0"/>
              <a:t>2019/7/2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85BA9-8F1F-4EF0-9FA2-A1C9D6F5B7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055191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CC0-1CC3-4EC7-AB15-444296D2D945}" type="datetimeFigureOut">
              <a:rPr kumimoji="1" lang="ja-JP" altLang="en-US" smtClean="0"/>
              <a:t>2019/7/2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85BA9-8F1F-4EF0-9FA2-A1C9D6F5B7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56357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7" name="日付プレースホルダー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CC0-1CC3-4EC7-AB15-444296D2D945}" type="datetimeFigureOut">
              <a:rPr kumimoji="1" lang="ja-JP" altLang="en-US" smtClean="0"/>
              <a:t>2019/7/2</a:t>
            </a:fld>
            <a:endParaRPr kumimoji="1" lang="ja-JP" altLang="en-US"/>
          </a:p>
        </p:txBody>
      </p:sp>
      <p:sp>
        <p:nvSpPr>
          <p:cNvPr id="8" name="フッター プレースホルダー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85BA9-8F1F-4EF0-9FA2-A1C9D6F5B7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866318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CC0-1CC3-4EC7-AB15-444296D2D945}" type="datetimeFigureOut">
              <a:rPr kumimoji="1" lang="ja-JP" altLang="en-US" smtClean="0"/>
              <a:t>2019/7/2</a:t>
            </a:fld>
            <a:endParaRPr kumimoji="1" lang="ja-JP" altLang="en-US"/>
          </a:p>
        </p:txBody>
      </p:sp>
      <p:sp>
        <p:nvSpPr>
          <p:cNvPr id="4" name="フッター プレースホルダー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85BA9-8F1F-4EF0-9FA2-A1C9D6F5B7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1382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CC0-1CC3-4EC7-AB15-444296D2D945}" type="datetimeFigureOut">
              <a:rPr kumimoji="1" lang="ja-JP" altLang="en-US" smtClean="0"/>
              <a:t>2019/7/2</a:t>
            </a:fld>
            <a:endParaRPr kumimoji="1" lang="ja-JP" altLang="en-US"/>
          </a:p>
        </p:txBody>
      </p:sp>
      <p:sp>
        <p:nvSpPr>
          <p:cNvPr id="3" name="フッター プレースホルダー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85BA9-8F1F-4EF0-9FA2-A1C9D6F5B7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236949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&#10;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CC0-1CC3-4EC7-AB15-444296D2D945}" type="datetimeFigureOut">
              <a:rPr kumimoji="1" lang="ja-JP" altLang="en-US" smtClean="0"/>
              <a:t>2019/7/2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85BA9-8F1F-4EF0-9FA2-A1C9D6F5B7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704427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図プレースホルダー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 smtClean="0"/>
              <a:t>マスター テキストの書式設定</a:t>
            </a:r>
          </a:p>
        </p:txBody>
      </p:sp>
      <p:sp>
        <p:nvSpPr>
          <p:cNvPr id="5" name="日付プレースホルダー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CC0-1CC3-4EC7-AB15-444296D2D945}" type="datetimeFigureOut">
              <a:rPr kumimoji="1" lang="ja-JP" altLang="en-US" smtClean="0"/>
              <a:t>2019/7/2</a:t>
            </a:fld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85BA9-8F1F-4EF0-9FA2-A1C9D6F5B7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446992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CC0-1CC3-4EC7-AB15-444296D2D945}" type="datetimeFigureOut">
              <a:rPr kumimoji="1" lang="ja-JP" altLang="en-US" smtClean="0"/>
              <a:t>2019/7/2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85BA9-8F1F-4EF0-9FA2-A1C9D6F5B7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44412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縦書きテキスト プレースホルダー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C0ACC0-1CC3-4EC7-AB15-444296D2D945}" type="datetimeFigureOut">
              <a:rPr kumimoji="1" lang="ja-JP" altLang="en-US" smtClean="0"/>
              <a:t>2019/7/2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885BA9-8F1F-4EF0-9FA2-A1C9D6F5B7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331278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 smtClean="0"/>
              <a:t>マスター タイトルの書式設定</a:t>
            </a:r>
            <a:endParaRPr kumimoji="1" lang="ja-JP" altLang="en-US"/>
          </a:p>
        </p:txBody>
      </p:sp>
      <p:sp>
        <p:nvSpPr>
          <p:cNvPr id="3" name="テキスト プレースホルダー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4" name="日付プレースホルダー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C0ACC0-1CC3-4EC7-AB15-444296D2D945}" type="datetimeFigureOut">
              <a:rPr kumimoji="1" lang="ja-JP" altLang="en-US" smtClean="0"/>
              <a:t>2019/7/2</a:t>
            </a:fld>
            <a:endParaRPr kumimoji="1" lang="ja-JP" altLang="en-US"/>
          </a:p>
        </p:txBody>
      </p:sp>
      <p:sp>
        <p:nvSpPr>
          <p:cNvPr id="5" name="フッター プレースホルダー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885BA9-8F1F-4EF0-9FA2-A1C9D6F5B7F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12549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正方形/長方形 3"/>
          <p:cNvSpPr/>
          <p:nvPr/>
        </p:nvSpPr>
        <p:spPr>
          <a:xfrm>
            <a:off x="3488724" y="2396210"/>
            <a:ext cx="1577560" cy="39541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Sensor</a:t>
            </a:r>
            <a:r>
              <a:rPr lang="ja-JP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Fusion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正方形/長方形 4"/>
          <p:cNvSpPr/>
          <p:nvPr/>
        </p:nvSpPr>
        <p:spPr>
          <a:xfrm>
            <a:off x="3706045" y="1517098"/>
            <a:ext cx="1191206" cy="3359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G</a:t>
            </a:r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yroscope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3517557" y="3308928"/>
            <a:ext cx="1548727" cy="37070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Magnetometer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8" name="直線矢印コネクタ 7"/>
          <p:cNvCxnSpPr>
            <a:stCxn id="5" idx="2"/>
            <a:endCxn id="4" idx="0"/>
          </p:cNvCxnSpPr>
          <p:nvPr/>
        </p:nvCxnSpPr>
        <p:spPr>
          <a:xfrm flipH="1">
            <a:off x="4277504" y="1853013"/>
            <a:ext cx="0" cy="54319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線矢印コネクタ 9"/>
          <p:cNvCxnSpPr>
            <a:stCxn id="6" idx="0"/>
            <a:endCxn id="4" idx="2"/>
          </p:cNvCxnSpPr>
          <p:nvPr/>
        </p:nvCxnSpPr>
        <p:spPr>
          <a:xfrm flipH="1" flipV="1">
            <a:off x="4277504" y="2791626"/>
            <a:ext cx="0" cy="51730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正方形/長方形 12"/>
          <p:cNvSpPr/>
          <p:nvPr/>
        </p:nvSpPr>
        <p:spPr>
          <a:xfrm>
            <a:off x="6336416" y="2386406"/>
            <a:ext cx="1497768" cy="34169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Sensor</a:t>
            </a:r>
            <a:r>
              <a:rPr lang="ja-JP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Fusion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" name="直線矢印コネクタ 14"/>
          <p:cNvCxnSpPr>
            <a:stCxn id="4" idx="3"/>
            <a:endCxn id="13" idx="1"/>
          </p:cNvCxnSpPr>
          <p:nvPr/>
        </p:nvCxnSpPr>
        <p:spPr>
          <a:xfrm flipV="1">
            <a:off x="5066284" y="2557251"/>
            <a:ext cx="1270132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テキスト ボックス 16"/>
              <p:cNvSpPr txBox="1"/>
              <p:nvPr/>
            </p:nvSpPr>
            <p:spPr>
              <a:xfrm>
                <a:off x="5167941" y="2148549"/>
                <a:ext cx="1145314" cy="40870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en-US" altLang="ja-JP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kumimoji="1" lang="en-US" altLang="ja-JP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</m:ctrlPr>
                            </m:accPr>
                            <m:e>
                              <m:r>
                                <a:rPr kumimoji="1" lang="ja-JP" altLang="en-US" i="1" smtClean="0">
                                  <a:latin typeface="Cambria Math" panose="02040503050406030204" pitchFamily="18" charset="0"/>
                                  <a:cs typeface="Times New Roman" panose="02020603050405020304" pitchFamily="18" charset="0"/>
                                </a:rPr>
                                <m:t>𝜓</m:t>
                              </m:r>
                            </m:e>
                          </m:acc>
                        </m:e>
                        <m:sub>
                          <m:r>
                            <a:rPr kumimoji="1" lang="en-US" altLang="ja-JP" b="0" i="1" smtClean="0">
                              <a:latin typeface="Cambria Math" panose="02040503050406030204" pitchFamily="18" charset="0"/>
                              <a:cs typeface="Times New Roman" panose="02020603050405020304" pitchFamily="18" charset="0"/>
                            </a:rPr>
                            <m:t>𝑝𝑖𝑥𝑟𝑎𝑐𝑒𝑟</m:t>
                          </m:r>
                        </m:sub>
                      </m:sSub>
                    </m:oMath>
                  </m:oMathPara>
                </a14:m>
                <a:endParaRPr kumimoji="1" lang="ja-JP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7" name="テキスト ボックス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67941" y="2148549"/>
                <a:ext cx="1145314" cy="408702"/>
              </a:xfrm>
              <a:prstGeom prst="rect">
                <a:avLst/>
              </a:prstGeom>
              <a:blipFill rotWithShape="0">
                <a:blip r:embed="rId2"/>
                <a:stretch>
                  <a:fillRect b="-8955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正方形/長方形 17"/>
          <p:cNvSpPr/>
          <p:nvPr/>
        </p:nvSpPr>
        <p:spPr>
          <a:xfrm>
            <a:off x="6505188" y="1647080"/>
            <a:ext cx="1102210" cy="33597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ja-JP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NAVIO2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4" name="正方形/長方形 23"/>
          <p:cNvSpPr/>
          <p:nvPr/>
        </p:nvSpPr>
        <p:spPr>
          <a:xfrm>
            <a:off x="2446797" y="1285103"/>
            <a:ext cx="2800705" cy="2512540"/>
          </a:xfrm>
          <a:prstGeom prst="rect">
            <a:avLst/>
          </a:prstGeom>
          <a:noFill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テキスト ボックス 24"/>
          <p:cNvSpPr txBox="1"/>
          <p:nvPr/>
        </p:nvSpPr>
        <p:spPr>
          <a:xfrm>
            <a:off x="3422003" y="3778138"/>
            <a:ext cx="9541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Pixracer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9" name="直線矢印コネクタ 28"/>
          <p:cNvCxnSpPr>
            <a:stCxn id="18" idx="2"/>
            <a:endCxn id="13" idx="0"/>
          </p:cNvCxnSpPr>
          <p:nvPr/>
        </p:nvCxnSpPr>
        <p:spPr>
          <a:xfrm>
            <a:off x="7056293" y="1983053"/>
            <a:ext cx="0" cy="40335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テキスト ボックス 29"/>
          <p:cNvSpPr txBox="1"/>
          <p:nvPr/>
        </p:nvSpPr>
        <p:spPr>
          <a:xfrm>
            <a:off x="7057498" y="2000063"/>
            <a:ext cx="1742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Angular velocity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テキスト ボックス 30"/>
          <p:cNvSpPr txBox="1"/>
          <p:nvPr/>
        </p:nvSpPr>
        <p:spPr>
          <a:xfrm>
            <a:off x="2633325" y="1889411"/>
            <a:ext cx="174278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Angular velocity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49" name="直線矢印コネクタ 48"/>
          <p:cNvCxnSpPr>
            <a:stCxn id="13" idx="3"/>
          </p:cNvCxnSpPr>
          <p:nvPr/>
        </p:nvCxnSpPr>
        <p:spPr>
          <a:xfrm>
            <a:off x="7834184" y="2557251"/>
            <a:ext cx="570887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テキスト ボックス 49"/>
              <p:cNvSpPr txBox="1"/>
              <p:nvPr/>
            </p:nvSpPr>
            <p:spPr>
              <a:xfrm>
                <a:off x="8371528" y="2370818"/>
                <a:ext cx="402867" cy="38093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kumimoji="1" lang="ja-JP" altLang="en-US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kumimoji="1" lang="ja-JP" altLang="en-US" i="1" smtClean="0">
                              <a:latin typeface="Cambria Math" panose="02040503050406030204" pitchFamily="18" charset="0"/>
                            </a:rPr>
                            <m:t>𝜓</m:t>
                          </m:r>
                        </m:e>
                      </m:acc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50" name="テキスト ボックス 4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1528" y="2370818"/>
                <a:ext cx="402867" cy="380938"/>
              </a:xfrm>
              <a:prstGeom prst="rect">
                <a:avLst/>
              </a:prstGeom>
              <a:blipFill rotWithShape="0">
                <a:blip r:embed="rId3"/>
                <a:stretch>
                  <a:fillRect t="-3226" r="-16667" b="-1290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正方形/長方形 50"/>
          <p:cNvSpPr/>
          <p:nvPr/>
        </p:nvSpPr>
        <p:spPr>
          <a:xfrm>
            <a:off x="6223029" y="1517098"/>
            <a:ext cx="2710147" cy="1326913"/>
          </a:xfrm>
          <a:prstGeom prst="rect">
            <a:avLst/>
          </a:prstGeom>
          <a:noFill/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53" name="テキスト ボックス 52"/>
          <p:cNvSpPr txBox="1"/>
          <p:nvPr/>
        </p:nvSpPr>
        <p:spPr>
          <a:xfrm>
            <a:off x="6886246" y="2831183"/>
            <a:ext cx="13837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Raspberry Pi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テキスト ボックス 54"/>
          <p:cNvSpPr txBox="1"/>
          <p:nvPr/>
        </p:nvSpPr>
        <p:spPr>
          <a:xfrm>
            <a:off x="2402493" y="2844011"/>
            <a:ext cx="19736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ja-JP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Magnetometer data</a:t>
            </a:r>
            <a:endParaRPr kumimoji="1" lang="ja-JP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378162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399</TotalTime>
  <Words>17</Words>
  <Application>Microsoft Office PowerPoint</Application>
  <PresentationFormat>ワイド画面</PresentationFormat>
  <Paragraphs>12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6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8" baseType="lpstr">
      <vt:lpstr>ＭＳ Ｐゴシック</vt:lpstr>
      <vt:lpstr>Arial</vt:lpstr>
      <vt:lpstr>Calibri</vt:lpstr>
      <vt:lpstr>Calibri Light</vt:lpstr>
      <vt:lpstr>Cambria Math</vt:lpstr>
      <vt:lpstr>Times New Roman</vt:lpstr>
      <vt:lpstr>Office テーマ</vt:lpstr>
      <vt:lpstr>PowerPoint プレゼンテーション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中村 翔太</dc:creator>
  <cp:lastModifiedBy>中村 翔太</cp:lastModifiedBy>
  <cp:revision>6</cp:revision>
  <dcterms:created xsi:type="dcterms:W3CDTF">2019-07-02T03:06:34Z</dcterms:created>
  <dcterms:modified xsi:type="dcterms:W3CDTF">2019-07-02T09:46:25Z</dcterms:modified>
</cp:coreProperties>
</file>
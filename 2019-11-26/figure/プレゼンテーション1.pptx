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60"/>
  </p:normalViewPr>
  <p:slideViewPr>
    <p:cSldViewPr snapToGrid="0">
      <p:cViewPr>
        <p:scale>
          <a:sx n="110" d="100"/>
          <a:sy n="110" d="100"/>
        </p:scale>
        <p:origin x="40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647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6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18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60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68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37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49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63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37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15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59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6CB8A-01F8-47CB-857B-CB931DB8B1E9}" type="datetimeFigureOut">
              <a:rPr kumimoji="1" lang="ja-JP" altLang="en-US" smtClean="0"/>
              <a:t>2019/11/25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47442-E623-443A-934B-4788F7EBAC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62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521" y="0"/>
            <a:ext cx="9118958" cy="685800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7870847" y="1759114"/>
            <a:ext cx="2390398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 Mini</a:t>
            </a:r>
          </a:p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UWB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コネクタ 6"/>
          <p:cNvCxnSpPr>
            <a:stCxn id="5" idx="1"/>
          </p:cNvCxnSpPr>
          <p:nvPr/>
        </p:nvCxnSpPr>
        <p:spPr>
          <a:xfrm flipH="1">
            <a:off x="6846570" y="2174613"/>
            <a:ext cx="1024277" cy="96863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005151" y="1017971"/>
            <a:ext cx="1961059" cy="46166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antenna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コネクタ 8"/>
          <p:cNvCxnSpPr>
            <a:stCxn id="8" idx="3"/>
          </p:cNvCxnSpPr>
          <p:nvPr/>
        </p:nvCxnSpPr>
        <p:spPr>
          <a:xfrm>
            <a:off x="3966210" y="1248804"/>
            <a:ext cx="1611630" cy="2308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6660971" y="4856198"/>
            <a:ext cx="2300149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 connector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コネクタ 19"/>
          <p:cNvCxnSpPr>
            <a:stCxn id="18" idx="1"/>
          </p:cNvCxnSpPr>
          <p:nvPr/>
        </p:nvCxnSpPr>
        <p:spPr>
          <a:xfrm flipH="1" flipV="1">
            <a:off x="5749291" y="4617721"/>
            <a:ext cx="911680" cy="46931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 flipH="1" flipV="1">
            <a:off x="4869180" y="3509786"/>
            <a:ext cx="1791791" cy="157724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1832073" y="2312253"/>
            <a:ext cx="1722658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from battery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コネクタ 28"/>
          <p:cNvCxnSpPr>
            <a:stCxn id="27" idx="3"/>
          </p:cNvCxnSpPr>
          <p:nvPr/>
        </p:nvCxnSpPr>
        <p:spPr>
          <a:xfrm>
            <a:off x="3554731" y="2727752"/>
            <a:ext cx="651509" cy="4154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3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774" y="0"/>
            <a:ext cx="9328451" cy="6858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1577340" y="914400"/>
            <a:ext cx="3106941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Teensy LC</a:t>
            </a:r>
          </a:p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Optical flow sensor 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コネクタ 4"/>
          <p:cNvCxnSpPr>
            <a:stCxn id="3" idx="3"/>
          </p:cNvCxnSpPr>
          <p:nvPr/>
        </p:nvCxnSpPr>
        <p:spPr>
          <a:xfrm>
            <a:off x="4684281" y="1329899"/>
            <a:ext cx="276339" cy="8875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1715509" y="5684520"/>
            <a:ext cx="2582171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flow sensor 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コネクタ 7"/>
          <p:cNvCxnSpPr>
            <a:endCxn id="7" idx="0"/>
          </p:cNvCxnSpPr>
          <p:nvPr/>
        </p:nvCxnSpPr>
        <p:spPr>
          <a:xfrm flipH="1">
            <a:off x="3006595" y="4949190"/>
            <a:ext cx="365255" cy="7353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81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309" y="0"/>
            <a:ext cx="9491382" cy="6858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7646670" y="2967335"/>
            <a:ext cx="1175322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Damper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コネクタ 4"/>
          <p:cNvCxnSpPr>
            <a:stCxn id="3" idx="1"/>
          </p:cNvCxnSpPr>
          <p:nvPr/>
        </p:nvCxnSpPr>
        <p:spPr>
          <a:xfrm flipH="1">
            <a:off x="6606540" y="3198168"/>
            <a:ext cx="1040130" cy="89377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2731770" y="5383530"/>
            <a:ext cx="1208985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コネクタ 7"/>
          <p:cNvCxnSpPr>
            <a:stCxn id="6" idx="3"/>
          </p:cNvCxnSpPr>
          <p:nvPr/>
        </p:nvCxnSpPr>
        <p:spPr>
          <a:xfrm flipV="1">
            <a:off x="3940755" y="5200650"/>
            <a:ext cx="974145" cy="4137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74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4145280" y="1402080"/>
            <a:ext cx="2107474" cy="269966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4963886" y="1672046"/>
            <a:ext cx="470263" cy="1393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/>
          <p:cNvCxnSpPr/>
          <p:nvPr/>
        </p:nvCxnSpPr>
        <p:spPr>
          <a:xfrm flipH="1">
            <a:off x="5199017" y="1811383"/>
            <a:ext cx="1" cy="3570514"/>
          </a:xfrm>
          <a:prstGeom prst="line">
            <a:avLst/>
          </a:prstGeom>
          <a:ln w="2857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/>
          <p:cNvSpPr/>
          <p:nvPr/>
        </p:nvSpPr>
        <p:spPr>
          <a:xfrm>
            <a:off x="3187337" y="5381897"/>
            <a:ext cx="4023360" cy="15675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/>
          <p:cNvCxnSpPr>
            <a:stCxn id="3" idx="2"/>
          </p:cNvCxnSpPr>
          <p:nvPr/>
        </p:nvCxnSpPr>
        <p:spPr>
          <a:xfrm flipH="1">
            <a:off x="4040777" y="1811383"/>
            <a:ext cx="1158241" cy="3570514"/>
          </a:xfrm>
          <a:prstGeom prst="line">
            <a:avLst/>
          </a:prstGeom>
          <a:ln w="2857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stCxn id="3" idx="2"/>
          </p:cNvCxnSpPr>
          <p:nvPr/>
        </p:nvCxnSpPr>
        <p:spPr>
          <a:xfrm>
            <a:off x="5199018" y="1811383"/>
            <a:ext cx="1158240" cy="3570514"/>
          </a:xfrm>
          <a:prstGeom prst="line">
            <a:avLst/>
          </a:prstGeom>
          <a:ln w="2857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円弧 17"/>
          <p:cNvSpPr/>
          <p:nvPr/>
        </p:nvSpPr>
        <p:spPr>
          <a:xfrm rot="7973582">
            <a:off x="4839017" y="1960156"/>
            <a:ext cx="720000" cy="72000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/>
          <p:cNvCxnSpPr/>
          <p:nvPr/>
        </p:nvCxnSpPr>
        <p:spPr>
          <a:xfrm flipH="1">
            <a:off x="4367415" y="2682240"/>
            <a:ext cx="741665" cy="4180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3135086" y="2869418"/>
            <a:ext cx="1556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FOV: 42°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716499" y="3134975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800mm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線矢印コネクタ 26"/>
          <p:cNvCxnSpPr/>
          <p:nvPr/>
        </p:nvCxnSpPr>
        <p:spPr>
          <a:xfrm flipH="1">
            <a:off x="5660571" y="1811383"/>
            <a:ext cx="1" cy="357051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3" idx="2"/>
          </p:cNvCxnSpPr>
          <p:nvPr/>
        </p:nvCxnSpPr>
        <p:spPr>
          <a:xfrm>
            <a:off x="5199018" y="1811383"/>
            <a:ext cx="8360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>
            <a:off x="5199017" y="5669280"/>
            <a:ext cx="1158241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5215599" y="5669280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307mm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848485" y="1953662"/>
            <a:ext cx="2576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flow sensor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線コネクタ 34"/>
          <p:cNvCxnSpPr>
            <a:endCxn id="33" idx="0"/>
          </p:cNvCxnSpPr>
          <p:nvPr/>
        </p:nvCxnSpPr>
        <p:spPr>
          <a:xfrm>
            <a:off x="6052458" y="1506528"/>
            <a:ext cx="1084040" cy="4471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3114724" y="1902345"/>
            <a:ext cx="1609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Lens</a:t>
            </a:r>
            <a:r>
              <a:rPr lang="ja-JP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線コネクタ 37"/>
          <p:cNvCxnSpPr>
            <a:stCxn id="36" idx="3"/>
            <a:endCxn id="3" idx="2"/>
          </p:cNvCxnSpPr>
          <p:nvPr/>
        </p:nvCxnSpPr>
        <p:spPr>
          <a:xfrm flipV="1">
            <a:off x="4724460" y="1811383"/>
            <a:ext cx="474558" cy="3217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60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34</Words>
  <Application>Microsoft Office PowerPoint</Application>
  <PresentationFormat>ワイド画面</PresentationFormat>
  <Paragraphs>15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7</cp:revision>
  <dcterms:created xsi:type="dcterms:W3CDTF">2019-11-11T04:16:35Z</dcterms:created>
  <dcterms:modified xsi:type="dcterms:W3CDTF">2019-11-25T11:10:22Z</dcterms:modified>
</cp:coreProperties>
</file>
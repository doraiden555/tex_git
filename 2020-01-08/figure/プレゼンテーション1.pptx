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20462;&#35542;\&#20462;&#35542;Tex\Fig2\&#12487;&#12540;&#12479;\20191230\Position_measurement12_30_20-05-4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20462;&#35542;\&#20462;&#35542;Tex\Fig2\&#12487;&#12540;&#12479;\20191230\Position_measurement12_30_20-05-4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50850694444443"/>
          <c:y val="0.10975308641975309"/>
          <c:w val="0.85826232638888889"/>
          <c:h val="0.76138456790123454"/>
        </c:manualLayout>
      </c:layout>
      <c:lineChart>
        <c:grouping val="standard"/>
        <c:varyColors val="0"/>
        <c:ser>
          <c:idx val="0"/>
          <c:order val="0"/>
          <c:tx>
            <c:v>Law data</c:v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'Position_measurement12_30_20-05'!$A$1:$A$6963</c:f>
              <c:numCache>
                <c:formatCode>General</c:formatCode>
                <c:ptCount val="6963"/>
                <c:pt idx="0">
                  <c:v>0</c:v>
                </c:pt>
                <c:pt idx="1">
                  <c:v>23.087378464454499</c:v>
                </c:pt>
                <c:pt idx="2">
                  <c:v>26.465963873159101</c:v>
                </c:pt>
                <c:pt idx="3">
                  <c:v>49.066965531390402</c:v>
                </c:pt>
                <c:pt idx="4">
                  <c:v>4.17956470355238</c:v>
                </c:pt>
                <c:pt idx="5">
                  <c:v>-10.8294285454121</c:v>
                </c:pt>
                <c:pt idx="6">
                  <c:v>2.9248526383125801</c:v>
                </c:pt>
                <c:pt idx="7">
                  <c:v>7.9480424635094096</c:v>
                </c:pt>
                <c:pt idx="8">
                  <c:v>-14.5655312108719</c:v>
                </c:pt>
                <c:pt idx="9">
                  <c:v>18.345054484102501</c:v>
                </c:pt>
                <c:pt idx="10">
                  <c:v>11.7230457260839</c:v>
                </c:pt>
                <c:pt idx="11">
                  <c:v>7.3195101342216704</c:v>
                </c:pt>
                <c:pt idx="12">
                  <c:v>-9.3331847758927307</c:v>
                </c:pt>
                <c:pt idx="13">
                  <c:v>24.987190928315599</c:v>
                </c:pt>
                <c:pt idx="14">
                  <c:v>43.693036726335698</c:v>
                </c:pt>
                <c:pt idx="15">
                  <c:v>16.1354863444203</c:v>
                </c:pt>
                <c:pt idx="16">
                  <c:v>19.082074008603701</c:v>
                </c:pt>
                <c:pt idx="17">
                  <c:v>73.413142066154194</c:v>
                </c:pt>
                <c:pt idx="18">
                  <c:v>11.7230457260839</c:v>
                </c:pt>
                <c:pt idx="19">
                  <c:v>23.509416479721899</c:v>
                </c:pt>
                <c:pt idx="20">
                  <c:v>-48.2708495191618</c:v>
                </c:pt>
                <c:pt idx="21">
                  <c:v>-9.8093741992506693</c:v>
                </c:pt>
                <c:pt idx="22">
                  <c:v>13.6129997198186</c:v>
                </c:pt>
                <c:pt idx="23">
                  <c:v>69.789319042306403</c:v>
                </c:pt>
                <c:pt idx="24">
                  <c:v>-30.187194576769699</c:v>
                </c:pt>
                <c:pt idx="25">
                  <c:v>24.987190928315599</c:v>
                </c:pt>
                <c:pt idx="26">
                  <c:v>13.486951858471899</c:v>
                </c:pt>
                <c:pt idx="27">
                  <c:v>14.1287258647453</c:v>
                </c:pt>
                <c:pt idx="28">
                  <c:v>34.988336206465597</c:v>
                </c:pt>
                <c:pt idx="29">
                  <c:v>-40.539274891096198</c:v>
                </c:pt>
                <c:pt idx="30">
                  <c:v>38.332215064708997</c:v>
                </c:pt>
                <c:pt idx="31">
                  <c:v>29.426509302288601</c:v>
                </c:pt>
                <c:pt idx="32">
                  <c:v>6.91962935675474</c:v>
                </c:pt>
                <c:pt idx="33">
                  <c:v>44.289491782311401</c:v>
                </c:pt>
                <c:pt idx="34">
                  <c:v>-47.569125082810302</c:v>
                </c:pt>
                <c:pt idx="35">
                  <c:v>38.332215064708997</c:v>
                </c:pt>
                <c:pt idx="36">
                  <c:v>-53.409846386372898</c:v>
                </c:pt>
                <c:pt idx="37">
                  <c:v>-16.016723982567701</c:v>
                </c:pt>
                <c:pt idx="38">
                  <c:v>9.3200150148868399</c:v>
                </c:pt>
                <c:pt idx="39">
                  <c:v>-27.591402666120299</c:v>
                </c:pt>
                <c:pt idx="40">
                  <c:v>15.031539866746201</c:v>
                </c:pt>
                <c:pt idx="41">
                  <c:v>58.503024900267498</c:v>
                </c:pt>
                <c:pt idx="42">
                  <c:v>35.359626749967902</c:v>
                </c:pt>
                <c:pt idx="43">
                  <c:v>-36.231940774295197</c:v>
                </c:pt>
                <c:pt idx="44">
                  <c:v>-21.088260826807499</c:v>
                </c:pt>
                <c:pt idx="45">
                  <c:v>51.758860143831001</c:v>
                </c:pt>
                <c:pt idx="46">
                  <c:v>11.7230457260839</c:v>
                </c:pt>
                <c:pt idx="47">
                  <c:v>30.6965403849299</c:v>
                </c:pt>
                <c:pt idx="48">
                  <c:v>24.9871909283147</c:v>
                </c:pt>
                <c:pt idx="49">
                  <c:v>7.3195101342234903</c:v>
                </c:pt>
                <c:pt idx="50">
                  <c:v>6.4398692472277599</c:v>
                </c:pt>
                <c:pt idx="51">
                  <c:v>38.332215064708997</c:v>
                </c:pt>
                <c:pt idx="52">
                  <c:v>-57.682978473274403</c:v>
                </c:pt>
                <c:pt idx="53">
                  <c:v>26.7618383707376</c:v>
                </c:pt>
                <c:pt idx="54">
                  <c:v>98.030166053094902</c:v>
                </c:pt>
                <c:pt idx="55">
                  <c:v>32.391060882200598</c:v>
                </c:pt>
                <c:pt idx="56">
                  <c:v>27.9457363265828</c:v>
                </c:pt>
                <c:pt idx="57">
                  <c:v>22.770903375538101</c:v>
                </c:pt>
                <c:pt idx="58">
                  <c:v>56.252676047863098</c:v>
                </c:pt>
                <c:pt idx="59">
                  <c:v>13.2793594819804</c:v>
                </c:pt>
                <c:pt idx="60">
                  <c:v>8.7863675487387791</c:v>
                </c:pt>
                <c:pt idx="61">
                  <c:v>18.345054484102501</c:v>
                </c:pt>
                <c:pt idx="62">
                  <c:v>92.536078532279106</c:v>
                </c:pt>
                <c:pt idx="63">
                  <c:v>-29.754779015865999</c:v>
                </c:pt>
                <c:pt idx="64">
                  <c:v>-37.309580920372298</c:v>
                </c:pt>
                <c:pt idx="65">
                  <c:v>-8.0231251858376709</c:v>
                </c:pt>
                <c:pt idx="66">
                  <c:v>38.332215064708997</c:v>
                </c:pt>
                <c:pt idx="67">
                  <c:v>11.7230457260839</c:v>
                </c:pt>
                <c:pt idx="68">
                  <c:v>11.7230457260848</c:v>
                </c:pt>
                <c:pt idx="69">
                  <c:v>18.345054484102501</c:v>
                </c:pt>
                <c:pt idx="70">
                  <c:v>-2.3370550279560098</c:v>
                </c:pt>
                <c:pt idx="71">
                  <c:v>42.798657527448903</c:v>
                </c:pt>
                <c:pt idx="72">
                  <c:v>41.681195187418702</c:v>
                </c:pt>
                <c:pt idx="73">
                  <c:v>-44.224438524360203</c:v>
                </c:pt>
                <c:pt idx="74">
                  <c:v>45.645673600310097</c:v>
                </c:pt>
                <c:pt idx="75">
                  <c:v>73.024591243688505</c:v>
                </c:pt>
                <c:pt idx="76">
                  <c:v>-14.5655312108719</c:v>
                </c:pt>
                <c:pt idx="77">
                  <c:v>0.730844790229639</c:v>
                </c:pt>
                <c:pt idx="78">
                  <c:v>38.332215064708997</c:v>
                </c:pt>
                <c:pt idx="79">
                  <c:v>22.972291316487802</c:v>
                </c:pt>
                <c:pt idx="80">
                  <c:v>65.267877278654794</c:v>
                </c:pt>
                <c:pt idx="81">
                  <c:v>-9.3331847758927307</c:v>
                </c:pt>
                <c:pt idx="82">
                  <c:v>20.556859028783901</c:v>
                </c:pt>
                <c:pt idx="83">
                  <c:v>43.205148406410402</c:v>
                </c:pt>
                <c:pt idx="84">
                  <c:v>7.3195101342216704</c:v>
                </c:pt>
                <c:pt idx="85">
                  <c:v>65.267877278654794</c:v>
                </c:pt>
                <c:pt idx="86">
                  <c:v>44.289491782311401</c:v>
                </c:pt>
                <c:pt idx="87">
                  <c:v>4.6816519841968303</c:v>
                </c:pt>
                <c:pt idx="88">
                  <c:v>11.7230457260839</c:v>
                </c:pt>
                <c:pt idx="89">
                  <c:v>28.791769734693801</c:v>
                </c:pt>
                <c:pt idx="90">
                  <c:v>-0.58449915737310199</c:v>
                </c:pt>
                <c:pt idx="91">
                  <c:v>2.9248526383107598</c:v>
                </c:pt>
                <c:pt idx="92">
                  <c:v>4.5218843869179102</c:v>
                </c:pt>
                <c:pt idx="93">
                  <c:v>53.255780465365198</c:v>
                </c:pt>
                <c:pt idx="94">
                  <c:v>29.426509302288601</c:v>
                </c:pt>
                <c:pt idx="95">
                  <c:v>45.035288256881302</c:v>
                </c:pt>
                <c:pt idx="96">
                  <c:v>59.253651814954502</c:v>
                </c:pt>
                <c:pt idx="97">
                  <c:v>75.144788632678598</c:v>
                </c:pt>
                <c:pt idx="98">
                  <c:v>2.5871690236372098</c:v>
                </c:pt>
                <c:pt idx="99">
                  <c:v>14.6636816907303</c:v>
                </c:pt>
                <c:pt idx="100">
                  <c:v>15.504591455316501</c:v>
                </c:pt>
                <c:pt idx="101">
                  <c:v>-8.0231251858376709</c:v>
                </c:pt>
                <c:pt idx="102">
                  <c:v>22.770903375538101</c:v>
                </c:pt>
                <c:pt idx="103">
                  <c:v>57.5383084193599</c:v>
                </c:pt>
                <c:pt idx="104">
                  <c:v>-5.8379352458860003</c:v>
                </c:pt>
                <c:pt idx="105">
                  <c:v>31.649546965967598</c:v>
                </c:pt>
                <c:pt idx="106">
                  <c:v>35.656704436510097</c:v>
                </c:pt>
                <c:pt idx="107">
                  <c:v>11.7230457260839</c:v>
                </c:pt>
                <c:pt idx="108">
                  <c:v>36.4208032489177</c:v>
                </c:pt>
                <c:pt idx="109">
                  <c:v>24.353736815910398</c:v>
                </c:pt>
                <c:pt idx="110">
                  <c:v>10.2542124135507</c:v>
                </c:pt>
                <c:pt idx="111">
                  <c:v>29.426509302287698</c:v>
                </c:pt>
                <c:pt idx="112">
                  <c:v>53.255780465365198</c:v>
                </c:pt>
                <c:pt idx="113">
                  <c:v>26.465963873160899</c:v>
                </c:pt>
                <c:pt idx="114">
                  <c:v>1.16946949504472</c:v>
                </c:pt>
                <c:pt idx="115">
                  <c:v>7.3195101342216704</c:v>
                </c:pt>
                <c:pt idx="116">
                  <c:v>16.1354863444203</c:v>
                </c:pt>
                <c:pt idx="117">
                  <c:v>31.649546965967598</c:v>
                </c:pt>
                <c:pt idx="118">
                  <c:v>20.556859028783901</c:v>
                </c:pt>
                <c:pt idx="119">
                  <c:v>7.9480424635094096</c:v>
                </c:pt>
                <c:pt idx="120">
                  <c:v>-34.6635029492626</c:v>
                </c:pt>
                <c:pt idx="121">
                  <c:v>21.6636010143174</c:v>
                </c:pt>
                <c:pt idx="122">
                  <c:v>81.588500196465205</c:v>
                </c:pt>
                <c:pt idx="123">
                  <c:v>34.511054976916</c:v>
                </c:pt>
                <c:pt idx="124">
                  <c:v>45.035288256881302</c:v>
                </c:pt>
                <c:pt idx="125">
                  <c:v>-17.176979250967602</c:v>
                </c:pt>
                <c:pt idx="126">
                  <c:v>18.345054484102501</c:v>
                </c:pt>
                <c:pt idx="127">
                  <c:v>30.315453760618698</c:v>
                </c:pt>
                <c:pt idx="128">
                  <c:v>24.987190928315599</c:v>
                </c:pt>
                <c:pt idx="129">
                  <c:v>31.649546965965701</c:v>
                </c:pt>
                <c:pt idx="130">
                  <c:v>-34.794249640041002</c:v>
                </c:pt>
                <c:pt idx="131">
                  <c:v>-22.1734756764635</c:v>
                </c:pt>
                <c:pt idx="132">
                  <c:v>-35.369441017095497</c:v>
                </c:pt>
                <c:pt idx="133">
                  <c:v>72.808759154870103</c:v>
                </c:pt>
                <c:pt idx="134">
                  <c:v>-7.4273822345739902</c:v>
                </c:pt>
                <c:pt idx="135">
                  <c:v>24.987190928315599</c:v>
                </c:pt>
                <c:pt idx="136">
                  <c:v>33.189894918453298</c:v>
                </c:pt>
                <c:pt idx="137">
                  <c:v>28.315835731918</c:v>
                </c:pt>
                <c:pt idx="138">
                  <c:v>59.117155191370301</c:v>
                </c:pt>
                <c:pt idx="139">
                  <c:v>-37.955906735963197</c:v>
                </c:pt>
                <c:pt idx="140">
                  <c:v>7.3195101342216704</c:v>
                </c:pt>
                <c:pt idx="141">
                  <c:v>7.3195101342234903</c:v>
                </c:pt>
                <c:pt idx="142">
                  <c:v>51.758860143831001</c:v>
                </c:pt>
                <c:pt idx="143">
                  <c:v>35.656704436510097</c:v>
                </c:pt>
                <c:pt idx="144">
                  <c:v>3.8030751788328399</c:v>
                </c:pt>
                <c:pt idx="145">
                  <c:v>74.968027922235706</c:v>
                </c:pt>
                <c:pt idx="146">
                  <c:v>41.681195187418702</c:v>
                </c:pt>
                <c:pt idx="147">
                  <c:v>33.8748415206746</c:v>
                </c:pt>
                <c:pt idx="148">
                  <c:v>41.010990501483299</c:v>
                </c:pt>
                <c:pt idx="149">
                  <c:v>69.789319042306403</c:v>
                </c:pt>
                <c:pt idx="150">
                  <c:v>7.3195101342234903</c:v>
                </c:pt>
                <c:pt idx="151">
                  <c:v>29.426509302288601</c:v>
                </c:pt>
                <c:pt idx="152">
                  <c:v>2.9248526383125801</c:v>
                </c:pt>
                <c:pt idx="153">
                  <c:v>22.770903375537198</c:v>
                </c:pt>
                <c:pt idx="154">
                  <c:v>29.426509302287698</c:v>
                </c:pt>
                <c:pt idx="155">
                  <c:v>22.032639516412001</c:v>
                </c:pt>
                <c:pt idx="156">
                  <c:v>-7.4273822345739902</c:v>
                </c:pt>
                <c:pt idx="157">
                  <c:v>22.032639516412001</c:v>
                </c:pt>
                <c:pt idx="158">
                  <c:v>2.0469841484027702</c:v>
                </c:pt>
                <c:pt idx="159">
                  <c:v>59.253651814954502</c:v>
                </c:pt>
                <c:pt idx="160">
                  <c:v>41.3088340076728</c:v>
                </c:pt>
                <c:pt idx="161">
                  <c:v>38.332215064708997</c:v>
                </c:pt>
                <c:pt idx="162">
                  <c:v>-4.0881998229560796</c:v>
                </c:pt>
                <c:pt idx="163">
                  <c:v>97.530142357380996</c:v>
                </c:pt>
                <c:pt idx="164">
                  <c:v>8.4195606605762805</c:v>
                </c:pt>
                <c:pt idx="165">
                  <c:v>-28.673361466004199</c:v>
                </c:pt>
                <c:pt idx="166">
                  <c:v>38.332215064708997</c:v>
                </c:pt>
                <c:pt idx="167">
                  <c:v>-1.46095358368984</c:v>
                </c:pt>
                <c:pt idx="168">
                  <c:v>45.645673600310097</c:v>
                </c:pt>
                <c:pt idx="169">
                  <c:v>-18.9161984070569</c:v>
                </c:pt>
                <c:pt idx="170">
                  <c:v>51.758860143831001</c:v>
                </c:pt>
                <c:pt idx="171">
                  <c:v>85.065966256076507</c:v>
                </c:pt>
                <c:pt idx="172">
                  <c:v>17.019045448821</c:v>
                </c:pt>
                <c:pt idx="173">
                  <c:v>41.3088340076728</c:v>
                </c:pt>
                <c:pt idx="174">
                  <c:v>11.7230457260839</c:v>
                </c:pt>
                <c:pt idx="175">
                  <c:v>31.649546965967598</c:v>
                </c:pt>
                <c:pt idx="176">
                  <c:v>27.6497018265745</c:v>
                </c:pt>
                <c:pt idx="177">
                  <c:v>28.315835731918</c:v>
                </c:pt>
                <c:pt idx="178">
                  <c:v>34.511054976916</c:v>
                </c:pt>
                <c:pt idx="179">
                  <c:v>-5.8379352458869098</c:v>
                </c:pt>
                <c:pt idx="180">
                  <c:v>29.426509302287698</c:v>
                </c:pt>
                <c:pt idx="181">
                  <c:v>-14.5655312108719</c:v>
                </c:pt>
                <c:pt idx="182">
                  <c:v>-14.5655312108719</c:v>
                </c:pt>
                <c:pt idx="183">
                  <c:v>-44.224438524360203</c:v>
                </c:pt>
                <c:pt idx="184">
                  <c:v>23.509416479721899</c:v>
                </c:pt>
                <c:pt idx="185">
                  <c:v>98.641458758021102</c:v>
                </c:pt>
                <c:pt idx="186">
                  <c:v>24.987190928315599</c:v>
                </c:pt>
                <c:pt idx="187">
                  <c:v>30.315453760618698</c:v>
                </c:pt>
                <c:pt idx="188">
                  <c:v>23.509416479721899</c:v>
                </c:pt>
                <c:pt idx="189">
                  <c:v>47.274196614347602</c:v>
                </c:pt>
                <c:pt idx="190">
                  <c:v>16.537059814924699</c:v>
                </c:pt>
                <c:pt idx="191">
                  <c:v>-30.681277861278399</c:v>
                </c:pt>
                <c:pt idx="192">
                  <c:v>74.320026055472198</c:v>
                </c:pt>
                <c:pt idx="193">
                  <c:v>4.17956470355238</c:v>
                </c:pt>
                <c:pt idx="194">
                  <c:v>31.649546965967598</c:v>
                </c:pt>
                <c:pt idx="195">
                  <c:v>45.035288256881302</c:v>
                </c:pt>
                <c:pt idx="196">
                  <c:v>11.7230457260839</c:v>
                </c:pt>
                <c:pt idx="197">
                  <c:v>86.447425375647896</c:v>
                </c:pt>
                <c:pt idx="198">
                  <c:v>70.694718314387501</c:v>
                </c:pt>
                <c:pt idx="199">
                  <c:v>13.928151219531101</c:v>
                </c:pt>
                <c:pt idx="200">
                  <c:v>-57.682978473274403</c:v>
                </c:pt>
                <c:pt idx="201">
                  <c:v>80.375430640785396</c:v>
                </c:pt>
                <c:pt idx="202">
                  <c:v>13.928151219531101</c:v>
                </c:pt>
                <c:pt idx="203">
                  <c:v>23.087378464454499</c:v>
                </c:pt>
                <c:pt idx="204">
                  <c:v>77.620921470732299</c:v>
                </c:pt>
                <c:pt idx="205">
                  <c:v>-23.2581468313073</c:v>
                </c:pt>
                <c:pt idx="206">
                  <c:v>29.426509302288601</c:v>
                </c:pt>
                <c:pt idx="207">
                  <c:v>0.41759554075997501</c:v>
                </c:pt>
                <c:pt idx="208">
                  <c:v>18.948051970345599</c:v>
                </c:pt>
                <c:pt idx="209">
                  <c:v>78.860026826614501</c:v>
                </c:pt>
                <c:pt idx="210">
                  <c:v>-9.8093741992506693</c:v>
                </c:pt>
                <c:pt idx="211">
                  <c:v>29.426509302288601</c:v>
                </c:pt>
                <c:pt idx="212">
                  <c:v>-24.992490813269701</c:v>
                </c:pt>
                <c:pt idx="213">
                  <c:v>51.758860143831001</c:v>
                </c:pt>
                <c:pt idx="214">
                  <c:v>5.85363917391805</c:v>
                </c:pt>
                <c:pt idx="215">
                  <c:v>5.1210733031866704</c:v>
                </c:pt>
                <c:pt idx="216">
                  <c:v>78.860026826614501</c:v>
                </c:pt>
                <c:pt idx="217">
                  <c:v>40.2452925988582</c:v>
                </c:pt>
                <c:pt idx="218">
                  <c:v>-96.600806758816304</c:v>
                </c:pt>
                <c:pt idx="219">
                  <c:v>27.0039472482276</c:v>
                </c:pt>
                <c:pt idx="220">
                  <c:v>84.320335825548597</c:v>
                </c:pt>
                <c:pt idx="221">
                  <c:v>27.6497018265745</c:v>
                </c:pt>
                <c:pt idx="222">
                  <c:v>9.3200150148868399</c:v>
                </c:pt>
                <c:pt idx="223">
                  <c:v>67.353547062926694</c:v>
                </c:pt>
                <c:pt idx="224">
                  <c:v>17.6082834489889</c:v>
                </c:pt>
                <c:pt idx="225">
                  <c:v>23.087378464454499</c:v>
                </c:pt>
                <c:pt idx="226">
                  <c:v>20.556859028785698</c:v>
                </c:pt>
                <c:pt idx="227">
                  <c:v>-10.206118954994899</c:v>
                </c:pt>
                <c:pt idx="228">
                  <c:v>12.5246445085094</c:v>
                </c:pt>
                <c:pt idx="229">
                  <c:v>4.7589064537369197</c:v>
                </c:pt>
                <c:pt idx="230">
                  <c:v>74.093270215513201</c:v>
                </c:pt>
                <c:pt idx="231">
                  <c:v>72.808759154870103</c:v>
                </c:pt>
                <c:pt idx="232">
                  <c:v>83.409349981271504</c:v>
                </c:pt>
                <c:pt idx="233">
                  <c:v>-8.0231251858376709</c:v>
                </c:pt>
                <c:pt idx="234">
                  <c:v>38.332215064708997</c:v>
                </c:pt>
                <c:pt idx="235">
                  <c:v>22.032639516412001</c:v>
                </c:pt>
                <c:pt idx="236">
                  <c:v>76.588862934951905</c:v>
                </c:pt>
                <c:pt idx="237">
                  <c:v>22.327915158730299</c:v>
                </c:pt>
                <c:pt idx="238">
                  <c:v>-1.46095358368893</c:v>
                </c:pt>
                <c:pt idx="239">
                  <c:v>36.102396405047301</c:v>
                </c:pt>
                <c:pt idx="240">
                  <c:v>100.03138511632601</c:v>
                </c:pt>
                <c:pt idx="241">
                  <c:v>34.217395063890699</c:v>
                </c:pt>
                <c:pt idx="242">
                  <c:v>69.789319042306403</c:v>
                </c:pt>
                <c:pt idx="243">
                  <c:v>96.761094505985895</c:v>
                </c:pt>
                <c:pt idx="244">
                  <c:v>72.053512613657404</c:v>
                </c:pt>
                <c:pt idx="245">
                  <c:v>70.485747114571495</c:v>
                </c:pt>
                <c:pt idx="246">
                  <c:v>83.059070420677898</c:v>
                </c:pt>
                <c:pt idx="247">
                  <c:v>22.770903375538101</c:v>
                </c:pt>
                <c:pt idx="248">
                  <c:v>44.425072323761903</c:v>
                </c:pt>
                <c:pt idx="249">
                  <c:v>24.987190928315599</c:v>
                </c:pt>
                <c:pt idx="250">
                  <c:v>51.758860143831001</c:v>
                </c:pt>
                <c:pt idx="251">
                  <c:v>34.511054976916</c:v>
                </c:pt>
                <c:pt idx="252">
                  <c:v>47.2741966143494</c:v>
                </c:pt>
                <c:pt idx="253">
                  <c:v>-14.5655312108719</c:v>
                </c:pt>
                <c:pt idx="254">
                  <c:v>56.252676047863098</c:v>
                </c:pt>
                <c:pt idx="255">
                  <c:v>81.588500196465205</c:v>
                </c:pt>
                <c:pt idx="256">
                  <c:v>76.134909512570601</c:v>
                </c:pt>
                <c:pt idx="257">
                  <c:v>76.134909512570601</c:v>
                </c:pt>
                <c:pt idx="258">
                  <c:v>98.030166053094902</c:v>
                </c:pt>
                <c:pt idx="259">
                  <c:v>103.788526138205</c:v>
                </c:pt>
                <c:pt idx="260">
                  <c:v>120.143015205202</c:v>
                </c:pt>
                <c:pt idx="261">
                  <c:v>86.664590019278805</c:v>
                </c:pt>
                <c:pt idx="262">
                  <c:v>84.548140758111899</c:v>
                </c:pt>
                <c:pt idx="263">
                  <c:v>92.536078532279106</c:v>
                </c:pt>
                <c:pt idx="264">
                  <c:v>89.212925781371197</c:v>
                </c:pt>
                <c:pt idx="265">
                  <c:v>-89.462685532982505</c:v>
                </c:pt>
                <c:pt idx="266">
                  <c:v>74.320026055472198</c:v>
                </c:pt>
                <c:pt idx="267">
                  <c:v>73.413142066154194</c:v>
                </c:pt>
                <c:pt idx="268">
                  <c:v>33.612924909702997</c:v>
                </c:pt>
                <c:pt idx="269">
                  <c:v>76.134909512570601</c:v>
                </c:pt>
                <c:pt idx="270">
                  <c:v>89.372579027409301</c:v>
                </c:pt>
                <c:pt idx="271">
                  <c:v>72.671422423492899</c:v>
                </c:pt>
                <c:pt idx="272">
                  <c:v>4.17956470355238</c:v>
                </c:pt>
                <c:pt idx="273">
                  <c:v>51.758860143831001</c:v>
                </c:pt>
                <c:pt idx="274">
                  <c:v>18.855272296417699</c:v>
                </c:pt>
                <c:pt idx="275">
                  <c:v>-17.466946056757401</c:v>
                </c:pt>
                <c:pt idx="276">
                  <c:v>44.076453539466399</c:v>
                </c:pt>
                <c:pt idx="277">
                  <c:v>42.798657527448903</c:v>
                </c:pt>
                <c:pt idx="278">
                  <c:v>78.860026826614501</c:v>
                </c:pt>
                <c:pt idx="279">
                  <c:v>11.7230457260839</c:v>
                </c:pt>
                <c:pt idx="280">
                  <c:v>17.019045448819199</c:v>
                </c:pt>
                <c:pt idx="281">
                  <c:v>65.267877278654794</c:v>
                </c:pt>
                <c:pt idx="282">
                  <c:v>53.255780465365198</c:v>
                </c:pt>
                <c:pt idx="283">
                  <c:v>77.811507954717797</c:v>
                </c:pt>
                <c:pt idx="284">
                  <c:v>-18.295208936235198</c:v>
                </c:pt>
                <c:pt idx="285">
                  <c:v>-27.591402666120299</c:v>
                </c:pt>
                <c:pt idx="286">
                  <c:v>63.574719515877398</c:v>
                </c:pt>
                <c:pt idx="287">
                  <c:v>29.426509302287698</c:v>
                </c:pt>
                <c:pt idx="288">
                  <c:v>71.024046344478805</c:v>
                </c:pt>
                <c:pt idx="289">
                  <c:v>11.7230457260839</c:v>
                </c:pt>
                <c:pt idx="290">
                  <c:v>13.9281512195329</c:v>
                </c:pt>
                <c:pt idx="291">
                  <c:v>19.292696674105098</c:v>
                </c:pt>
                <c:pt idx="292">
                  <c:v>65.267877278654794</c:v>
                </c:pt>
                <c:pt idx="293">
                  <c:v>104.91690528531601</c:v>
                </c:pt>
                <c:pt idx="294">
                  <c:v>-74.690890343907</c:v>
                </c:pt>
                <c:pt idx="295">
                  <c:v>28.5379253973787</c:v>
                </c:pt>
                <c:pt idx="296">
                  <c:v>77.345658831864895</c:v>
                </c:pt>
                <c:pt idx="297">
                  <c:v>55.128362504927203</c:v>
                </c:pt>
                <c:pt idx="298">
                  <c:v>54.208896074819599</c:v>
                </c:pt>
                <c:pt idx="299">
                  <c:v>53.555286652480298</c:v>
                </c:pt>
                <c:pt idx="300">
                  <c:v>68.6580910952989</c:v>
                </c:pt>
                <c:pt idx="301">
                  <c:v>10.706055800300399</c:v>
                </c:pt>
                <c:pt idx="302">
                  <c:v>21.361706734443</c:v>
                </c:pt>
                <c:pt idx="303">
                  <c:v>-8.9589626698143494</c:v>
                </c:pt>
                <c:pt idx="304">
                  <c:v>-40.539274891096198</c:v>
                </c:pt>
                <c:pt idx="305">
                  <c:v>13.9281512195329</c:v>
                </c:pt>
                <c:pt idx="306">
                  <c:v>3.8030751788328399</c:v>
                </c:pt>
                <c:pt idx="307">
                  <c:v>67.979632099457305</c:v>
                </c:pt>
                <c:pt idx="308">
                  <c:v>80.808593560403096</c:v>
                </c:pt>
                <c:pt idx="309">
                  <c:v>49.515386080687598</c:v>
                </c:pt>
                <c:pt idx="310">
                  <c:v>78.860026826614501</c:v>
                </c:pt>
                <c:pt idx="311">
                  <c:v>69.256904371923994</c:v>
                </c:pt>
                <c:pt idx="312">
                  <c:v>74.320026055472198</c:v>
                </c:pt>
                <c:pt idx="313">
                  <c:v>55.610140936095299</c:v>
                </c:pt>
                <c:pt idx="314">
                  <c:v>54.454049608919298</c:v>
                </c:pt>
                <c:pt idx="315">
                  <c:v>31.649546965967598</c:v>
                </c:pt>
                <c:pt idx="316">
                  <c:v>2.9248526383125801</c:v>
                </c:pt>
                <c:pt idx="317">
                  <c:v>-9.8093741992506693</c:v>
                </c:pt>
                <c:pt idx="318">
                  <c:v>0.73084479022782001</c:v>
                </c:pt>
                <c:pt idx="319">
                  <c:v>57.152539979658201</c:v>
                </c:pt>
                <c:pt idx="320">
                  <c:v>-40.539274891096198</c:v>
                </c:pt>
                <c:pt idx="321">
                  <c:v>-15.6540168305946</c:v>
                </c:pt>
                <c:pt idx="322">
                  <c:v>-8.0231251858376709</c:v>
                </c:pt>
                <c:pt idx="323">
                  <c:v>18.345054484102501</c:v>
                </c:pt>
                <c:pt idx="324">
                  <c:v>38.332215064708997</c:v>
                </c:pt>
                <c:pt idx="325">
                  <c:v>-26.147948285898501</c:v>
                </c:pt>
                <c:pt idx="326">
                  <c:v>78.860026826614501</c:v>
                </c:pt>
                <c:pt idx="327">
                  <c:v>58.503024900267498</c:v>
                </c:pt>
                <c:pt idx="328">
                  <c:v>61.622688050597297</c:v>
                </c:pt>
                <c:pt idx="329">
                  <c:v>5.85363917391805</c:v>
                </c:pt>
                <c:pt idx="330">
                  <c:v>11.7230457260839</c:v>
                </c:pt>
                <c:pt idx="331">
                  <c:v>40.117702230576398</c:v>
                </c:pt>
                <c:pt idx="332">
                  <c:v>73.786519878314706</c:v>
                </c:pt>
                <c:pt idx="333">
                  <c:v>65.267877278654794</c:v>
                </c:pt>
                <c:pt idx="334">
                  <c:v>51.146776810134703</c:v>
                </c:pt>
                <c:pt idx="335">
                  <c:v>55.610140936095299</c:v>
                </c:pt>
                <c:pt idx="336">
                  <c:v>49.066965531390402</c:v>
                </c:pt>
                <c:pt idx="337">
                  <c:v>88.880883791865003</c:v>
                </c:pt>
                <c:pt idx="338">
                  <c:v>65.267877278654794</c:v>
                </c:pt>
                <c:pt idx="339">
                  <c:v>49.066965531390402</c:v>
                </c:pt>
                <c:pt idx="340">
                  <c:v>72.053512613657404</c:v>
                </c:pt>
                <c:pt idx="341">
                  <c:v>38.332215064708997</c:v>
                </c:pt>
                <c:pt idx="342">
                  <c:v>178.773373634851</c:v>
                </c:pt>
                <c:pt idx="343">
                  <c:v>159.37392521409399</c:v>
                </c:pt>
                <c:pt idx="344">
                  <c:v>92.536078532277301</c:v>
                </c:pt>
                <c:pt idx="345">
                  <c:v>47.274196614347602</c:v>
                </c:pt>
                <c:pt idx="346">
                  <c:v>103.231512575038</c:v>
                </c:pt>
                <c:pt idx="347">
                  <c:v>148.09503858653801</c:v>
                </c:pt>
                <c:pt idx="348">
                  <c:v>160.63062567398899</c:v>
                </c:pt>
                <c:pt idx="349">
                  <c:v>101.700443077312</c:v>
                </c:pt>
                <c:pt idx="350">
                  <c:v>155.13772366383901</c:v>
                </c:pt>
                <c:pt idx="351">
                  <c:v>51.758860143831001</c:v>
                </c:pt>
                <c:pt idx="352">
                  <c:v>56.252676047864902</c:v>
                </c:pt>
                <c:pt idx="353">
                  <c:v>136.07293057835801</c:v>
                </c:pt>
                <c:pt idx="354">
                  <c:v>106.29681167265301</c:v>
                </c:pt>
                <c:pt idx="355">
                  <c:v>87.968024262657295</c:v>
                </c:pt>
                <c:pt idx="356">
                  <c:v>34.511054976916</c:v>
                </c:pt>
                <c:pt idx="357">
                  <c:v>114.59422644464</c:v>
                </c:pt>
                <c:pt idx="358">
                  <c:v>99.197325148003003</c:v>
                </c:pt>
                <c:pt idx="359">
                  <c:v>108.26958934410401</c:v>
                </c:pt>
                <c:pt idx="360">
                  <c:v>49.835742420708797</c:v>
                </c:pt>
                <c:pt idx="361">
                  <c:v>40.2452925988582</c:v>
                </c:pt>
                <c:pt idx="362">
                  <c:v>38.332215064708997</c:v>
                </c:pt>
                <c:pt idx="363">
                  <c:v>85.065966256076507</c:v>
                </c:pt>
                <c:pt idx="364">
                  <c:v>117.366898668259</c:v>
                </c:pt>
                <c:pt idx="365">
                  <c:v>62.258716104890397</c:v>
                </c:pt>
                <c:pt idx="366">
                  <c:v>87.968024262657295</c:v>
                </c:pt>
                <c:pt idx="367">
                  <c:v>-8.7510336309824197</c:v>
                </c:pt>
                <c:pt idx="368">
                  <c:v>50.262956751864202</c:v>
                </c:pt>
                <c:pt idx="369">
                  <c:v>81.133521312317498</c:v>
                </c:pt>
                <c:pt idx="370">
                  <c:v>87.9680242626591</c:v>
                </c:pt>
                <c:pt idx="371">
                  <c:v>11.7230457260839</c:v>
                </c:pt>
                <c:pt idx="372">
                  <c:v>67.979632099457305</c:v>
                </c:pt>
                <c:pt idx="373">
                  <c:v>74.320026055472198</c:v>
                </c:pt>
                <c:pt idx="374">
                  <c:v>78.860026826614501</c:v>
                </c:pt>
                <c:pt idx="375">
                  <c:v>75.715958175264802</c:v>
                </c:pt>
                <c:pt idx="376">
                  <c:v>59.629061088856297</c:v>
                </c:pt>
                <c:pt idx="377">
                  <c:v>87.055539932598506</c:v>
                </c:pt>
                <c:pt idx="378">
                  <c:v>55.128362504927203</c:v>
                </c:pt>
                <c:pt idx="379">
                  <c:v>100.78230636964599</c:v>
                </c:pt>
                <c:pt idx="380">
                  <c:v>157.06228320673799</c:v>
                </c:pt>
                <c:pt idx="381">
                  <c:v>95.031708405574093</c:v>
                </c:pt>
                <c:pt idx="382">
                  <c:v>129.421695165811</c:v>
                </c:pt>
                <c:pt idx="383">
                  <c:v>38.332215064708997</c:v>
                </c:pt>
                <c:pt idx="384">
                  <c:v>53.831790050140597</c:v>
                </c:pt>
                <c:pt idx="385">
                  <c:v>67.979632099457305</c:v>
                </c:pt>
                <c:pt idx="386">
                  <c:v>47.914303543261603</c:v>
                </c:pt>
                <c:pt idx="387">
                  <c:v>50.723126468866198</c:v>
                </c:pt>
                <c:pt idx="388">
                  <c:v>114.59422644464</c:v>
                </c:pt>
                <c:pt idx="389">
                  <c:v>123.707187775343</c:v>
                </c:pt>
                <c:pt idx="390">
                  <c:v>122.92258247743</c:v>
                </c:pt>
                <c:pt idx="391">
                  <c:v>101.700443077312</c:v>
                </c:pt>
                <c:pt idx="392">
                  <c:v>145.28412305599699</c:v>
                </c:pt>
                <c:pt idx="393">
                  <c:v>83.409349981269699</c:v>
                </c:pt>
                <c:pt idx="394">
                  <c:v>113.978544163143</c:v>
                </c:pt>
                <c:pt idx="395">
                  <c:v>98.030166053094902</c:v>
                </c:pt>
                <c:pt idx="396">
                  <c:v>89.794118751685303</c:v>
                </c:pt>
                <c:pt idx="397">
                  <c:v>-20.364482005787899</c:v>
                </c:pt>
                <c:pt idx="398">
                  <c:v>54.004622298829403</c:v>
                </c:pt>
                <c:pt idx="399">
                  <c:v>151.222401869647</c:v>
                </c:pt>
                <c:pt idx="400">
                  <c:v>55.610140936095299</c:v>
                </c:pt>
                <c:pt idx="401">
                  <c:v>123.35051489993</c:v>
                </c:pt>
                <c:pt idx="402">
                  <c:v>104.32577827854099</c:v>
                </c:pt>
                <c:pt idx="403">
                  <c:v>78.592710178892006</c:v>
                </c:pt>
                <c:pt idx="404">
                  <c:v>107.831043447422</c:v>
                </c:pt>
                <c:pt idx="405">
                  <c:v>62.258716104890397</c:v>
                </c:pt>
                <c:pt idx="406">
                  <c:v>76.588862934951905</c:v>
                </c:pt>
                <c:pt idx="407">
                  <c:v>111.82499212830101</c:v>
                </c:pt>
                <c:pt idx="408">
                  <c:v>115.51806821346</c:v>
                </c:pt>
                <c:pt idx="409">
                  <c:v>117.619130475511</c:v>
                </c:pt>
                <c:pt idx="410">
                  <c:v>48.170398472656402</c:v>
                </c:pt>
                <c:pt idx="411">
                  <c:v>122.459081357979</c:v>
                </c:pt>
                <c:pt idx="412">
                  <c:v>70.200818208958395</c:v>
                </c:pt>
                <c:pt idx="413">
                  <c:v>82.758874827174594</c:v>
                </c:pt>
                <c:pt idx="414">
                  <c:v>61.102437766078701</c:v>
                </c:pt>
                <c:pt idx="415">
                  <c:v>123.934191024089</c:v>
                </c:pt>
                <c:pt idx="416">
                  <c:v>105.235269401823</c:v>
                </c:pt>
                <c:pt idx="417">
                  <c:v>85.161578027328602</c:v>
                </c:pt>
                <c:pt idx="418">
                  <c:v>141.408150377928</c:v>
                </c:pt>
                <c:pt idx="419">
                  <c:v>117.619130475511</c:v>
                </c:pt>
                <c:pt idx="420">
                  <c:v>94.365933124432502</c:v>
                </c:pt>
                <c:pt idx="421">
                  <c:v>148.09503858653801</c:v>
                </c:pt>
                <c:pt idx="422">
                  <c:v>158.16276960307999</c:v>
                </c:pt>
                <c:pt idx="423">
                  <c:v>180.784693049455</c:v>
                </c:pt>
                <c:pt idx="424">
                  <c:v>88.620028484400706</c:v>
                </c:pt>
                <c:pt idx="425">
                  <c:v>65.267877278654794</c:v>
                </c:pt>
                <c:pt idx="426">
                  <c:v>124.77754757931</c:v>
                </c:pt>
                <c:pt idx="427">
                  <c:v>134.49903929833701</c:v>
                </c:pt>
                <c:pt idx="428">
                  <c:v>117.619130475511</c:v>
                </c:pt>
                <c:pt idx="429">
                  <c:v>71.435775356129795</c:v>
                </c:pt>
                <c:pt idx="430">
                  <c:v>94.496694678877205</c:v>
                </c:pt>
                <c:pt idx="431">
                  <c:v>112.28629270884601</c:v>
                </c:pt>
                <c:pt idx="432">
                  <c:v>103.012723916699</c:v>
                </c:pt>
                <c:pt idx="433">
                  <c:v>42.454762427029799</c:v>
                </c:pt>
                <c:pt idx="434">
                  <c:v>166.06533542097301</c:v>
                </c:pt>
                <c:pt idx="435">
                  <c:v>164.56233098108399</c:v>
                </c:pt>
                <c:pt idx="436">
                  <c:v>89.372579027409301</c:v>
                </c:pt>
                <c:pt idx="437">
                  <c:v>77.3456588318667</c:v>
                </c:pt>
                <c:pt idx="438">
                  <c:v>100.38893507704999</c:v>
                </c:pt>
                <c:pt idx="439">
                  <c:v>74.320026055472198</c:v>
                </c:pt>
                <c:pt idx="440">
                  <c:v>131.92638314559699</c:v>
                </c:pt>
                <c:pt idx="441">
                  <c:v>87.968024262657295</c:v>
                </c:pt>
                <c:pt idx="442">
                  <c:v>169.28942994161599</c:v>
                </c:pt>
                <c:pt idx="443">
                  <c:v>138.73895591627601</c:v>
                </c:pt>
                <c:pt idx="444">
                  <c:v>162.20248612382599</c:v>
                </c:pt>
                <c:pt idx="445">
                  <c:v>48.088910488871903</c:v>
                </c:pt>
                <c:pt idx="446">
                  <c:v>180.199397795398</c:v>
                </c:pt>
                <c:pt idx="447">
                  <c:v>110.902676897321</c:v>
                </c:pt>
                <c:pt idx="448">
                  <c:v>89.794118751685303</c:v>
                </c:pt>
                <c:pt idx="449">
                  <c:v>118.291887828955</c:v>
                </c:pt>
                <c:pt idx="450">
                  <c:v>173.81090009736801</c:v>
                </c:pt>
                <c:pt idx="451">
                  <c:v>142.986893564523</c:v>
                </c:pt>
                <c:pt idx="452">
                  <c:v>184.17972398260201</c:v>
                </c:pt>
                <c:pt idx="453">
                  <c:v>179.723956683095</c:v>
                </c:pt>
                <c:pt idx="454">
                  <c:v>167.61232676811801</c:v>
                </c:pt>
                <c:pt idx="455">
                  <c:v>194.50916455062099</c:v>
                </c:pt>
                <c:pt idx="456">
                  <c:v>157.490186320139</c:v>
                </c:pt>
                <c:pt idx="457">
                  <c:v>151.222401869648</c:v>
                </c:pt>
                <c:pt idx="458">
                  <c:v>168.644242990169</c:v>
                </c:pt>
                <c:pt idx="459">
                  <c:v>205.060554591537</c:v>
                </c:pt>
                <c:pt idx="460">
                  <c:v>140.80123669935</c:v>
                </c:pt>
                <c:pt idx="461">
                  <c:v>120.143015205202</c:v>
                </c:pt>
                <c:pt idx="462">
                  <c:v>188.63806349099801</c:v>
                </c:pt>
                <c:pt idx="463">
                  <c:v>165.03459604348299</c:v>
                </c:pt>
                <c:pt idx="464">
                  <c:v>161.86556671103901</c:v>
                </c:pt>
                <c:pt idx="465">
                  <c:v>111.133219973034</c:v>
                </c:pt>
                <c:pt idx="466">
                  <c:v>157.490186320139</c:v>
                </c:pt>
                <c:pt idx="467">
                  <c:v>148.09503858653801</c:v>
                </c:pt>
                <c:pt idx="468">
                  <c:v>120.143015205202</c:v>
                </c:pt>
                <c:pt idx="469">
                  <c:v>85.065966256076507</c:v>
                </c:pt>
                <c:pt idx="470">
                  <c:v>109.36633149191501</c:v>
                </c:pt>
                <c:pt idx="471">
                  <c:v>160.18172371920201</c:v>
                </c:pt>
                <c:pt idx="472">
                  <c:v>154.13027653610601</c:v>
                </c:pt>
                <c:pt idx="473">
                  <c:v>179.24861530670501</c:v>
                </c:pt>
                <c:pt idx="474">
                  <c:v>127.872575766927</c:v>
                </c:pt>
                <c:pt idx="475">
                  <c:v>184.32406994148499</c:v>
                </c:pt>
                <c:pt idx="476">
                  <c:v>196.66342667292801</c:v>
                </c:pt>
                <c:pt idx="477">
                  <c:v>212.94051069597501</c:v>
                </c:pt>
                <c:pt idx="478">
                  <c:v>85.687516430059006</c:v>
                </c:pt>
                <c:pt idx="479">
                  <c:v>109.75031867302501</c:v>
                </c:pt>
                <c:pt idx="480">
                  <c:v>132.80531345269199</c:v>
                </c:pt>
                <c:pt idx="481">
                  <c:v>116.584514456466</c:v>
                </c:pt>
                <c:pt idx="482">
                  <c:v>102.618958476134</c:v>
                </c:pt>
                <c:pt idx="483">
                  <c:v>142.827450879482</c:v>
                </c:pt>
                <c:pt idx="484">
                  <c:v>110.548041744147</c:v>
                </c:pt>
                <c:pt idx="485">
                  <c:v>236.52318690444201</c:v>
                </c:pt>
                <c:pt idx="486">
                  <c:v>209.872847390272</c:v>
                </c:pt>
                <c:pt idx="487">
                  <c:v>145.75236510168801</c:v>
                </c:pt>
                <c:pt idx="488">
                  <c:v>113.418980262876</c:v>
                </c:pt>
                <c:pt idx="489">
                  <c:v>119.63801026606301</c:v>
                </c:pt>
                <c:pt idx="490">
                  <c:v>124.114883536476</c:v>
                </c:pt>
                <c:pt idx="491">
                  <c:v>92.536078532279106</c:v>
                </c:pt>
                <c:pt idx="492">
                  <c:v>132.678335563075</c:v>
                </c:pt>
                <c:pt idx="493">
                  <c:v>127.098417601802</c:v>
                </c:pt>
                <c:pt idx="494">
                  <c:v>124.77754757931</c:v>
                </c:pt>
                <c:pt idx="495">
                  <c:v>97.113541770528101</c:v>
                </c:pt>
                <c:pt idx="496">
                  <c:v>134.07548791864201</c:v>
                </c:pt>
                <c:pt idx="497">
                  <c:v>115.72808554971</c:v>
                </c:pt>
                <c:pt idx="498">
                  <c:v>121.82718908621</c:v>
                </c:pt>
                <c:pt idx="499">
                  <c:v>86.447425375647896</c:v>
                </c:pt>
                <c:pt idx="500">
                  <c:v>101.12656327201699</c:v>
                </c:pt>
                <c:pt idx="501">
                  <c:v>121.995676241246</c:v>
                </c:pt>
                <c:pt idx="502">
                  <c:v>71.847581025574002</c:v>
                </c:pt>
                <c:pt idx="503">
                  <c:v>152.787714044719</c:v>
                </c:pt>
                <c:pt idx="504">
                  <c:v>31.649546965967598</c:v>
                </c:pt>
                <c:pt idx="505">
                  <c:v>133.00067809263899</c:v>
                </c:pt>
                <c:pt idx="506">
                  <c:v>21.919082575462198</c:v>
                </c:pt>
                <c:pt idx="507">
                  <c:v>148.09503858653801</c:v>
                </c:pt>
                <c:pt idx="508">
                  <c:v>134.07548791864099</c:v>
                </c:pt>
                <c:pt idx="509">
                  <c:v>117.05865400450401</c:v>
                </c:pt>
                <c:pt idx="510">
                  <c:v>97.113541770528997</c:v>
                </c:pt>
                <c:pt idx="511">
                  <c:v>98.030166053094902</c:v>
                </c:pt>
                <c:pt idx="512">
                  <c:v>190.68439913286301</c:v>
                </c:pt>
                <c:pt idx="513">
                  <c:v>87.055539932598506</c:v>
                </c:pt>
                <c:pt idx="514">
                  <c:v>80.564929001541699</c:v>
                </c:pt>
                <c:pt idx="515">
                  <c:v>85.687516430059006</c:v>
                </c:pt>
                <c:pt idx="516">
                  <c:v>81.9785564317053</c:v>
                </c:pt>
                <c:pt idx="517">
                  <c:v>65.267877278654794</c:v>
                </c:pt>
                <c:pt idx="518">
                  <c:v>60.755672372540097</c:v>
                </c:pt>
                <c:pt idx="519">
                  <c:v>41.3088340076728</c:v>
                </c:pt>
                <c:pt idx="520">
                  <c:v>76.588862934951905</c:v>
                </c:pt>
                <c:pt idx="521">
                  <c:v>94.496694678877205</c:v>
                </c:pt>
                <c:pt idx="522">
                  <c:v>17.440870128479201</c:v>
                </c:pt>
                <c:pt idx="523">
                  <c:v>51.758860143831001</c:v>
                </c:pt>
                <c:pt idx="524">
                  <c:v>67.075343973861806</c:v>
                </c:pt>
                <c:pt idx="525">
                  <c:v>117.366898668259</c:v>
                </c:pt>
                <c:pt idx="526">
                  <c:v>42.160038029725001</c:v>
                </c:pt>
                <c:pt idx="527">
                  <c:v>80.375430640785396</c:v>
                </c:pt>
                <c:pt idx="528">
                  <c:v>58.503024900267498</c:v>
                </c:pt>
                <c:pt idx="529">
                  <c:v>118.007235004145</c:v>
                </c:pt>
                <c:pt idx="530">
                  <c:v>70.485747114571495</c:v>
                </c:pt>
                <c:pt idx="531">
                  <c:v>92.536078532279106</c:v>
                </c:pt>
                <c:pt idx="532">
                  <c:v>109.226716175316</c:v>
                </c:pt>
                <c:pt idx="533">
                  <c:v>23.6571490210744</c:v>
                </c:pt>
                <c:pt idx="534">
                  <c:v>33.395356435542404</c:v>
                </c:pt>
                <c:pt idx="535">
                  <c:v>51.758860143831001</c:v>
                </c:pt>
                <c:pt idx="536">
                  <c:v>27.6497018265745</c:v>
                </c:pt>
                <c:pt idx="537">
                  <c:v>34.077253056385402</c:v>
                </c:pt>
                <c:pt idx="538">
                  <c:v>114.59422644464</c:v>
                </c:pt>
                <c:pt idx="539">
                  <c:v>83.409349981269699</c:v>
                </c:pt>
                <c:pt idx="540">
                  <c:v>138.072152697017</c:v>
                </c:pt>
                <c:pt idx="541">
                  <c:v>115.51806821346</c:v>
                </c:pt>
                <c:pt idx="542">
                  <c:v>65.267877278654794</c:v>
                </c:pt>
                <c:pt idx="543">
                  <c:v>-4.0881998229560796</c:v>
                </c:pt>
                <c:pt idx="544">
                  <c:v>8.8397264188233695</c:v>
                </c:pt>
                <c:pt idx="545">
                  <c:v>51.758860143831001</c:v>
                </c:pt>
                <c:pt idx="546">
                  <c:v>38.332215064708997</c:v>
                </c:pt>
                <c:pt idx="547">
                  <c:v>-56.369073701257498</c:v>
                </c:pt>
                <c:pt idx="548">
                  <c:v>77.156435610684596</c:v>
                </c:pt>
                <c:pt idx="549">
                  <c:v>2.9248526383107598</c:v>
                </c:pt>
                <c:pt idx="550">
                  <c:v>33.0891855198415</c:v>
                </c:pt>
                <c:pt idx="551">
                  <c:v>7.3195101342234903</c:v>
                </c:pt>
                <c:pt idx="552">
                  <c:v>4.1795647035505601</c:v>
                </c:pt>
                <c:pt idx="553">
                  <c:v>20.556859028785698</c:v>
                </c:pt>
                <c:pt idx="554">
                  <c:v>-1.46095358368893</c:v>
                </c:pt>
                <c:pt idx="555">
                  <c:v>2.9248526383107598</c:v>
                </c:pt>
                <c:pt idx="556">
                  <c:v>-29.640971065712598</c:v>
                </c:pt>
                <c:pt idx="557">
                  <c:v>48.9548746695218</c:v>
                </c:pt>
                <c:pt idx="558">
                  <c:v>-2.08677633573279</c:v>
                </c:pt>
                <c:pt idx="559">
                  <c:v>2.29776760181994</c:v>
                </c:pt>
                <c:pt idx="560">
                  <c:v>35.147453030127501</c:v>
                </c:pt>
                <c:pt idx="561">
                  <c:v>45.781337801175098</c:v>
                </c:pt>
                <c:pt idx="562">
                  <c:v>2.29776760181994</c:v>
                </c:pt>
                <c:pt idx="563">
                  <c:v>13.6129997198186</c:v>
                </c:pt>
                <c:pt idx="564">
                  <c:v>47.914303543261603</c:v>
                </c:pt>
                <c:pt idx="565">
                  <c:v>-16.306846022030999</c:v>
                </c:pt>
                <c:pt idx="566">
                  <c:v>31.136338083647299</c:v>
                </c:pt>
                <c:pt idx="567">
                  <c:v>-16.431172154783699</c:v>
                </c:pt>
                <c:pt idx="568">
                  <c:v>-1.46095358368893</c:v>
                </c:pt>
                <c:pt idx="569">
                  <c:v>-27.591402666120299</c:v>
                </c:pt>
                <c:pt idx="570">
                  <c:v>-22.8243435865961</c:v>
                </c:pt>
                <c:pt idx="571">
                  <c:v>6.4398692472277599</c:v>
                </c:pt>
                <c:pt idx="572">
                  <c:v>-1.46095358368893</c:v>
                </c:pt>
                <c:pt idx="573">
                  <c:v>-2.7124190726053699</c:v>
                </c:pt>
                <c:pt idx="574">
                  <c:v>-30.763614092802499</c:v>
                </c:pt>
                <c:pt idx="575">
                  <c:v>-38.817373353189303</c:v>
                </c:pt>
                <c:pt idx="576">
                  <c:v>-35.369441017093699</c:v>
                </c:pt>
                <c:pt idx="577">
                  <c:v>-35.923944714562801</c:v>
                </c:pt>
                <c:pt idx="578">
                  <c:v>60.755672372538299</c:v>
                </c:pt>
                <c:pt idx="579">
                  <c:v>-69.602678802909395</c:v>
                </c:pt>
                <c:pt idx="580">
                  <c:v>-46.064659065703303</c:v>
                </c:pt>
                <c:pt idx="581">
                  <c:v>-64.380763135217407</c:v>
                </c:pt>
                <c:pt idx="582">
                  <c:v>-35.217199391816301</c:v>
                </c:pt>
                <c:pt idx="583">
                  <c:v>-42.382644472506399</c:v>
                </c:pt>
                <c:pt idx="584">
                  <c:v>-46.555119052232797</c:v>
                </c:pt>
                <c:pt idx="585">
                  <c:v>-59.389853571577902</c:v>
                </c:pt>
                <c:pt idx="586">
                  <c:v>-19.7852847543117</c:v>
                </c:pt>
                <c:pt idx="587">
                  <c:v>-38.694327757628301</c:v>
                </c:pt>
                <c:pt idx="588">
                  <c:v>4.5718105023397504</c:v>
                </c:pt>
                <c:pt idx="589">
                  <c:v>-79.897024328955894</c:v>
                </c:pt>
                <c:pt idx="590">
                  <c:v>-54.9189813273669</c:v>
                </c:pt>
                <c:pt idx="591">
                  <c:v>-64.786018081833305</c:v>
                </c:pt>
                <c:pt idx="592">
                  <c:v>-101.23904100301201</c:v>
                </c:pt>
                <c:pt idx="593">
                  <c:v>-60.120956189616599</c:v>
                </c:pt>
                <c:pt idx="594">
                  <c:v>15.332560839015001</c:v>
                </c:pt>
                <c:pt idx="595">
                  <c:v>-37.668674724042802</c:v>
                </c:pt>
                <c:pt idx="596">
                  <c:v>-40.539274891096198</c:v>
                </c:pt>
                <c:pt idx="597">
                  <c:v>-71.200283110489096</c:v>
                </c:pt>
                <c:pt idx="598">
                  <c:v>-57.759207199464001</c:v>
                </c:pt>
                <c:pt idx="599">
                  <c:v>-67.903917181724793</c:v>
                </c:pt>
                <c:pt idx="600">
                  <c:v>-8.0231251858376709</c:v>
                </c:pt>
                <c:pt idx="601">
                  <c:v>-56.829031814427204</c:v>
                </c:pt>
                <c:pt idx="602">
                  <c:v>-42.996750782186602</c:v>
                </c:pt>
                <c:pt idx="603">
                  <c:v>-73.395043777420995</c:v>
                </c:pt>
                <c:pt idx="604">
                  <c:v>-49.842401673158697</c:v>
                </c:pt>
                <c:pt idx="605">
                  <c:v>-59.816360364647103</c:v>
                </c:pt>
                <c:pt idx="606">
                  <c:v>-31.915991989260799</c:v>
                </c:pt>
                <c:pt idx="607">
                  <c:v>-39.877167788682499</c:v>
                </c:pt>
                <c:pt idx="608">
                  <c:v>-76.807411786493503</c:v>
                </c:pt>
                <c:pt idx="609">
                  <c:v>-14.5655312108719</c:v>
                </c:pt>
                <c:pt idx="610">
                  <c:v>-12.5151340496349</c:v>
                </c:pt>
                <c:pt idx="611">
                  <c:v>-7.7110897311167701</c:v>
                </c:pt>
                <c:pt idx="612">
                  <c:v>-33.9573339563212</c:v>
                </c:pt>
                <c:pt idx="613">
                  <c:v>-91.564617505503506</c:v>
                </c:pt>
                <c:pt idx="614">
                  <c:v>-46.399075721373201</c:v>
                </c:pt>
                <c:pt idx="615">
                  <c:v>-24.806734718184899</c:v>
                </c:pt>
                <c:pt idx="616">
                  <c:v>-34.075044829752102</c:v>
                </c:pt>
                <c:pt idx="617">
                  <c:v>-41.507240494087398</c:v>
                </c:pt>
                <c:pt idx="618">
                  <c:v>-55.013267079927502</c:v>
                </c:pt>
                <c:pt idx="619">
                  <c:v>40.4329389598633</c:v>
                </c:pt>
                <c:pt idx="620">
                  <c:v>-31.915991989262601</c:v>
                </c:pt>
                <c:pt idx="621">
                  <c:v>-40.539274891096198</c:v>
                </c:pt>
                <c:pt idx="622">
                  <c:v>-21.088260826807499</c:v>
                </c:pt>
                <c:pt idx="623">
                  <c:v>-46.5551190522337</c:v>
                </c:pt>
                <c:pt idx="624">
                  <c:v>-38.552343346895199</c:v>
                </c:pt>
                <c:pt idx="625">
                  <c:v>-38.386683053396098</c:v>
                </c:pt>
                <c:pt idx="626">
                  <c:v>-39.120224913832303</c:v>
                </c:pt>
                <c:pt idx="627">
                  <c:v>-62.2753225355018</c:v>
                </c:pt>
                <c:pt idx="628">
                  <c:v>-33.150000767845</c:v>
                </c:pt>
                <c:pt idx="629">
                  <c:v>-62.556167406419199</c:v>
                </c:pt>
                <c:pt idx="630">
                  <c:v>-1.46095358368893</c:v>
                </c:pt>
                <c:pt idx="631">
                  <c:v>-29.2141378718024</c:v>
                </c:pt>
                <c:pt idx="632">
                  <c:v>-60.563927500046702</c:v>
                </c:pt>
                <c:pt idx="633">
                  <c:v>-45.967844549161697</c:v>
                </c:pt>
                <c:pt idx="634">
                  <c:v>-45.290021019920403</c:v>
                </c:pt>
                <c:pt idx="635">
                  <c:v>-55.013267079927502</c:v>
                </c:pt>
                <c:pt idx="636">
                  <c:v>33.4700744878837</c:v>
                </c:pt>
                <c:pt idx="637">
                  <c:v>-44.8380201063691</c:v>
                </c:pt>
                <c:pt idx="638">
                  <c:v>-53.043182203549797</c:v>
                </c:pt>
                <c:pt idx="639">
                  <c:v>-29.588442298141601</c:v>
                </c:pt>
                <c:pt idx="640">
                  <c:v>-40.069801736596602</c:v>
                </c:pt>
                <c:pt idx="641">
                  <c:v>-37.955906735963197</c:v>
                </c:pt>
                <c:pt idx="642">
                  <c:v>-71.865599831712601</c:v>
                </c:pt>
                <c:pt idx="643">
                  <c:v>42.160038029725001</c:v>
                </c:pt>
                <c:pt idx="644">
                  <c:v>-75.537750339051797</c:v>
                </c:pt>
                <c:pt idx="645">
                  <c:v>-15.6540168305946</c:v>
                </c:pt>
                <c:pt idx="646">
                  <c:v>-71.300093803705707</c:v>
                </c:pt>
                <c:pt idx="647">
                  <c:v>-38.190886301273103</c:v>
                </c:pt>
                <c:pt idx="648">
                  <c:v>-26.725445653076299</c:v>
                </c:pt>
                <c:pt idx="649">
                  <c:v>-72.5722722976152</c:v>
                </c:pt>
                <c:pt idx="650">
                  <c:v>24.987190928315599</c:v>
                </c:pt>
                <c:pt idx="651">
                  <c:v>-29.445857778959098</c:v>
                </c:pt>
                <c:pt idx="652">
                  <c:v>-21.088260826807499</c:v>
                </c:pt>
                <c:pt idx="653">
                  <c:v>-54.265152968033298</c:v>
                </c:pt>
                <c:pt idx="654">
                  <c:v>-54.265152968031501</c:v>
                </c:pt>
                <c:pt idx="655">
                  <c:v>-78.921839736058203</c:v>
                </c:pt>
                <c:pt idx="656">
                  <c:v>-35.369441017095497</c:v>
                </c:pt>
                <c:pt idx="657">
                  <c:v>-26.725445653075401</c:v>
                </c:pt>
                <c:pt idx="658">
                  <c:v>-49.128202084159902</c:v>
                </c:pt>
                <c:pt idx="659">
                  <c:v>-63.651111137824898</c:v>
                </c:pt>
                <c:pt idx="660">
                  <c:v>-26.4104662043109</c:v>
                </c:pt>
                <c:pt idx="661">
                  <c:v>-32.455957585289902</c:v>
                </c:pt>
                <c:pt idx="662">
                  <c:v>-20.157643623330799</c:v>
                </c:pt>
                <c:pt idx="663">
                  <c:v>-61.292075823772301</c:v>
                </c:pt>
                <c:pt idx="664">
                  <c:v>-35.7780365007483</c:v>
                </c:pt>
                <c:pt idx="665">
                  <c:v>-62.198221431919499</c:v>
                </c:pt>
                <c:pt idx="666">
                  <c:v>-104.13280661554199</c:v>
                </c:pt>
                <c:pt idx="667">
                  <c:v>30.4723637563065</c:v>
                </c:pt>
                <c:pt idx="668">
                  <c:v>38.332215064708997</c:v>
                </c:pt>
                <c:pt idx="669">
                  <c:v>1.16946949504472</c:v>
                </c:pt>
                <c:pt idx="670">
                  <c:v>-8.4598995273436195</c:v>
                </c:pt>
                <c:pt idx="671">
                  <c:v>-19.459418229974201</c:v>
                </c:pt>
                <c:pt idx="672">
                  <c:v>-42.524376848241403</c:v>
                </c:pt>
                <c:pt idx="673">
                  <c:v>-28.2748080585251</c:v>
                </c:pt>
                <c:pt idx="674">
                  <c:v>-53.409846386372898</c:v>
                </c:pt>
                <c:pt idx="675">
                  <c:v>-29.445857778959098</c:v>
                </c:pt>
                <c:pt idx="676">
                  <c:v>8.4195606605762805</c:v>
                </c:pt>
                <c:pt idx="677">
                  <c:v>-56.369073701257498</c:v>
                </c:pt>
                <c:pt idx="678">
                  <c:v>-22.3904533899412</c:v>
                </c:pt>
                <c:pt idx="679">
                  <c:v>4.7333440097972899</c:v>
                </c:pt>
                <c:pt idx="680">
                  <c:v>-14.5655312108719</c:v>
                </c:pt>
                <c:pt idx="681">
                  <c:v>-33.150000767844098</c:v>
                </c:pt>
                <c:pt idx="682">
                  <c:v>-54.576089164294899</c:v>
                </c:pt>
                <c:pt idx="683">
                  <c:v>-30.5409247798443</c:v>
                </c:pt>
                <c:pt idx="684">
                  <c:v>-31.915991989260799</c:v>
                </c:pt>
                <c:pt idx="685">
                  <c:v>-49.0637513611209</c:v>
                </c:pt>
                <c:pt idx="686">
                  <c:v>-16.198054806881299</c:v>
                </c:pt>
                <c:pt idx="687">
                  <c:v>24.987190928315599</c:v>
                </c:pt>
                <c:pt idx="688">
                  <c:v>2.29776760181994</c:v>
                </c:pt>
                <c:pt idx="689">
                  <c:v>-61.521540368796103</c:v>
                </c:pt>
                <c:pt idx="690">
                  <c:v>-104.869803131708</c:v>
                </c:pt>
                <c:pt idx="691">
                  <c:v>-38.582462033278702</c:v>
                </c:pt>
                <c:pt idx="692">
                  <c:v>-71.865599831712601</c:v>
                </c:pt>
                <c:pt idx="693">
                  <c:v>-16.198054806881299</c:v>
                </c:pt>
                <c:pt idx="694">
                  <c:v>-72.946298556443196</c:v>
                </c:pt>
                <c:pt idx="695">
                  <c:v>-40.969535488932699</c:v>
                </c:pt>
                <c:pt idx="696">
                  <c:v>-24.171132717414299</c:v>
                </c:pt>
                <c:pt idx="697">
                  <c:v>-114.84667274213101</c:v>
                </c:pt>
                <c:pt idx="698">
                  <c:v>-69.6026788029112</c:v>
                </c:pt>
                <c:pt idx="699">
                  <c:v>-1.4609535836871099</c:v>
                </c:pt>
                <c:pt idx="700">
                  <c:v>-45.696740741477697</c:v>
                </c:pt>
                <c:pt idx="701">
                  <c:v>-67.479016179186104</c:v>
                </c:pt>
                <c:pt idx="702">
                  <c:v>-46.100726105929397</c:v>
                </c:pt>
                <c:pt idx="703">
                  <c:v>-47.281171935393097</c:v>
                </c:pt>
                <c:pt idx="704">
                  <c:v>-61.947623703994303</c:v>
                </c:pt>
                <c:pt idx="705">
                  <c:v>-53.409846386372898</c:v>
                </c:pt>
                <c:pt idx="706">
                  <c:v>6.7696929774629098</c:v>
                </c:pt>
                <c:pt idx="707">
                  <c:v>-31.2987231317374</c:v>
                </c:pt>
                <c:pt idx="708">
                  <c:v>-30.835655721740199</c:v>
                </c:pt>
                <c:pt idx="709">
                  <c:v>-80.330296850782304</c:v>
                </c:pt>
                <c:pt idx="710">
                  <c:v>-41.153906601845797</c:v>
                </c:pt>
                <c:pt idx="711">
                  <c:v>-30.797516335043799</c:v>
                </c:pt>
                <c:pt idx="712">
                  <c:v>-23.4864294120698</c:v>
                </c:pt>
                <c:pt idx="713">
                  <c:v>-56.462950704144497</c:v>
                </c:pt>
                <c:pt idx="714">
                  <c:v>-35.369441017095497</c:v>
                </c:pt>
                <c:pt idx="715">
                  <c:v>-14.0210834645922</c:v>
                </c:pt>
                <c:pt idx="716">
                  <c:v>35.0984927781601</c:v>
                </c:pt>
                <c:pt idx="717">
                  <c:v>-32.224560286799701</c:v>
                </c:pt>
                <c:pt idx="718">
                  <c:v>1.4619350775292299</c:v>
                </c:pt>
                <c:pt idx="719">
                  <c:v>-16.939704825867</c:v>
                </c:pt>
                <c:pt idx="720">
                  <c:v>-26.5089022097645</c:v>
                </c:pt>
                <c:pt idx="721">
                  <c:v>-12.931777841908101</c:v>
                </c:pt>
                <c:pt idx="722">
                  <c:v>10.070677770182501</c:v>
                </c:pt>
                <c:pt idx="723">
                  <c:v>21.919082575462198</c:v>
                </c:pt>
                <c:pt idx="724">
                  <c:v>21.919082575462198</c:v>
                </c:pt>
                <c:pt idx="725">
                  <c:v>24.353736815910398</c:v>
                </c:pt>
                <c:pt idx="726">
                  <c:v>-8.3679543333701005</c:v>
                </c:pt>
                <c:pt idx="727">
                  <c:v>-14.5655312108719</c:v>
                </c:pt>
                <c:pt idx="728">
                  <c:v>-11.296793309893401</c:v>
                </c:pt>
                <c:pt idx="729">
                  <c:v>-15.87164840286</c:v>
                </c:pt>
                <c:pt idx="730">
                  <c:v>45.035288256881302</c:v>
                </c:pt>
                <c:pt idx="731">
                  <c:v>2.0469841484018598</c:v>
                </c:pt>
                <c:pt idx="732">
                  <c:v>39.224777158808102</c:v>
                </c:pt>
                <c:pt idx="733">
                  <c:v>32.827362729743903</c:v>
                </c:pt>
                <c:pt idx="734">
                  <c:v>78.860026826614501</c:v>
                </c:pt>
                <c:pt idx="735">
                  <c:v>29.982057322462399</c:v>
                </c:pt>
                <c:pt idx="736">
                  <c:v>57.436783864640297</c:v>
                </c:pt>
                <c:pt idx="737">
                  <c:v>-21.285613076190199</c:v>
                </c:pt>
                <c:pt idx="738">
                  <c:v>39.671194308648403</c:v>
                </c:pt>
                <c:pt idx="739">
                  <c:v>17.902962052351501</c:v>
                </c:pt>
                <c:pt idx="740">
                  <c:v>20.878762561236702</c:v>
                </c:pt>
                <c:pt idx="741">
                  <c:v>-6.4208674871097102</c:v>
                </c:pt>
                <c:pt idx="742">
                  <c:v>-13.950615532589801</c:v>
                </c:pt>
                <c:pt idx="743">
                  <c:v>51.758860143832798</c:v>
                </c:pt>
                <c:pt idx="744">
                  <c:v>28.618690859236199</c:v>
                </c:pt>
                <c:pt idx="745">
                  <c:v>31.649546965968501</c:v>
                </c:pt>
                <c:pt idx="746">
                  <c:v>81.133521312317498</c:v>
                </c:pt>
                <c:pt idx="747">
                  <c:v>9.5201664875503393</c:v>
                </c:pt>
                <c:pt idx="748">
                  <c:v>100.38893507704999</c:v>
                </c:pt>
                <c:pt idx="749">
                  <c:v>42.160038029725001</c:v>
                </c:pt>
                <c:pt idx="750">
                  <c:v>29.982057322462399</c:v>
                </c:pt>
                <c:pt idx="751">
                  <c:v>-16.741956295967601</c:v>
                </c:pt>
                <c:pt idx="752">
                  <c:v>-10.206118954994899</c:v>
                </c:pt>
                <c:pt idx="753">
                  <c:v>1.57443230391072</c:v>
                </c:pt>
                <c:pt idx="754">
                  <c:v>-21.398377715323399</c:v>
                </c:pt>
                <c:pt idx="755">
                  <c:v>-29.2141378718024</c:v>
                </c:pt>
                <c:pt idx="756">
                  <c:v>-1.46095358368893</c:v>
                </c:pt>
                <c:pt idx="757">
                  <c:v>-0.58449915737310199</c:v>
                </c:pt>
                <c:pt idx="758">
                  <c:v>15.504591455316501</c:v>
                </c:pt>
                <c:pt idx="759">
                  <c:v>21.4422078007719</c:v>
                </c:pt>
                <c:pt idx="760">
                  <c:v>13.376665950234299</c:v>
                </c:pt>
                <c:pt idx="761">
                  <c:v>-18.916198407058801</c:v>
                </c:pt>
                <c:pt idx="762">
                  <c:v>78.058173632147302</c:v>
                </c:pt>
                <c:pt idx="763">
                  <c:v>-45.228390117761499</c:v>
                </c:pt>
                <c:pt idx="764">
                  <c:v>21.110160001178802</c:v>
                </c:pt>
                <c:pt idx="765">
                  <c:v>4.9327390276384904</c:v>
                </c:pt>
                <c:pt idx="766">
                  <c:v>35.545295589736199</c:v>
                </c:pt>
                <c:pt idx="767">
                  <c:v>-55.852676833550497</c:v>
                </c:pt>
                <c:pt idx="768">
                  <c:v>41.138632773442602</c:v>
                </c:pt>
                <c:pt idx="769">
                  <c:v>70.200818208958395</c:v>
                </c:pt>
                <c:pt idx="770">
                  <c:v>53.902492513045203</c:v>
                </c:pt>
                <c:pt idx="771">
                  <c:v>30.315453760618698</c:v>
                </c:pt>
                <c:pt idx="772">
                  <c:v>-1.46095358368893</c:v>
                </c:pt>
                <c:pt idx="773">
                  <c:v>1.8275723212427599</c:v>
                </c:pt>
                <c:pt idx="774">
                  <c:v>1.60818260552605</c:v>
                </c:pt>
                <c:pt idx="775">
                  <c:v>65.267877278654794</c:v>
                </c:pt>
                <c:pt idx="776">
                  <c:v>36.4208032489177</c:v>
                </c:pt>
                <c:pt idx="777">
                  <c:v>-0.52188175717765195</c:v>
                </c:pt>
                <c:pt idx="778">
                  <c:v>78.860026826614501</c:v>
                </c:pt>
                <c:pt idx="779">
                  <c:v>46.220308742166701</c:v>
                </c:pt>
                <c:pt idx="780">
                  <c:v>45.227105392374099</c:v>
                </c:pt>
                <c:pt idx="781">
                  <c:v>35.184893960139497</c:v>
                </c:pt>
                <c:pt idx="782">
                  <c:v>19.376951423594601</c:v>
                </c:pt>
                <c:pt idx="783">
                  <c:v>-22.3904533899412</c:v>
                </c:pt>
                <c:pt idx="784">
                  <c:v>14.369439765826399</c:v>
                </c:pt>
                <c:pt idx="785">
                  <c:v>2.12677575019642</c:v>
                </c:pt>
                <c:pt idx="786">
                  <c:v>31.204758991862899</c:v>
                </c:pt>
                <c:pt idx="787">
                  <c:v>16.1354863444184</c:v>
                </c:pt>
                <c:pt idx="788">
                  <c:v>62.490044483126397</c:v>
                </c:pt>
                <c:pt idx="789">
                  <c:v>21.110160001178802</c:v>
                </c:pt>
                <c:pt idx="790">
                  <c:v>-16.198054806881299</c:v>
                </c:pt>
                <c:pt idx="791">
                  <c:v>65.267877278653003</c:v>
                </c:pt>
                <c:pt idx="792">
                  <c:v>-7.0868843236348704</c:v>
                </c:pt>
                <c:pt idx="793">
                  <c:v>50.534863594094503</c:v>
                </c:pt>
                <c:pt idx="794">
                  <c:v>29.830530255272599</c:v>
                </c:pt>
                <c:pt idx="795">
                  <c:v>35.245376812395001</c:v>
                </c:pt>
                <c:pt idx="796">
                  <c:v>35.918076717454802</c:v>
                </c:pt>
                <c:pt idx="797">
                  <c:v>47.745836292994603</c:v>
                </c:pt>
                <c:pt idx="798">
                  <c:v>-5.8379352458869098</c:v>
                </c:pt>
                <c:pt idx="799">
                  <c:v>60.2405786845774</c:v>
                </c:pt>
                <c:pt idx="800">
                  <c:v>65.267877278654794</c:v>
                </c:pt>
                <c:pt idx="801">
                  <c:v>109.059189329085</c:v>
                </c:pt>
                <c:pt idx="802">
                  <c:v>53.343866293175701</c:v>
                </c:pt>
                <c:pt idx="803">
                  <c:v>47.2741966143494</c:v>
                </c:pt>
                <c:pt idx="804">
                  <c:v>100.78230636964599</c:v>
                </c:pt>
                <c:pt idx="805">
                  <c:v>65.993913864927805</c:v>
                </c:pt>
                <c:pt idx="806">
                  <c:v>63.626008256877803</c:v>
                </c:pt>
                <c:pt idx="807">
                  <c:v>32.984452651950903</c:v>
                </c:pt>
                <c:pt idx="808">
                  <c:v>79.127375731686698</c:v>
                </c:pt>
                <c:pt idx="809">
                  <c:v>57.5383084193599</c:v>
                </c:pt>
                <c:pt idx="810">
                  <c:v>44.289491782309597</c:v>
                </c:pt>
                <c:pt idx="811">
                  <c:v>50.797091289070501</c:v>
                </c:pt>
                <c:pt idx="812">
                  <c:v>59.854337323891698</c:v>
                </c:pt>
                <c:pt idx="813">
                  <c:v>75.454153842268099</c:v>
                </c:pt>
                <c:pt idx="814">
                  <c:v>92.536078532280001</c:v>
                </c:pt>
                <c:pt idx="815">
                  <c:v>98.030166053096707</c:v>
                </c:pt>
                <c:pt idx="816">
                  <c:v>65.267877278654794</c:v>
                </c:pt>
                <c:pt idx="817">
                  <c:v>94.496694678877205</c:v>
                </c:pt>
                <c:pt idx="818">
                  <c:v>92.536078532279106</c:v>
                </c:pt>
                <c:pt idx="819">
                  <c:v>36.273840502648397</c:v>
                </c:pt>
                <c:pt idx="820">
                  <c:v>63.574719515877398</c:v>
                </c:pt>
                <c:pt idx="821">
                  <c:v>82.498738181683606</c:v>
                </c:pt>
                <c:pt idx="822">
                  <c:v>109.75031867302501</c:v>
                </c:pt>
                <c:pt idx="823">
                  <c:v>106.29681167265301</c:v>
                </c:pt>
                <c:pt idx="824">
                  <c:v>151.222401869647</c:v>
                </c:pt>
                <c:pt idx="825">
                  <c:v>111.98779321210699</c:v>
                </c:pt>
                <c:pt idx="826">
                  <c:v>85.039799542084396</c:v>
                </c:pt>
                <c:pt idx="827">
                  <c:v>99.405810841923994</c:v>
                </c:pt>
                <c:pt idx="828">
                  <c:v>143.77200711257501</c:v>
                </c:pt>
                <c:pt idx="829">
                  <c:v>197.06258814647001</c:v>
                </c:pt>
                <c:pt idx="830">
                  <c:v>99.864548118988694</c:v>
                </c:pt>
                <c:pt idx="831">
                  <c:v>139.83765186287701</c:v>
                </c:pt>
                <c:pt idx="832">
                  <c:v>119.209482096394</c:v>
                </c:pt>
                <c:pt idx="833">
                  <c:v>138.738955916279</c:v>
                </c:pt>
                <c:pt idx="834">
                  <c:v>131.92638314559699</c:v>
                </c:pt>
                <c:pt idx="835">
                  <c:v>138.84880132479501</c:v>
                </c:pt>
                <c:pt idx="836">
                  <c:v>38.332215064708997</c:v>
                </c:pt>
                <c:pt idx="837">
                  <c:v>88.319079666681304</c:v>
                </c:pt>
                <c:pt idx="838">
                  <c:v>108.26958934410401</c:v>
                </c:pt>
                <c:pt idx="839">
                  <c:v>111.82499212830299</c:v>
                </c:pt>
                <c:pt idx="840">
                  <c:v>174.938534198762</c:v>
                </c:pt>
                <c:pt idx="841">
                  <c:v>84.651696188661802</c:v>
                </c:pt>
                <c:pt idx="842">
                  <c:v>91.229961340287403</c:v>
                </c:pt>
                <c:pt idx="843">
                  <c:v>175.66847925841901</c:v>
                </c:pt>
                <c:pt idx="844">
                  <c:v>63.574719515877398</c:v>
                </c:pt>
                <c:pt idx="845">
                  <c:v>92.536078532279106</c:v>
                </c:pt>
                <c:pt idx="846">
                  <c:v>103.99744213295099</c:v>
                </c:pt>
                <c:pt idx="847">
                  <c:v>121.06915389665301</c:v>
                </c:pt>
                <c:pt idx="848">
                  <c:v>87.055539932598506</c:v>
                </c:pt>
                <c:pt idx="849">
                  <c:v>144.58194275172499</c:v>
                </c:pt>
                <c:pt idx="850">
                  <c:v>104.43944437143401</c:v>
                </c:pt>
                <c:pt idx="851">
                  <c:v>148.76482215022099</c:v>
                </c:pt>
                <c:pt idx="852">
                  <c:v>100.03138511632601</c:v>
                </c:pt>
                <c:pt idx="853">
                  <c:v>100.78230636964599</c:v>
                </c:pt>
                <c:pt idx="854">
                  <c:v>138.738955916279</c:v>
                </c:pt>
                <c:pt idx="855">
                  <c:v>80.158880923823702</c:v>
                </c:pt>
                <c:pt idx="856">
                  <c:v>73.253142287851006</c:v>
                </c:pt>
                <c:pt idx="857">
                  <c:v>53.255780465365198</c:v>
                </c:pt>
                <c:pt idx="858">
                  <c:v>78.860026826614501</c:v>
                </c:pt>
                <c:pt idx="859">
                  <c:v>95.150617828949095</c:v>
                </c:pt>
                <c:pt idx="860">
                  <c:v>89.109157326156406</c:v>
                </c:pt>
                <c:pt idx="861">
                  <c:v>67.204505337876896</c:v>
                </c:pt>
                <c:pt idx="862">
                  <c:v>65.267877278654794</c:v>
                </c:pt>
                <c:pt idx="863">
                  <c:v>162.20248612382599</c:v>
                </c:pt>
                <c:pt idx="864">
                  <c:v>118.007235004145</c:v>
                </c:pt>
                <c:pt idx="865">
                  <c:v>117.366898668259</c:v>
                </c:pt>
                <c:pt idx="866">
                  <c:v>87.397677602404599</c:v>
                </c:pt>
                <c:pt idx="867">
                  <c:v>89.372579027409301</c:v>
                </c:pt>
                <c:pt idx="868">
                  <c:v>-9.6605762226354202</c:v>
                </c:pt>
                <c:pt idx="869">
                  <c:v>124.77754757931</c:v>
                </c:pt>
                <c:pt idx="870">
                  <c:v>34.988336206465597</c:v>
                </c:pt>
                <c:pt idx="871">
                  <c:v>123.41345304140999</c:v>
                </c:pt>
                <c:pt idx="872">
                  <c:v>63.0106219883709</c:v>
                </c:pt>
                <c:pt idx="873">
                  <c:v>91.567941567709497</c:v>
                </c:pt>
                <c:pt idx="874">
                  <c:v>76.134909512570601</c:v>
                </c:pt>
                <c:pt idx="875">
                  <c:v>133.65201649956001</c:v>
                </c:pt>
                <c:pt idx="876">
                  <c:v>123.231636573304</c:v>
                </c:pt>
                <c:pt idx="877">
                  <c:v>41.3088340076728</c:v>
                </c:pt>
                <c:pt idx="878">
                  <c:v>75.715958175264802</c:v>
                </c:pt>
                <c:pt idx="879">
                  <c:v>40.392521465869301</c:v>
                </c:pt>
                <c:pt idx="880">
                  <c:v>28.791769734693801</c:v>
                </c:pt>
                <c:pt idx="881">
                  <c:v>47.274196614347602</c:v>
                </c:pt>
                <c:pt idx="882">
                  <c:v>61.399708624461702</c:v>
                </c:pt>
                <c:pt idx="883">
                  <c:v>47.274196614347602</c:v>
                </c:pt>
                <c:pt idx="884">
                  <c:v>92.536078532279106</c:v>
                </c:pt>
                <c:pt idx="885">
                  <c:v>-12.8228171913469</c:v>
                </c:pt>
                <c:pt idx="886">
                  <c:v>-10.206118954994899</c:v>
                </c:pt>
                <c:pt idx="887">
                  <c:v>28.618690859236199</c:v>
                </c:pt>
                <c:pt idx="888">
                  <c:v>18.345054484102501</c:v>
                </c:pt>
                <c:pt idx="889">
                  <c:v>24.987190928315599</c:v>
                </c:pt>
                <c:pt idx="890">
                  <c:v>24.987190928315599</c:v>
                </c:pt>
                <c:pt idx="891">
                  <c:v>13.376665950234299</c:v>
                </c:pt>
                <c:pt idx="892">
                  <c:v>16.1354863444203</c:v>
                </c:pt>
                <c:pt idx="893">
                  <c:v>6.4398692472277599</c:v>
                </c:pt>
                <c:pt idx="894">
                  <c:v>75.715958175264802</c:v>
                </c:pt>
                <c:pt idx="895">
                  <c:v>13.4869518584737</c:v>
                </c:pt>
                <c:pt idx="896">
                  <c:v>39.820020195469603</c:v>
                </c:pt>
                <c:pt idx="897">
                  <c:v>106.29681167265301</c:v>
                </c:pt>
                <c:pt idx="898">
                  <c:v>23.3247648300493</c:v>
                </c:pt>
                <c:pt idx="899">
                  <c:v>3.0937140852674898</c:v>
                </c:pt>
                <c:pt idx="900">
                  <c:v>11.0934246365532</c:v>
                </c:pt>
                <c:pt idx="901">
                  <c:v>22.327915158730299</c:v>
                </c:pt>
                <c:pt idx="902">
                  <c:v>-31.130346465745699</c:v>
                </c:pt>
                <c:pt idx="903">
                  <c:v>29.687926117222499</c:v>
                </c:pt>
                <c:pt idx="904">
                  <c:v>8.1995061447059907</c:v>
                </c:pt>
                <c:pt idx="905">
                  <c:v>20.556859028785698</c:v>
                </c:pt>
                <c:pt idx="906">
                  <c:v>-19.584757309688001</c:v>
                </c:pt>
                <c:pt idx="907">
                  <c:v>-11.9509349513191</c:v>
                </c:pt>
                <c:pt idx="908">
                  <c:v>38.332215064708997</c:v>
                </c:pt>
                <c:pt idx="909">
                  <c:v>22.770903375538101</c:v>
                </c:pt>
                <c:pt idx="910">
                  <c:v>8.1995061447087192</c:v>
                </c:pt>
                <c:pt idx="911">
                  <c:v>18.855272296417699</c:v>
                </c:pt>
                <c:pt idx="912">
                  <c:v>-1.46095358368893</c:v>
                </c:pt>
                <c:pt idx="913">
                  <c:v>69.789319042306403</c:v>
                </c:pt>
                <c:pt idx="914">
                  <c:v>18.345054484102501</c:v>
                </c:pt>
                <c:pt idx="915">
                  <c:v>24.987190928315599</c:v>
                </c:pt>
                <c:pt idx="916">
                  <c:v>-16.600696300610199</c:v>
                </c:pt>
                <c:pt idx="917">
                  <c:v>-4.3609785259659404</c:v>
                </c:pt>
                <c:pt idx="918">
                  <c:v>-8.7510336309806007</c:v>
                </c:pt>
                <c:pt idx="919">
                  <c:v>21.189214427893599</c:v>
                </c:pt>
                <c:pt idx="920">
                  <c:v>7.8371118244503997</c:v>
                </c:pt>
                <c:pt idx="921">
                  <c:v>21.4422078007692</c:v>
                </c:pt>
                <c:pt idx="922">
                  <c:v>-1.46095358368893</c:v>
                </c:pt>
                <c:pt idx="923">
                  <c:v>24.987190928315599</c:v>
                </c:pt>
                <c:pt idx="924">
                  <c:v>22.887494134231002</c:v>
                </c:pt>
                <c:pt idx="925">
                  <c:v>9.6360520524658497</c:v>
                </c:pt>
                <c:pt idx="926">
                  <c:v>26.465963873159101</c:v>
                </c:pt>
                <c:pt idx="927">
                  <c:v>9.3200150148868399</c:v>
                </c:pt>
                <c:pt idx="928">
                  <c:v>78.446914692302002</c:v>
                </c:pt>
                <c:pt idx="929">
                  <c:v>57.3113776333239</c:v>
                </c:pt>
                <c:pt idx="930">
                  <c:v>2.9248526383125801</c:v>
                </c:pt>
                <c:pt idx="931">
                  <c:v>-43.764137606816803</c:v>
                </c:pt>
                <c:pt idx="932">
                  <c:v>29.426509302287698</c:v>
                </c:pt>
                <c:pt idx="933">
                  <c:v>-29.754779015865999</c:v>
                </c:pt>
                <c:pt idx="934">
                  <c:v>20.154546250715601</c:v>
                </c:pt>
                <c:pt idx="935">
                  <c:v>-10.7878801403421</c:v>
                </c:pt>
                <c:pt idx="936">
                  <c:v>-1.46095358368893</c:v>
                </c:pt>
                <c:pt idx="937">
                  <c:v>-15.4363634121573</c:v>
                </c:pt>
                <c:pt idx="938">
                  <c:v>-22.3904533899412</c:v>
                </c:pt>
                <c:pt idx="939">
                  <c:v>67.204505337876896</c:v>
                </c:pt>
                <c:pt idx="940">
                  <c:v>18.787236372032499</c:v>
                </c:pt>
                <c:pt idx="941">
                  <c:v>49.311547231382903</c:v>
                </c:pt>
                <c:pt idx="942">
                  <c:v>4.6816519841968303</c:v>
                </c:pt>
                <c:pt idx="943">
                  <c:v>-3.2128037033680799</c:v>
                </c:pt>
                <c:pt idx="944">
                  <c:v>29.426509302288601</c:v>
                </c:pt>
                <c:pt idx="945">
                  <c:v>14.369439765826399</c:v>
                </c:pt>
                <c:pt idx="946">
                  <c:v>-53.409846386372898</c:v>
                </c:pt>
                <c:pt idx="947">
                  <c:v>-14.5655312108719</c:v>
                </c:pt>
                <c:pt idx="948">
                  <c:v>18.345054484102501</c:v>
                </c:pt>
                <c:pt idx="949">
                  <c:v>40.392521465869301</c:v>
                </c:pt>
                <c:pt idx="950">
                  <c:v>9.8347273480940203</c:v>
                </c:pt>
                <c:pt idx="951">
                  <c:v>-5.8379352458860003</c:v>
                </c:pt>
                <c:pt idx="952">
                  <c:v>35.867810398994102</c:v>
                </c:pt>
                <c:pt idx="953">
                  <c:v>2.29776760181994</c:v>
                </c:pt>
                <c:pt idx="954">
                  <c:v>47.2741966143494</c:v>
                </c:pt>
                <c:pt idx="955">
                  <c:v>35.359626749967902</c:v>
                </c:pt>
                <c:pt idx="956">
                  <c:v>-0.68762977063852304</c:v>
                </c:pt>
                <c:pt idx="957">
                  <c:v>24.1004065043407</c:v>
                </c:pt>
                <c:pt idx="958">
                  <c:v>-8.7510336309806007</c:v>
                </c:pt>
                <c:pt idx="959">
                  <c:v>-8.0231251858376709</c:v>
                </c:pt>
                <c:pt idx="960">
                  <c:v>51.758860143830098</c:v>
                </c:pt>
                <c:pt idx="961">
                  <c:v>99.405810841923994</c:v>
                </c:pt>
                <c:pt idx="962">
                  <c:v>31.649546965967598</c:v>
                </c:pt>
                <c:pt idx="963">
                  <c:v>-7.5862629975208602</c:v>
                </c:pt>
                <c:pt idx="964">
                  <c:v>55.128362504927203</c:v>
                </c:pt>
                <c:pt idx="965">
                  <c:v>-38.243100506369899</c:v>
                </c:pt>
                <c:pt idx="966">
                  <c:v>-10.2061189549958</c:v>
                </c:pt>
                <c:pt idx="967">
                  <c:v>37.6458756961174</c:v>
                </c:pt>
                <c:pt idx="968">
                  <c:v>26.8021879912339</c:v>
                </c:pt>
                <c:pt idx="969">
                  <c:v>59.854337323891698</c:v>
                </c:pt>
                <c:pt idx="970">
                  <c:v>43.693036726337503</c:v>
                </c:pt>
                <c:pt idx="971">
                  <c:v>1.16946949504472</c:v>
                </c:pt>
                <c:pt idx="972">
                  <c:v>-8.3679543333701005</c:v>
                </c:pt>
                <c:pt idx="973">
                  <c:v>54.595993070842198</c:v>
                </c:pt>
                <c:pt idx="974">
                  <c:v>40.1177022305801</c:v>
                </c:pt>
                <c:pt idx="975">
                  <c:v>-0.58449915737310199</c:v>
                </c:pt>
                <c:pt idx="976">
                  <c:v>94.365933124433397</c:v>
                </c:pt>
                <c:pt idx="977">
                  <c:v>84.110075111727298</c:v>
                </c:pt>
                <c:pt idx="978">
                  <c:v>-49.128202084159902</c:v>
                </c:pt>
                <c:pt idx="979">
                  <c:v>24.987190928315599</c:v>
                </c:pt>
                <c:pt idx="980">
                  <c:v>-13.7613756316004</c:v>
                </c:pt>
                <c:pt idx="981">
                  <c:v>41.985901284575398</c:v>
                </c:pt>
                <c:pt idx="982">
                  <c:v>68.6580910952989</c:v>
                </c:pt>
                <c:pt idx="983">
                  <c:v>102.618958476133</c:v>
                </c:pt>
                <c:pt idx="984">
                  <c:v>48.9487159964292</c:v>
                </c:pt>
                <c:pt idx="985">
                  <c:v>31.528232203051601</c:v>
                </c:pt>
                <c:pt idx="986">
                  <c:v>16.1354863444203</c:v>
                </c:pt>
                <c:pt idx="987">
                  <c:v>45.430224130247503</c:v>
                </c:pt>
                <c:pt idx="988">
                  <c:v>17.6082834489889</c:v>
                </c:pt>
                <c:pt idx="989">
                  <c:v>35.2921147040433</c:v>
                </c:pt>
                <c:pt idx="990">
                  <c:v>19.229507743293599</c:v>
                </c:pt>
                <c:pt idx="991">
                  <c:v>34.660779085003902</c:v>
                </c:pt>
                <c:pt idx="992">
                  <c:v>20.878762561236702</c:v>
                </c:pt>
                <c:pt idx="993">
                  <c:v>65.267877278654794</c:v>
                </c:pt>
                <c:pt idx="994">
                  <c:v>2.9248526383125801</c:v>
                </c:pt>
                <c:pt idx="995">
                  <c:v>78.405607715484607</c:v>
                </c:pt>
                <c:pt idx="996">
                  <c:v>30.6965403849299</c:v>
                </c:pt>
                <c:pt idx="997">
                  <c:v>20.999488605142599</c:v>
                </c:pt>
                <c:pt idx="998">
                  <c:v>47.722251907395702</c:v>
                </c:pt>
                <c:pt idx="999">
                  <c:v>86.213579521837303</c:v>
                </c:pt>
                <c:pt idx="1000">
                  <c:v>99.810574120398002</c:v>
                </c:pt>
                <c:pt idx="1001">
                  <c:v>20.395925033540099</c:v>
                </c:pt>
                <c:pt idx="1002">
                  <c:v>26.888653967732299</c:v>
                </c:pt>
                <c:pt idx="1003">
                  <c:v>17.776666355922298</c:v>
                </c:pt>
                <c:pt idx="1004">
                  <c:v>38.332215064709999</c:v>
                </c:pt>
                <c:pt idx="1005">
                  <c:v>89.372579027409301</c:v>
                </c:pt>
                <c:pt idx="1006">
                  <c:v>52.656890238847097</c:v>
                </c:pt>
                <c:pt idx="1007">
                  <c:v>41.904642193166097</c:v>
                </c:pt>
                <c:pt idx="1008">
                  <c:v>15.7339866925685</c:v>
                </c:pt>
                <c:pt idx="1009">
                  <c:v>5.4349999457745</c:v>
                </c:pt>
                <c:pt idx="1010">
                  <c:v>4.6816519841968303</c:v>
                </c:pt>
                <c:pt idx="1011">
                  <c:v>89.212925781371197</c:v>
                </c:pt>
                <c:pt idx="1012">
                  <c:v>-0.26570089901088001</c:v>
                </c:pt>
                <c:pt idx="1013">
                  <c:v>0.76458201408331605</c:v>
                </c:pt>
                <c:pt idx="1014">
                  <c:v>34.445793820511398</c:v>
                </c:pt>
                <c:pt idx="1015">
                  <c:v>36.102396405047301</c:v>
                </c:pt>
                <c:pt idx="1016">
                  <c:v>-6.8772756338148597E-2</c:v>
                </c:pt>
                <c:pt idx="1017">
                  <c:v>18.345054484102501</c:v>
                </c:pt>
                <c:pt idx="1018">
                  <c:v>7.7594637355896303</c:v>
                </c:pt>
                <c:pt idx="1019">
                  <c:v>49.451320407939399</c:v>
                </c:pt>
                <c:pt idx="1020">
                  <c:v>83.838002594232407</c:v>
                </c:pt>
                <c:pt idx="1021">
                  <c:v>34.765592042065599</c:v>
                </c:pt>
                <c:pt idx="1022">
                  <c:v>15.3994600239229</c:v>
                </c:pt>
                <c:pt idx="1023">
                  <c:v>-5.0689942625704099</c:v>
                </c:pt>
                <c:pt idx="1024">
                  <c:v>-21.630936239035599</c:v>
                </c:pt>
                <c:pt idx="1025">
                  <c:v>47.2741966143494</c:v>
                </c:pt>
                <c:pt idx="1026">
                  <c:v>-1.46095358368893</c:v>
                </c:pt>
                <c:pt idx="1027">
                  <c:v>-8.0231251858376709</c:v>
                </c:pt>
                <c:pt idx="1028">
                  <c:v>29.982057322462399</c:v>
                </c:pt>
                <c:pt idx="1029">
                  <c:v>98.876616056302694</c:v>
                </c:pt>
                <c:pt idx="1030">
                  <c:v>34.988336206465597</c:v>
                </c:pt>
                <c:pt idx="1031">
                  <c:v>63.7627840578416</c:v>
                </c:pt>
                <c:pt idx="1032">
                  <c:v>11.7230457260839</c:v>
                </c:pt>
                <c:pt idx="1033">
                  <c:v>25.620828437975401</c:v>
                </c:pt>
                <c:pt idx="1034">
                  <c:v>-2.9626257805057299</c:v>
                </c:pt>
                <c:pt idx="1035">
                  <c:v>69.377896447884197</c:v>
                </c:pt>
                <c:pt idx="1036">
                  <c:v>27.205725097974199</c:v>
                </c:pt>
                <c:pt idx="1037">
                  <c:v>-13.258626964233301</c:v>
                </c:pt>
                <c:pt idx="1038">
                  <c:v>-27.9005890050875</c:v>
                </c:pt>
                <c:pt idx="1039">
                  <c:v>-3.1033544037054499</c:v>
                </c:pt>
                <c:pt idx="1040">
                  <c:v>0.56216651499744297</c:v>
                </c:pt>
                <c:pt idx="1041">
                  <c:v>35.545295589736199</c:v>
                </c:pt>
                <c:pt idx="1042">
                  <c:v>9.3508063535027706</c:v>
                </c:pt>
                <c:pt idx="1043">
                  <c:v>-10.701947961145301</c:v>
                </c:pt>
                <c:pt idx="1044">
                  <c:v>-37.955906735963197</c:v>
                </c:pt>
                <c:pt idx="1045">
                  <c:v>-12.6048794730686</c:v>
                </c:pt>
                <c:pt idx="1046">
                  <c:v>-8.7510336309824197</c:v>
                </c:pt>
                <c:pt idx="1047">
                  <c:v>54.930013761078897</c:v>
                </c:pt>
                <c:pt idx="1048">
                  <c:v>-7.4273822345739902</c:v>
                </c:pt>
                <c:pt idx="1049">
                  <c:v>7.3195101342234903</c:v>
                </c:pt>
                <c:pt idx="1050">
                  <c:v>13.1928684851054</c:v>
                </c:pt>
                <c:pt idx="1051">
                  <c:v>-0.58449915737310199</c:v>
                </c:pt>
                <c:pt idx="1052">
                  <c:v>-0.17192781566882301</c:v>
                </c:pt>
                <c:pt idx="1053">
                  <c:v>17.019045448819199</c:v>
                </c:pt>
                <c:pt idx="1054">
                  <c:v>10.4010512481872</c:v>
                </c:pt>
                <c:pt idx="1055">
                  <c:v>-60.010199073345497</c:v>
                </c:pt>
                <c:pt idx="1056">
                  <c:v>1.16946949504381</c:v>
                </c:pt>
                <c:pt idx="1057">
                  <c:v>-11.2033284073768</c:v>
                </c:pt>
                <c:pt idx="1058">
                  <c:v>-1.3165073761110699</c:v>
                </c:pt>
                <c:pt idx="1059">
                  <c:v>15.7411556819988</c:v>
                </c:pt>
                <c:pt idx="1060">
                  <c:v>4.2761109623725098</c:v>
                </c:pt>
                <c:pt idx="1061">
                  <c:v>-55.013267079927502</c:v>
                </c:pt>
                <c:pt idx="1062">
                  <c:v>57.752653387728898</c:v>
                </c:pt>
                <c:pt idx="1063">
                  <c:v>-11.509198575517001</c:v>
                </c:pt>
                <c:pt idx="1064">
                  <c:v>10.340587001485799</c:v>
                </c:pt>
                <c:pt idx="1065">
                  <c:v>-48.2708495191618</c:v>
                </c:pt>
                <c:pt idx="1066">
                  <c:v>-33.3812989376665</c:v>
                </c:pt>
                <c:pt idx="1067">
                  <c:v>0.41759554075997501</c:v>
                </c:pt>
                <c:pt idx="1068">
                  <c:v>8.5969001991543295E-2</c:v>
                </c:pt>
                <c:pt idx="1069">
                  <c:v>-1.46095358368893</c:v>
                </c:pt>
                <c:pt idx="1070">
                  <c:v>-4.5515021698902203</c:v>
                </c:pt>
                <c:pt idx="1071">
                  <c:v>85.687516430059006</c:v>
                </c:pt>
                <c:pt idx="1072">
                  <c:v>-11.764057457634401</c:v>
                </c:pt>
                <c:pt idx="1073">
                  <c:v>-40.539274891096198</c:v>
                </c:pt>
                <c:pt idx="1074">
                  <c:v>6.4398692472277599</c:v>
                </c:pt>
                <c:pt idx="1075">
                  <c:v>-37.668674724040102</c:v>
                </c:pt>
                <c:pt idx="1076">
                  <c:v>24.1004065043407</c:v>
                </c:pt>
                <c:pt idx="1077">
                  <c:v>-27.591402666120299</c:v>
                </c:pt>
                <c:pt idx="1078">
                  <c:v>5.7204270582224099</c:v>
                </c:pt>
                <c:pt idx="1079">
                  <c:v>-17.0234517064636</c:v>
                </c:pt>
                <c:pt idx="1080">
                  <c:v>-13.0279150483056</c:v>
                </c:pt>
                <c:pt idx="1081">
                  <c:v>-28.951491943183999</c:v>
                </c:pt>
                <c:pt idx="1082">
                  <c:v>-50.734817836640097</c:v>
                </c:pt>
                <c:pt idx="1083">
                  <c:v>-28.2097311366851</c:v>
                </c:pt>
                <c:pt idx="1084">
                  <c:v>29.743948064522499</c:v>
                </c:pt>
                <c:pt idx="1085">
                  <c:v>-6.8665337053735103</c:v>
                </c:pt>
                <c:pt idx="1086">
                  <c:v>29.084703604877099</c:v>
                </c:pt>
                <c:pt idx="1087">
                  <c:v>72.053512613659194</c:v>
                </c:pt>
                <c:pt idx="1088">
                  <c:v>-13.3591860190845</c:v>
                </c:pt>
                <c:pt idx="1089">
                  <c:v>26.0961769725854</c:v>
                </c:pt>
                <c:pt idx="1090">
                  <c:v>34.077253056385402</c:v>
                </c:pt>
                <c:pt idx="1091">
                  <c:v>19.515731032395699</c:v>
                </c:pt>
                <c:pt idx="1092">
                  <c:v>25.2480782758402</c:v>
                </c:pt>
                <c:pt idx="1093">
                  <c:v>-39.555499532951202</c:v>
                </c:pt>
                <c:pt idx="1094">
                  <c:v>26.254649424546098</c:v>
                </c:pt>
                <c:pt idx="1095">
                  <c:v>9.8347273480940203</c:v>
                </c:pt>
                <c:pt idx="1096">
                  <c:v>-2.3370550279560098</c:v>
                </c:pt>
                <c:pt idx="1097">
                  <c:v>-33.486426280000103</c:v>
                </c:pt>
                <c:pt idx="1098">
                  <c:v>-13.0718620667257</c:v>
                </c:pt>
                <c:pt idx="1099">
                  <c:v>10.463985203427001</c:v>
                </c:pt>
                <c:pt idx="1100">
                  <c:v>-1.4609535836871099</c:v>
                </c:pt>
                <c:pt idx="1101">
                  <c:v>-13.703924537774499</c:v>
                </c:pt>
                <c:pt idx="1102">
                  <c:v>-12.2312210211202</c:v>
                </c:pt>
                <c:pt idx="1103">
                  <c:v>11.723045726082001</c:v>
                </c:pt>
                <c:pt idx="1104">
                  <c:v>-5.7286180399569204</c:v>
                </c:pt>
                <c:pt idx="1105">
                  <c:v>2.9248526383107598</c:v>
                </c:pt>
                <c:pt idx="1106">
                  <c:v>-36.231940774295197</c:v>
                </c:pt>
                <c:pt idx="1107">
                  <c:v>-41.030994278783503</c:v>
                </c:pt>
                <c:pt idx="1108">
                  <c:v>-14.5655312108719</c:v>
                </c:pt>
                <c:pt idx="1109">
                  <c:v>-23.2581468313073</c:v>
                </c:pt>
                <c:pt idx="1110">
                  <c:v>-4.3799202205382199</c:v>
                </c:pt>
                <c:pt idx="1111">
                  <c:v>-53.409846386372898</c:v>
                </c:pt>
                <c:pt idx="1112">
                  <c:v>2.29776760181994</c:v>
                </c:pt>
                <c:pt idx="1113">
                  <c:v>-27.230629384802299</c:v>
                </c:pt>
                <c:pt idx="1114">
                  <c:v>-27.591402666117499</c:v>
                </c:pt>
                <c:pt idx="1115">
                  <c:v>-42.382644472504502</c:v>
                </c:pt>
                <c:pt idx="1116">
                  <c:v>-31.2987231317374</c:v>
                </c:pt>
                <c:pt idx="1117">
                  <c:v>-31.710255300189601</c:v>
                </c:pt>
                <c:pt idx="1118">
                  <c:v>-29.11871657152</c:v>
                </c:pt>
                <c:pt idx="1119">
                  <c:v>6.81681472807667</c:v>
                </c:pt>
                <c:pt idx="1120">
                  <c:v>-2.3370550279560098</c:v>
                </c:pt>
                <c:pt idx="1121">
                  <c:v>-6.6186125441872701</c:v>
                </c:pt>
                <c:pt idx="1122">
                  <c:v>-7.5862629975208602</c:v>
                </c:pt>
                <c:pt idx="1123">
                  <c:v>-9.1029018811595908</c:v>
                </c:pt>
                <c:pt idx="1124">
                  <c:v>-8.5270877845177893</c:v>
                </c:pt>
                <c:pt idx="1125">
                  <c:v>-32.308707627278601</c:v>
                </c:pt>
                <c:pt idx="1126">
                  <c:v>-34.288460267032796</c:v>
                </c:pt>
                <c:pt idx="1127">
                  <c:v>-25.245299874279201</c:v>
                </c:pt>
                <c:pt idx="1128">
                  <c:v>-24.342274699822099</c:v>
                </c:pt>
                <c:pt idx="1129">
                  <c:v>-32.779872159992898</c:v>
                </c:pt>
                <c:pt idx="1130">
                  <c:v>10.6213280357196</c:v>
                </c:pt>
                <c:pt idx="1131">
                  <c:v>-49.128202084159</c:v>
                </c:pt>
                <c:pt idx="1132">
                  <c:v>-17.203341472727502</c:v>
                </c:pt>
                <c:pt idx="1133">
                  <c:v>-21.522412036208099</c:v>
                </c:pt>
                <c:pt idx="1134">
                  <c:v>-21.680263624098998</c:v>
                </c:pt>
                <c:pt idx="1135">
                  <c:v>-12.783193779862801</c:v>
                </c:pt>
                <c:pt idx="1136">
                  <c:v>-37.668674724040102</c:v>
                </c:pt>
                <c:pt idx="1137">
                  <c:v>-24.992490813269701</c:v>
                </c:pt>
                <c:pt idx="1138">
                  <c:v>-33.990966289292302</c:v>
                </c:pt>
                <c:pt idx="1139">
                  <c:v>-36.654608901944798</c:v>
                </c:pt>
                <c:pt idx="1140">
                  <c:v>-42.394687455064698</c:v>
                </c:pt>
                <c:pt idx="1141">
                  <c:v>-40.216523079514403</c:v>
                </c:pt>
                <c:pt idx="1142">
                  <c:v>-49.128202084159</c:v>
                </c:pt>
                <c:pt idx="1143">
                  <c:v>-24.125492569432001</c:v>
                </c:pt>
                <c:pt idx="1144">
                  <c:v>-47.322851749053299</c:v>
                </c:pt>
                <c:pt idx="1145">
                  <c:v>-46.984179899942298</c:v>
                </c:pt>
                <c:pt idx="1146">
                  <c:v>-30.871279815503801</c:v>
                </c:pt>
                <c:pt idx="1147">
                  <c:v>-7.9191183480515903</c:v>
                </c:pt>
                <c:pt idx="1148">
                  <c:v>2.4858741504121999</c:v>
                </c:pt>
                <c:pt idx="1149">
                  <c:v>-21.811797823964199</c:v>
                </c:pt>
                <c:pt idx="1150">
                  <c:v>-34.288460267032796</c:v>
                </c:pt>
                <c:pt idx="1151">
                  <c:v>7.6579281000622297</c:v>
                </c:pt>
                <c:pt idx="1152">
                  <c:v>38.332215064708997</c:v>
                </c:pt>
                <c:pt idx="1153">
                  <c:v>-38.386683053393398</c:v>
                </c:pt>
                <c:pt idx="1154">
                  <c:v>-10.6027912194604</c:v>
                </c:pt>
                <c:pt idx="1155">
                  <c:v>-57.682978473274403</c:v>
                </c:pt>
                <c:pt idx="1156">
                  <c:v>-12.386919862506099</c:v>
                </c:pt>
                <c:pt idx="1157">
                  <c:v>-56.369073701257498</c:v>
                </c:pt>
                <c:pt idx="1158">
                  <c:v>-7.1829275994577904</c:v>
                </c:pt>
                <c:pt idx="1159">
                  <c:v>6.06298895366489</c:v>
                </c:pt>
                <c:pt idx="1160">
                  <c:v>-56.615492083182197</c:v>
                </c:pt>
                <c:pt idx="1161">
                  <c:v>-64.380763135217407</c:v>
                </c:pt>
                <c:pt idx="1162">
                  <c:v>-52.1514239977841</c:v>
                </c:pt>
                <c:pt idx="1163">
                  <c:v>-43.119551043650901</c:v>
                </c:pt>
                <c:pt idx="1164">
                  <c:v>-65.246902465751106</c:v>
                </c:pt>
                <c:pt idx="1165">
                  <c:v>-34.794249640041002</c:v>
                </c:pt>
                <c:pt idx="1166">
                  <c:v>-40.539274891096198</c:v>
                </c:pt>
                <c:pt idx="1167">
                  <c:v>-20.2196972120509</c:v>
                </c:pt>
                <c:pt idx="1168">
                  <c:v>-50.199412570523201</c:v>
                </c:pt>
                <c:pt idx="1169">
                  <c:v>-34.971247927453902</c:v>
                </c:pt>
                <c:pt idx="1170">
                  <c:v>-45.860267758186602</c:v>
                </c:pt>
                <c:pt idx="1171">
                  <c:v>-3.6505458193323599</c:v>
                </c:pt>
                <c:pt idx="1172">
                  <c:v>-46.064659065703303</c:v>
                </c:pt>
                <c:pt idx="1173">
                  <c:v>-12.219243724420201</c:v>
                </c:pt>
                <c:pt idx="1174">
                  <c:v>-28.355194492883101</c:v>
                </c:pt>
                <c:pt idx="1175">
                  <c:v>-15.752942980539901</c:v>
                </c:pt>
                <c:pt idx="1176">
                  <c:v>-53.409846386372898</c:v>
                </c:pt>
                <c:pt idx="1177">
                  <c:v>-53.798664302385902</c:v>
                </c:pt>
                <c:pt idx="1178">
                  <c:v>-50.413590670354097</c:v>
                </c:pt>
                <c:pt idx="1179">
                  <c:v>-48.270849519160002</c:v>
                </c:pt>
                <c:pt idx="1180">
                  <c:v>-64.786018081833305</c:v>
                </c:pt>
                <c:pt idx="1181">
                  <c:v>-62.054131315574502</c:v>
                </c:pt>
                <c:pt idx="1182">
                  <c:v>-72.713578790830894</c:v>
                </c:pt>
                <c:pt idx="1183">
                  <c:v>-74.142743368871294</c:v>
                </c:pt>
                <c:pt idx="1184">
                  <c:v>-61.850794013378597</c:v>
                </c:pt>
                <c:pt idx="1185">
                  <c:v>-77.109601022712894</c:v>
                </c:pt>
                <c:pt idx="1186">
                  <c:v>-18.916198407058801</c:v>
                </c:pt>
                <c:pt idx="1187">
                  <c:v>-72.572272297617005</c:v>
                </c:pt>
                <c:pt idx="1188">
                  <c:v>-70.201920134116307</c:v>
                </c:pt>
                <c:pt idx="1189">
                  <c:v>-42.382644472506399</c:v>
                </c:pt>
                <c:pt idx="1190">
                  <c:v>-54.020814390836598</c:v>
                </c:pt>
                <c:pt idx="1191">
                  <c:v>-62.556167406420997</c:v>
                </c:pt>
                <c:pt idx="1192">
                  <c:v>-62.851156759976199</c:v>
                </c:pt>
                <c:pt idx="1193">
                  <c:v>-52.309666157892003</c:v>
                </c:pt>
                <c:pt idx="1194">
                  <c:v>-18.8371732670448</c:v>
                </c:pt>
                <c:pt idx="1195">
                  <c:v>-47.290599582926902</c:v>
                </c:pt>
                <c:pt idx="1196">
                  <c:v>-42.259802205908201</c:v>
                </c:pt>
                <c:pt idx="1197">
                  <c:v>-5.8379352458869098</c:v>
                </c:pt>
                <c:pt idx="1198">
                  <c:v>-24.342274699822099</c:v>
                </c:pt>
                <c:pt idx="1199">
                  <c:v>-61.947623703993401</c:v>
                </c:pt>
                <c:pt idx="1200">
                  <c:v>-93.473666751987295</c:v>
                </c:pt>
                <c:pt idx="1201">
                  <c:v>-76.807411786493503</c:v>
                </c:pt>
                <c:pt idx="1202">
                  <c:v>-66.203807337033993</c:v>
                </c:pt>
                <c:pt idx="1203">
                  <c:v>-88.792403237624896</c:v>
                </c:pt>
                <c:pt idx="1204">
                  <c:v>-61.095372392490297</c:v>
                </c:pt>
                <c:pt idx="1205">
                  <c:v>-2.9770599045950799</c:v>
                </c:pt>
                <c:pt idx="1206">
                  <c:v>-52.093325176843699</c:v>
                </c:pt>
                <c:pt idx="1207">
                  <c:v>-59.511721303932902</c:v>
                </c:pt>
                <c:pt idx="1208">
                  <c:v>-61.095372392490297</c:v>
                </c:pt>
                <c:pt idx="1209">
                  <c:v>-87.111011817381893</c:v>
                </c:pt>
                <c:pt idx="1210">
                  <c:v>-90.290966869276403</c:v>
                </c:pt>
                <c:pt idx="1211">
                  <c:v>-87.960035349578902</c:v>
                </c:pt>
                <c:pt idx="1212">
                  <c:v>-55.242229540431197</c:v>
                </c:pt>
                <c:pt idx="1213">
                  <c:v>-107.71011012644099</c:v>
                </c:pt>
                <c:pt idx="1214">
                  <c:v>-89.763088495650607</c:v>
                </c:pt>
                <c:pt idx="1215">
                  <c:v>10.070677770182501</c:v>
                </c:pt>
                <c:pt idx="1216">
                  <c:v>-66.203807337033993</c:v>
                </c:pt>
                <c:pt idx="1217">
                  <c:v>5.3208395694200501</c:v>
                </c:pt>
                <c:pt idx="1218">
                  <c:v>-35.513214915005797</c:v>
                </c:pt>
                <c:pt idx="1219">
                  <c:v>-34.075044829752102</c:v>
                </c:pt>
                <c:pt idx="1220">
                  <c:v>-66.203807337033993</c:v>
                </c:pt>
                <c:pt idx="1221">
                  <c:v>-69.036574632783399</c:v>
                </c:pt>
                <c:pt idx="1222">
                  <c:v>-4.7445156759340499</c:v>
                </c:pt>
                <c:pt idx="1223">
                  <c:v>-66.770660520271093</c:v>
                </c:pt>
                <c:pt idx="1224">
                  <c:v>-59.590573208376497</c:v>
                </c:pt>
                <c:pt idx="1225">
                  <c:v>-40.539274891095303</c:v>
                </c:pt>
                <c:pt idx="1226">
                  <c:v>-31.051766197339902</c:v>
                </c:pt>
                <c:pt idx="1227">
                  <c:v>-37.368345814890702</c:v>
                </c:pt>
                <c:pt idx="1228">
                  <c:v>-87.682507156253394</c:v>
                </c:pt>
                <c:pt idx="1229">
                  <c:v>-24.992490813269701</c:v>
                </c:pt>
                <c:pt idx="1230">
                  <c:v>-4.0881998229560796</c:v>
                </c:pt>
                <c:pt idx="1231">
                  <c:v>-43.764137606816803</c:v>
                </c:pt>
                <c:pt idx="1232">
                  <c:v>-43.764137606816803</c:v>
                </c:pt>
                <c:pt idx="1233">
                  <c:v>-19.7852847543117</c:v>
                </c:pt>
                <c:pt idx="1234">
                  <c:v>-62.556167406419199</c:v>
                </c:pt>
                <c:pt idx="1235">
                  <c:v>-55.974745479107597</c:v>
                </c:pt>
                <c:pt idx="1236">
                  <c:v>-59.085153965354003</c:v>
                </c:pt>
                <c:pt idx="1237">
                  <c:v>-42.983824031722101</c:v>
                </c:pt>
                <c:pt idx="1238">
                  <c:v>-43.953685190987002</c:v>
                </c:pt>
                <c:pt idx="1239">
                  <c:v>-76.1021374027886</c:v>
                </c:pt>
                <c:pt idx="1240">
                  <c:v>-57.073051226101597</c:v>
                </c:pt>
                <c:pt idx="1241">
                  <c:v>-121.60421403877901</c:v>
                </c:pt>
                <c:pt idx="1242">
                  <c:v>-32.455957585289902</c:v>
                </c:pt>
                <c:pt idx="1243">
                  <c:v>-55.876152111802099</c:v>
                </c:pt>
                <c:pt idx="1244">
                  <c:v>-64.076771645484698</c:v>
                </c:pt>
                <c:pt idx="1245">
                  <c:v>-53.4098463863711</c:v>
                </c:pt>
                <c:pt idx="1246">
                  <c:v>-52.187389147804403</c:v>
                </c:pt>
                <c:pt idx="1247">
                  <c:v>-45.374760630443198</c:v>
                </c:pt>
                <c:pt idx="1248">
                  <c:v>-43.856205659390902</c:v>
                </c:pt>
                <c:pt idx="1249">
                  <c:v>-16.741956295967601</c:v>
                </c:pt>
                <c:pt idx="1250">
                  <c:v>-3.0745510408014498</c:v>
                </c:pt>
                <c:pt idx="1251">
                  <c:v>-57.682978473274403</c:v>
                </c:pt>
                <c:pt idx="1252">
                  <c:v>-57.256047590745702</c:v>
                </c:pt>
                <c:pt idx="1253">
                  <c:v>-36.663061420090301</c:v>
                </c:pt>
                <c:pt idx="1254">
                  <c:v>-78.921839736058203</c:v>
                </c:pt>
                <c:pt idx="1255">
                  <c:v>-47.290599582926902</c:v>
                </c:pt>
                <c:pt idx="1256">
                  <c:v>-81.609906972085795</c:v>
                </c:pt>
                <c:pt idx="1257">
                  <c:v>-52.990454105454702</c:v>
                </c:pt>
                <c:pt idx="1258">
                  <c:v>-57.256047590745702</c:v>
                </c:pt>
                <c:pt idx="1259">
                  <c:v>-71.057688331905396</c:v>
                </c:pt>
                <c:pt idx="1260">
                  <c:v>-25.425859690084501</c:v>
                </c:pt>
                <c:pt idx="1261">
                  <c:v>-59.816360364647103</c:v>
                </c:pt>
                <c:pt idx="1262">
                  <c:v>-55.242229540431197</c:v>
                </c:pt>
                <c:pt idx="1263">
                  <c:v>-55.242229540431197</c:v>
                </c:pt>
                <c:pt idx="1264">
                  <c:v>-76.807411786493503</c:v>
                </c:pt>
                <c:pt idx="1265">
                  <c:v>-51.983578675881198</c:v>
                </c:pt>
                <c:pt idx="1266">
                  <c:v>-84.936501476585306</c:v>
                </c:pt>
                <c:pt idx="1267">
                  <c:v>-61.095372392491299</c:v>
                </c:pt>
                <c:pt idx="1268">
                  <c:v>-43.119551043650901</c:v>
                </c:pt>
                <c:pt idx="1269">
                  <c:v>-71.104306900801006</c:v>
                </c:pt>
                <c:pt idx="1270">
                  <c:v>-18.125817280308102</c:v>
                </c:pt>
                <c:pt idx="1271">
                  <c:v>-47.290599582925097</c:v>
                </c:pt>
                <c:pt idx="1272">
                  <c:v>-66.203807337033993</c:v>
                </c:pt>
                <c:pt idx="1273">
                  <c:v>-11.141016236310801</c:v>
                </c:pt>
                <c:pt idx="1274">
                  <c:v>-51.575899765459297</c:v>
                </c:pt>
                <c:pt idx="1275">
                  <c:v>-25.859141771610599</c:v>
                </c:pt>
                <c:pt idx="1276">
                  <c:v>-79.203605454511404</c:v>
                </c:pt>
                <c:pt idx="1277">
                  <c:v>-57.343381267737598</c:v>
                </c:pt>
                <c:pt idx="1278">
                  <c:v>-62.556167406420997</c:v>
                </c:pt>
                <c:pt idx="1279">
                  <c:v>-64.7860180818315</c:v>
                </c:pt>
                <c:pt idx="1280">
                  <c:v>-63.164538496817798</c:v>
                </c:pt>
                <c:pt idx="1281">
                  <c:v>-37.015732435976098</c:v>
                </c:pt>
                <c:pt idx="1282">
                  <c:v>-3.0067769172210301</c:v>
                </c:pt>
                <c:pt idx="1283">
                  <c:v>-56.440761964659899</c:v>
                </c:pt>
                <c:pt idx="1284">
                  <c:v>-51.270089851071099</c:v>
                </c:pt>
                <c:pt idx="1285">
                  <c:v>-32.779872159992003</c:v>
                </c:pt>
                <c:pt idx="1286">
                  <c:v>-34.506596466866498</c:v>
                </c:pt>
                <c:pt idx="1287">
                  <c:v>-38.386683053396098</c:v>
                </c:pt>
                <c:pt idx="1288">
                  <c:v>22.166850775779402</c:v>
                </c:pt>
                <c:pt idx="1289">
                  <c:v>-69.390407276417093</c:v>
                </c:pt>
                <c:pt idx="1290">
                  <c:v>-52.422531071851999</c:v>
                </c:pt>
                <c:pt idx="1291">
                  <c:v>-54.835168295994599</c:v>
                </c:pt>
                <c:pt idx="1292">
                  <c:v>-42.843240612436603</c:v>
                </c:pt>
                <c:pt idx="1293">
                  <c:v>-13.5405748794446</c:v>
                </c:pt>
                <c:pt idx="1294">
                  <c:v>-71.865599831710796</c:v>
                </c:pt>
                <c:pt idx="1295">
                  <c:v>-79.897024328955894</c:v>
                </c:pt>
                <c:pt idx="1296">
                  <c:v>-85.884637506283894</c:v>
                </c:pt>
                <c:pt idx="1297">
                  <c:v>-62.7995365519091</c:v>
                </c:pt>
                <c:pt idx="1298">
                  <c:v>-23.258146831309201</c:v>
                </c:pt>
                <c:pt idx="1299">
                  <c:v>-33.486426280000103</c:v>
                </c:pt>
                <c:pt idx="1300">
                  <c:v>-66.203807337034903</c:v>
                </c:pt>
                <c:pt idx="1301">
                  <c:v>-49.699580722283798</c:v>
                </c:pt>
                <c:pt idx="1302">
                  <c:v>-54.380126215703001</c:v>
                </c:pt>
                <c:pt idx="1303">
                  <c:v>-33.150000767845</c:v>
                </c:pt>
                <c:pt idx="1304">
                  <c:v>-61.2282130504381</c:v>
                </c:pt>
                <c:pt idx="1305">
                  <c:v>-28.457013019031301</c:v>
                </c:pt>
                <c:pt idx="1306">
                  <c:v>-35.839938159851897</c:v>
                </c:pt>
                <c:pt idx="1307">
                  <c:v>-4.0881998229560796</c:v>
                </c:pt>
                <c:pt idx="1308">
                  <c:v>-70.837295897543299</c:v>
                </c:pt>
                <c:pt idx="1309">
                  <c:v>-135.91715994717401</c:v>
                </c:pt>
                <c:pt idx="1310">
                  <c:v>-89.462685532982505</c:v>
                </c:pt>
                <c:pt idx="1311">
                  <c:v>-27.722578027779399</c:v>
                </c:pt>
                <c:pt idx="1312">
                  <c:v>-16.306846022029202</c:v>
                </c:pt>
                <c:pt idx="1313">
                  <c:v>-66.203807337033993</c:v>
                </c:pt>
                <c:pt idx="1314">
                  <c:v>-69.319645424612602</c:v>
                </c:pt>
                <c:pt idx="1315">
                  <c:v>-61.7700992656236</c:v>
                </c:pt>
                <c:pt idx="1316">
                  <c:v>-55.450356059931401</c:v>
                </c:pt>
                <c:pt idx="1317">
                  <c:v>-63.3474415133268</c:v>
                </c:pt>
                <c:pt idx="1318">
                  <c:v>-54.760174917680999</c:v>
                </c:pt>
                <c:pt idx="1319">
                  <c:v>-18.247433143164901</c:v>
                </c:pt>
                <c:pt idx="1320">
                  <c:v>-34.288460267032796</c:v>
                </c:pt>
                <c:pt idx="1321">
                  <c:v>-29.862891017735802</c:v>
                </c:pt>
                <c:pt idx="1322">
                  <c:v>-44.224438524360203</c:v>
                </c:pt>
                <c:pt idx="1323">
                  <c:v>-37.155665277050502</c:v>
                </c:pt>
                <c:pt idx="1324">
                  <c:v>-59.816360364647103</c:v>
                </c:pt>
                <c:pt idx="1325">
                  <c:v>-54.6926786392577</c:v>
                </c:pt>
                <c:pt idx="1326">
                  <c:v>-35.369441017096499</c:v>
                </c:pt>
                <c:pt idx="1327">
                  <c:v>-59.389853571577902</c:v>
                </c:pt>
                <c:pt idx="1328">
                  <c:v>1.8275723212427599</c:v>
                </c:pt>
                <c:pt idx="1329">
                  <c:v>-46.172858373876799</c:v>
                </c:pt>
                <c:pt idx="1330">
                  <c:v>-46.432514530142697</c:v>
                </c:pt>
                <c:pt idx="1331">
                  <c:v>-3.3378818719647798</c:v>
                </c:pt>
                <c:pt idx="1332">
                  <c:v>-32.533084509447598</c:v>
                </c:pt>
                <c:pt idx="1333">
                  <c:v>-68.521804588775893</c:v>
                </c:pt>
                <c:pt idx="1334">
                  <c:v>-26.895571721126501</c:v>
                </c:pt>
                <c:pt idx="1335">
                  <c:v>-27.591402666120299</c:v>
                </c:pt>
                <c:pt idx="1336">
                  <c:v>-44.408531353182298</c:v>
                </c:pt>
                <c:pt idx="1337">
                  <c:v>-46.064659065703303</c:v>
                </c:pt>
                <c:pt idx="1338">
                  <c:v>-12.2779318465854</c:v>
                </c:pt>
                <c:pt idx="1339">
                  <c:v>-27.591402666120299</c:v>
                </c:pt>
                <c:pt idx="1340">
                  <c:v>-32.580545863099303</c:v>
                </c:pt>
                <c:pt idx="1341">
                  <c:v>-17.779174622317399</c:v>
                </c:pt>
                <c:pt idx="1342">
                  <c:v>24.1004065043407</c:v>
                </c:pt>
                <c:pt idx="1343">
                  <c:v>-46.626635132404701</c:v>
                </c:pt>
                <c:pt idx="1344">
                  <c:v>-20.364482005787</c:v>
                </c:pt>
                <c:pt idx="1345">
                  <c:v>-23.258146831309201</c:v>
                </c:pt>
                <c:pt idx="1346">
                  <c:v>-22.3904533899412</c:v>
                </c:pt>
                <c:pt idx="1347">
                  <c:v>-23.877714969131301</c:v>
                </c:pt>
                <c:pt idx="1348">
                  <c:v>-33.150000767844098</c:v>
                </c:pt>
                <c:pt idx="1349">
                  <c:v>-23.2581468313073</c:v>
                </c:pt>
                <c:pt idx="1350">
                  <c:v>-27.591402666120299</c:v>
                </c:pt>
                <c:pt idx="1351">
                  <c:v>-0.58449915737310199</c:v>
                </c:pt>
                <c:pt idx="1352">
                  <c:v>-28.2097311366851</c:v>
                </c:pt>
                <c:pt idx="1353">
                  <c:v>2.4858741504121999</c:v>
                </c:pt>
                <c:pt idx="1354">
                  <c:v>-13.865501861053399</c:v>
                </c:pt>
                <c:pt idx="1355">
                  <c:v>-35.995024629937603</c:v>
                </c:pt>
                <c:pt idx="1356">
                  <c:v>-16.306846022029202</c:v>
                </c:pt>
                <c:pt idx="1357">
                  <c:v>-0.58449915737310199</c:v>
                </c:pt>
                <c:pt idx="1358">
                  <c:v>-5.0689942625704099</c:v>
                </c:pt>
                <c:pt idx="1359">
                  <c:v>-29.588442298141601</c:v>
                </c:pt>
                <c:pt idx="1360">
                  <c:v>-27.591402666120299</c:v>
                </c:pt>
                <c:pt idx="1361">
                  <c:v>-12.1887557617765</c:v>
                </c:pt>
                <c:pt idx="1362">
                  <c:v>9.07985749377894</c:v>
                </c:pt>
                <c:pt idx="1363">
                  <c:v>-25.425859690084501</c:v>
                </c:pt>
                <c:pt idx="1364">
                  <c:v>-6.71227497442396</c:v>
                </c:pt>
                <c:pt idx="1365">
                  <c:v>17.570016416192601</c:v>
                </c:pt>
                <c:pt idx="1366">
                  <c:v>-14.5655312108719</c:v>
                </c:pt>
                <c:pt idx="1367">
                  <c:v>7.00531191901882</c:v>
                </c:pt>
                <c:pt idx="1368">
                  <c:v>-46.885173448237701</c:v>
                </c:pt>
                <c:pt idx="1369">
                  <c:v>11.7230457260839</c:v>
                </c:pt>
                <c:pt idx="1370">
                  <c:v>30.908283815346199</c:v>
                </c:pt>
                <c:pt idx="1371">
                  <c:v>13.059207321777601</c:v>
                </c:pt>
                <c:pt idx="1372">
                  <c:v>8.1995061447069002</c:v>
                </c:pt>
                <c:pt idx="1373">
                  <c:v>8.1837888148638704</c:v>
                </c:pt>
                <c:pt idx="1374">
                  <c:v>22.7037781817689</c:v>
                </c:pt>
                <c:pt idx="1375">
                  <c:v>8.1995061447059907</c:v>
                </c:pt>
                <c:pt idx="1376">
                  <c:v>-8.0231251858376709</c:v>
                </c:pt>
                <c:pt idx="1377">
                  <c:v>-9.6605762226354202</c:v>
                </c:pt>
                <c:pt idx="1378">
                  <c:v>-3.6505458193323599</c:v>
                </c:pt>
                <c:pt idx="1379">
                  <c:v>9.9605643967079196</c:v>
                </c:pt>
                <c:pt idx="1380">
                  <c:v>-13.895422266858001</c:v>
                </c:pt>
                <c:pt idx="1381">
                  <c:v>-7.7110897311149502</c:v>
                </c:pt>
                <c:pt idx="1382">
                  <c:v>13.928151219531101</c:v>
                </c:pt>
                <c:pt idx="1383">
                  <c:v>92.536078532279106</c:v>
                </c:pt>
                <c:pt idx="1384">
                  <c:v>15.883106518774101</c:v>
                </c:pt>
                <c:pt idx="1385">
                  <c:v>62.5594477243394</c:v>
                </c:pt>
                <c:pt idx="1386">
                  <c:v>36.102396405047301</c:v>
                </c:pt>
                <c:pt idx="1387">
                  <c:v>40.767330395197803</c:v>
                </c:pt>
                <c:pt idx="1388">
                  <c:v>79.909042156311401</c:v>
                </c:pt>
                <c:pt idx="1389">
                  <c:v>84.071848032245697</c:v>
                </c:pt>
                <c:pt idx="1390">
                  <c:v>73.907759989358894</c:v>
                </c:pt>
                <c:pt idx="1391">
                  <c:v>44.396018646635603</c:v>
                </c:pt>
                <c:pt idx="1392">
                  <c:v>40.628108183518599</c:v>
                </c:pt>
                <c:pt idx="1393">
                  <c:v>-4.7445156759340499</c:v>
                </c:pt>
                <c:pt idx="1394">
                  <c:v>69.789319042306403</c:v>
                </c:pt>
                <c:pt idx="1395">
                  <c:v>11.7230457260839</c:v>
                </c:pt>
                <c:pt idx="1396">
                  <c:v>-20.0025018734413</c:v>
                </c:pt>
                <c:pt idx="1397">
                  <c:v>42.686885716372601</c:v>
                </c:pt>
                <c:pt idx="1398">
                  <c:v>-4.0881998229560796</c:v>
                </c:pt>
                <c:pt idx="1399">
                  <c:v>19.828017371193699</c:v>
                </c:pt>
                <c:pt idx="1400">
                  <c:v>0.45176599523983801</c:v>
                </c:pt>
                <c:pt idx="1401">
                  <c:v>31.204758991862899</c:v>
                </c:pt>
                <c:pt idx="1402">
                  <c:v>2.8150997193224598</c:v>
                </c:pt>
                <c:pt idx="1403">
                  <c:v>-0.79700538257929998</c:v>
                </c:pt>
                <c:pt idx="1404">
                  <c:v>11.7230457260839</c:v>
                </c:pt>
                <c:pt idx="1405">
                  <c:v>16.1354863444184</c:v>
                </c:pt>
                <c:pt idx="1406">
                  <c:v>45.227105392375897</c:v>
                </c:pt>
                <c:pt idx="1407">
                  <c:v>30.6965403849299</c:v>
                </c:pt>
                <c:pt idx="1408">
                  <c:v>23.087378464454499</c:v>
                </c:pt>
                <c:pt idx="1409">
                  <c:v>62.081834290492203</c:v>
                </c:pt>
                <c:pt idx="1410">
                  <c:v>4.0958947406097597</c:v>
                </c:pt>
                <c:pt idx="1411">
                  <c:v>16.640333498464301</c:v>
                </c:pt>
                <c:pt idx="1412">
                  <c:v>30.3154537606205</c:v>
                </c:pt>
                <c:pt idx="1413">
                  <c:v>86.309240756513603</c:v>
                </c:pt>
                <c:pt idx="1414">
                  <c:v>21.189214427893599</c:v>
                </c:pt>
                <c:pt idx="1415">
                  <c:v>51.758860143831001</c:v>
                </c:pt>
                <c:pt idx="1416">
                  <c:v>2.0469841484027702</c:v>
                </c:pt>
                <c:pt idx="1417">
                  <c:v>51.758860143832798</c:v>
                </c:pt>
                <c:pt idx="1418">
                  <c:v>32.1628760377207</c:v>
                </c:pt>
                <c:pt idx="1419">
                  <c:v>49.835742420708797</c:v>
                </c:pt>
                <c:pt idx="1420">
                  <c:v>45.035288256881302</c:v>
                </c:pt>
                <c:pt idx="1421">
                  <c:v>53.819590639021001</c:v>
                </c:pt>
                <c:pt idx="1422">
                  <c:v>120.143015205202</c:v>
                </c:pt>
                <c:pt idx="1423">
                  <c:v>95.656053826635798</c:v>
                </c:pt>
                <c:pt idx="1424">
                  <c:v>22.9413073495652</c:v>
                </c:pt>
                <c:pt idx="1425">
                  <c:v>45.994541314051197</c:v>
                </c:pt>
                <c:pt idx="1426">
                  <c:v>55.128362504927203</c:v>
                </c:pt>
                <c:pt idx="1427">
                  <c:v>50.290145924737701</c:v>
                </c:pt>
                <c:pt idx="1428">
                  <c:v>36.633100149509097</c:v>
                </c:pt>
                <c:pt idx="1429">
                  <c:v>-12.931777841908101</c:v>
                </c:pt>
                <c:pt idx="1430">
                  <c:v>68.173456276520398</c:v>
                </c:pt>
                <c:pt idx="1431">
                  <c:v>63.762784057839703</c:v>
                </c:pt>
                <c:pt idx="1432">
                  <c:v>43.096743486709698</c:v>
                </c:pt>
                <c:pt idx="1433">
                  <c:v>55.128362504927203</c:v>
                </c:pt>
                <c:pt idx="1434">
                  <c:v>58.503024900267498</c:v>
                </c:pt>
                <c:pt idx="1435">
                  <c:v>55.434936592873697</c:v>
                </c:pt>
                <c:pt idx="1436">
                  <c:v>62.143061006722697</c:v>
                </c:pt>
                <c:pt idx="1437">
                  <c:v>57.152539979658201</c:v>
                </c:pt>
                <c:pt idx="1438">
                  <c:v>30.696540384927999</c:v>
                </c:pt>
                <c:pt idx="1439">
                  <c:v>62.102508056696898</c:v>
                </c:pt>
                <c:pt idx="1440">
                  <c:v>74.320026055472198</c:v>
                </c:pt>
                <c:pt idx="1441">
                  <c:v>78.860026826616306</c:v>
                </c:pt>
                <c:pt idx="1442">
                  <c:v>61.399708624461702</c:v>
                </c:pt>
                <c:pt idx="1443">
                  <c:v>49.835742420708797</c:v>
                </c:pt>
                <c:pt idx="1444">
                  <c:v>86.0131598291091</c:v>
                </c:pt>
                <c:pt idx="1445">
                  <c:v>56.714098844791799</c:v>
                </c:pt>
                <c:pt idx="1446">
                  <c:v>43.693036726335698</c:v>
                </c:pt>
                <c:pt idx="1447">
                  <c:v>48.653119956276797</c:v>
                </c:pt>
                <c:pt idx="1448">
                  <c:v>62.258716104890397</c:v>
                </c:pt>
                <c:pt idx="1449">
                  <c:v>56.6616595715549</c:v>
                </c:pt>
                <c:pt idx="1450">
                  <c:v>74.320026055472198</c:v>
                </c:pt>
                <c:pt idx="1451">
                  <c:v>45.035288256881302</c:v>
                </c:pt>
                <c:pt idx="1452">
                  <c:v>59.117155191370301</c:v>
                </c:pt>
                <c:pt idx="1453">
                  <c:v>122.92258247743</c:v>
                </c:pt>
                <c:pt idx="1454">
                  <c:v>108.26958934410401</c:v>
                </c:pt>
                <c:pt idx="1455">
                  <c:v>86.309240756513603</c:v>
                </c:pt>
                <c:pt idx="1456">
                  <c:v>40.2452925988582</c:v>
                </c:pt>
                <c:pt idx="1457">
                  <c:v>125.05046627434599</c:v>
                </c:pt>
                <c:pt idx="1458">
                  <c:v>136.872405757623</c:v>
                </c:pt>
                <c:pt idx="1459">
                  <c:v>58.953370392477098</c:v>
                </c:pt>
                <c:pt idx="1460">
                  <c:v>76.134909512572406</c:v>
                </c:pt>
                <c:pt idx="1461">
                  <c:v>41.010990501483299</c:v>
                </c:pt>
                <c:pt idx="1462">
                  <c:v>89.824231793817404</c:v>
                </c:pt>
                <c:pt idx="1463">
                  <c:v>100.552831335779</c:v>
                </c:pt>
                <c:pt idx="1464">
                  <c:v>63.7627840578416</c:v>
                </c:pt>
                <c:pt idx="1465">
                  <c:v>55.952803018692897</c:v>
                </c:pt>
                <c:pt idx="1466">
                  <c:v>90.577190562098593</c:v>
                </c:pt>
                <c:pt idx="1467">
                  <c:v>67.527441781511698</c:v>
                </c:pt>
                <c:pt idx="1468">
                  <c:v>96.197295010317205</c:v>
                </c:pt>
                <c:pt idx="1469">
                  <c:v>63.4618884793544</c:v>
                </c:pt>
                <c:pt idx="1470">
                  <c:v>52.656890238847097</c:v>
                </c:pt>
                <c:pt idx="1471">
                  <c:v>63.332945783654303</c:v>
                </c:pt>
                <c:pt idx="1472">
                  <c:v>23.562176956507699</c:v>
                </c:pt>
                <c:pt idx="1473">
                  <c:v>72.538998648817994</c:v>
                </c:pt>
                <c:pt idx="1474">
                  <c:v>62.172800310299799</c:v>
                </c:pt>
                <c:pt idx="1475">
                  <c:v>87.055539932597597</c:v>
                </c:pt>
                <c:pt idx="1476">
                  <c:v>73.024591243690296</c:v>
                </c:pt>
                <c:pt idx="1477">
                  <c:v>49.835742420708797</c:v>
                </c:pt>
                <c:pt idx="1478">
                  <c:v>90.707729373769297</c:v>
                </c:pt>
                <c:pt idx="1479">
                  <c:v>88.382913886099203</c:v>
                </c:pt>
                <c:pt idx="1480">
                  <c:v>24.987190928315599</c:v>
                </c:pt>
                <c:pt idx="1481">
                  <c:v>47.4342058859392</c:v>
                </c:pt>
                <c:pt idx="1482">
                  <c:v>56.477607595485999</c:v>
                </c:pt>
                <c:pt idx="1483">
                  <c:v>46.207765499200796</c:v>
                </c:pt>
                <c:pt idx="1484">
                  <c:v>57.741371554108802</c:v>
                </c:pt>
                <c:pt idx="1485">
                  <c:v>88.5488914460784</c:v>
                </c:pt>
                <c:pt idx="1486">
                  <c:v>40.301584823779102</c:v>
                </c:pt>
                <c:pt idx="1487">
                  <c:v>35.147453030127501</c:v>
                </c:pt>
                <c:pt idx="1488">
                  <c:v>67.732971365197898</c:v>
                </c:pt>
                <c:pt idx="1489">
                  <c:v>46.134103897891599</c:v>
                </c:pt>
                <c:pt idx="1490">
                  <c:v>16.1354863444184</c:v>
                </c:pt>
                <c:pt idx="1491">
                  <c:v>92.536078532279106</c:v>
                </c:pt>
                <c:pt idx="1492">
                  <c:v>46.474324805611097</c:v>
                </c:pt>
                <c:pt idx="1493">
                  <c:v>93.159723376439601</c:v>
                </c:pt>
                <c:pt idx="1494">
                  <c:v>12.274113256269599</c:v>
                </c:pt>
                <c:pt idx="1495">
                  <c:v>14.2433482219166</c:v>
                </c:pt>
                <c:pt idx="1496">
                  <c:v>-39.020021384783803</c:v>
                </c:pt>
                <c:pt idx="1497">
                  <c:v>41.629633721016901</c:v>
                </c:pt>
                <c:pt idx="1498">
                  <c:v>42.160038029723097</c:v>
                </c:pt>
                <c:pt idx="1499">
                  <c:v>24.9871909283174</c:v>
                </c:pt>
                <c:pt idx="1500">
                  <c:v>-2.7124190726053699</c:v>
                </c:pt>
                <c:pt idx="1501">
                  <c:v>32.984452651952701</c:v>
                </c:pt>
                <c:pt idx="1502">
                  <c:v>0</c:v>
                </c:pt>
                <c:pt idx="1503">
                  <c:v>102.84864652378801</c:v>
                </c:pt>
                <c:pt idx="1504">
                  <c:v>63.461888479356197</c:v>
                </c:pt>
                <c:pt idx="1505">
                  <c:v>-12.2586980990499</c:v>
                </c:pt>
                <c:pt idx="1506">
                  <c:v>-1.46095358368893</c:v>
                </c:pt>
                <c:pt idx="1507">
                  <c:v>3.60037700289194</c:v>
                </c:pt>
                <c:pt idx="1508">
                  <c:v>13.707540392538199</c:v>
                </c:pt>
                <c:pt idx="1509">
                  <c:v>4.3887536730844596</c:v>
                </c:pt>
                <c:pt idx="1510">
                  <c:v>22.327915158730299</c:v>
                </c:pt>
                <c:pt idx="1511">
                  <c:v>2.9248526383125801</c:v>
                </c:pt>
                <c:pt idx="1512">
                  <c:v>43.1180368882032</c:v>
                </c:pt>
                <c:pt idx="1513">
                  <c:v>51.758860143830098</c:v>
                </c:pt>
                <c:pt idx="1514">
                  <c:v>-40.539274891096198</c:v>
                </c:pt>
                <c:pt idx="1515">
                  <c:v>31.331832059982801</c:v>
                </c:pt>
                <c:pt idx="1516">
                  <c:v>78.860026826614501</c:v>
                </c:pt>
                <c:pt idx="1517">
                  <c:v>71.682849557490002</c:v>
                </c:pt>
                <c:pt idx="1518">
                  <c:v>36.102396405047301</c:v>
                </c:pt>
                <c:pt idx="1519">
                  <c:v>39.479861559663703</c:v>
                </c:pt>
                <c:pt idx="1520">
                  <c:v>52.058162820597303</c:v>
                </c:pt>
                <c:pt idx="1521">
                  <c:v>53.041872404853102</c:v>
                </c:pt>
                <c:pt idx="1522">
                  <c:v>46.6342758983591</c:v>
                </c:pt>
                <c:pt idx="1523">
                  <c:v>44.932009038212499</c:v>
                </c:pt>
                <c:pt idx="1524">
                  <c:v>6.6428317894897102</c:v>
                </c:pt>
                <c:pt idx="1525">
                  <c:v>45.354992780225899</c:v>
                </c:pt>
                <c:pt idx="1526">
                  <c:v>61.721797249905599</c:v>
                </c:pt>
                <c:pt idx="1527">
                  <c:v>33.874841520676398</c:v>
                </c:pt>
                <c:pt idx="1528">
                  <c:v>45.994541314051197</c:v>
                </c:pt>
                <c:pt idx="1529">
                  <c:v>57.5383084193599</c:v>
                </c:pt>
                <c:pt idx="1530">
                  <c:v>32.391060882200598</c:v>
                </c:pt>
                <c:pt idx="1531">
                  <c:v>22.327915158730299</c:v>
                </c:pt>
                <c:pt idx="1532">
                  <c:v>61.399708624461702</c:v>
                </c:pt>
                <c:pt idx="1533">
                  <c:v>34.380905391371897</c:v>
                </c:pt>
                <c:pt idx="1534">
                  <c:v>62.258716104890397</c:v>
                </c:pt>
                <c:pt idx="1535">
                  <c:v>54.868986970069201</c:v>
                </c:pt>
                <c:pt idx="1536">
                  <c:v>50.884507462377698</c:v>
                </c:pt>
                <c:pt idx="1537">
                  <c:v>26.888653967734101</c:v>
                </c:pt>
                <c:pt idx="1538">
                  <c:v>12.16388861643</c:v>
                </c:pt>
                <c:pt idx="1539">
                  <c:v>20.556859028783901</c:v>
                </c:pt>
                <c:pt idx="1540">
                  <c:v>-18.180545263227899</c:v>
                </c:pt>
                <c:pt idx="1541">
                  <c:v>-23.2581468313073</c:v>
                </c:pt>
                <c:pt idx="1542">
                  <c:v>40.4329389598633</c:v>
                </c:pt>
                <c:pt idx="1543">
                  <c:v>37.376301078017597</c:v>
                </c:pt>
                <c:pt idx="1544">
                  <c:v>47.834279990849602</c:v>
                </c:pt>
                <c:pt idx="1545">
                  <c:v>74.320026055474003</c:v>
                </c:pt>
                <c:pt idx="1546">
                  <c:v>21.965536975025302</c:v>
                </c:pt>
                <c:pt idx="1547">
                  <c:v>41.681195187418702</c:v>
                </c:pt>
                <c:pt idx="1548">
                  <c:v>29.426509302288601</c:v>
                </c:pt>
                <c:pt idx="1549">
                  <c:v>55.610140936093501</c:v>
                </c:pt>
                <c:pt idx="1550">
                  <c:v>47.360354006636904</c:v>
                </c:pt>
                <c:pt idx="1551">
                  <c:v>24.987190928315599</c:v>
                </c:pt>
                <c:pt idx="1552">
                  <c:v>57.924144366006601</c:v>
                </c:pt>
                <c:pt idx="1553">
                  <c:v>40.2452925988582</c:v>
                </c:pt>
                <c:pt idx="1554">
                  <c:v>43.693036726337503</c:v>
                </c:pt>
                <c:pt idx="1555">
                  <c:v>46.3783597333831</c:v>
                </c:pt>
                <c:pt idx="1556">
                  <c:v>10.7786822178513</c:v>
                </c:pt>
                <c:pt idx="1557">
                  <c:v>21.189214427893599</c:v>
                </c:pt>
                <c:pt idx="1558">
                  <c:v>39.592408216508304</c:v>
                </c:pt>
                <c:pt idx="1559">
                  <c:v>32.458483677279197</c:v>
                </c:pt>
                <c:pt idx="1560">
                  <c:v>40.392521465869301</c:v>
                </c:pt>
                <c:pt idx="1561">
                  <c:v>32.984452651950903</c:v>
                </c:pt>
                <c:pt idx="1562">
                  <c:v>82.0085636001604</c:v>
                </c:pt>
                <c:pt idx="1563">
                  <c:v>41.8407978725254</c:v>
                </c:pt>
                <c:pt idx="1564">
                  <c:v>27.6497018265745</c:v>
                </c:pt>
                <c:pt idx="1565">
                  <c:v>17.7320931471085</c:v>
                </c:pt>
                <c:pt idx="1566">
                  <c:v>29.426509302288601</c:v>
                </c:pt>
                <c:pt idx="1567">
                  <c:v>21.603218824151501</c:v>
                </c:pt>
                <c:pt idx="1568">
                  <c:v>57.752653387726198</c:v>
                </c:pt>
                <c:pt idx="1569">
                  <c:v>24.987190928315599</c:v>
                </c:pt>
                <c:pt idx="1570">
                  <c:v>25.874334810914601</c:v>
                </c:pt>
                <c:pt idx="1571">
                  <c:v>3.8030751788328399</c:v>
                </c:pt>
                <c:pt idx="1572">
                  <c:v>73.024591243688505</c:v>
                </c:pt>
                <c:pt idx="1573">
                  <c:v>23.509416479721899</c:v>
                </c:pt>
                <c:pt idx="1574">
                  <c:v>29.426509302288601</c:v>
                </c:pt>
                <c:pt idx="1575">
                  <c:v>49.579453618413901</c:v>
                </c:pt>
                <c:pt idx="1576">
                  <c:v>26.596013672371502</c:v>
                </c:pt>
                <c:pt idx="1577">
                  <c:v>53.333570365269203</c:v>
                </c:pt>
                <c:pt idx="1578">
                  <c:v>32.984452651952701</c:v>
                </c:pt>
                <c:pt idx="1579">
                  <c:v>-1.46095358368893</c:v>
                </c:pt>
                <c:pt idx="1580">
                  <c:v>17.019045448819199</c:v>
                </c:pt>
                <c:pt idx="1581">
                  <c:v>-5.8379352458869098</c:v>
                </c:pt>
                <c:pt idx="1582">
                  <c:v>69.789319042306403</c:v>
                </c:pt>
                <c:pt idx="1583">
                  <c:v>18.043618124333001</c:v>
                </c:pt>
                <c:pt idx="1584">
                  <c:v>45.4828876068486</c:v>
                </c:pt>
                <c:pt idx="1585">
                  <c:v>5.1210733031866704</c:v>
                </c:pt>
                <c:pt idx="1586">
                  <c:v>33.712925742122898</c:v>
                </c:pt>
                <c:pt idx="1587">
                  <c:v>32.162876037718803</c:v>
                </c:pt>
                <c:pt idx="1588">
                  <c:v>58.196023873559099</c:v>
                </c:pt>
                <c:pt idx="1589">
                  <c:v>27.407521543043899</c:v>
                </c:pt>
                <c:pt idx="1590">
                  <c:v>41.681195187418702</c:v>
                </c:pt>
                <c:pt idx="1591">
                  <c:v>97.383097948136296</c:v>
                </c:pt>
                <c:pt idx="1592">
                  <c:v>73.413142066154194</c:v>
                </c:pt>
                <c:pt idx="1593">
                  <c:v>11.7230457260839</c:v>
                </c:pt>
                <c:pt idx="1594">
                  <c:v>70.694718314389306</c:v>
                </c:pt>
                <c:pt idx="1595">
                  <c:v>44.699648533648499</c:v>
                </c:pt>
                <c:pt idx="1596">
                  <c:v>41.010990501482397</c:v>
                </c:pt>
                <c:pt idx="1597">
                  <c:v>26.761838370739401</c:v>
                </c:pt>
                <c:pt idx="1598">
                  <c:v>14.558590736825799</c:v>
                </c:pt>
                <c:pt idx="1599">
                  <c:v>17.570016416192601</c:v>
                </c:pt>
                <c:pt idx="1600">
                  <c:v>13.9281512195329</c:v>
                </c:pt>
                <c:pt idx="1601">
                  <c:v>57.070718987531102</c:v>
                </c:pt>
                <c:pt idx="1602">
                  <c:v>62.5594477243394</c:v>
                </c:pt>
                <c:pt idx="1603">
                  <c:v>50.412501358764501</c:v>
                </c:pt>
                <c:pt idx="1604">
                  <c:v>8.7196707972916503</c:v>
                </c:pt>
                <c:pt idx="1605">
                  <c:v>32.1628760377207</c:v>
                </c:pt>
                <c:pt idx="1606">
                  <c:v>0.41759554075997501</c:v>
                </c:pt>
                <c:pt idx="1607">
                  <c:v>9.1270292052404294</c:v>
                </c:pt>
                <c:pt idx="1608">
                  <c:v>55.128362504927203</c:v>
                </c:pt>
                <c:pt idx="1609">
                  <c:v>88.797881051757003</c:v>
                </c:pt>
                <c:pt idx="1610">
                  <c:v>70.834043418943097</c:v>
                </c:pt>
                <c:pt idx="1611">
                  <c:v>-11.169340172195</c:v>
                </c:pt>
                <c:pt idx="1612">
                  <c:v>68.367297452718006</c:v>
                </c:pt>
                <c:pt idx="1613">
                  <c:v>74.017690098103202</c:v>
                </c:pt>
                <c:pt idx="1614">
                  <c:v>59.526670404980898</c:v>
                </c:pt>
                <c:pt idx="1615">
                  <c:v>51.010781396430502</c:v>
                </c:pt>
                <c:pt idx="1616">
                  <c:v>52.820207787918598</c:v>
                </c:pt>
                <c:pt idx="1617">
                  <c:v>29.849771206761002</c:v>
                </c:pt>
                <c:pt idx="1618">
                  <c:v>48.5545967663911</c:v>
                </c:pt>
                <c:pt idx="1619">
                  <c:v>21.568715464010801</c:v>
                </c:pt>
                <c:pt idx="1620">
                  <c:v>13.758448604598</c:v>
                </c:pt>
                <c:pt idx="1621">
                  <c:v>69.789319042306403</c:v>
                </c:pt>
                <c:pt idx="1622">
                  <c:v>-21.522412036208099</c:v>
                </c:pt>
                <c:pt idx="1623">
                  <c:v>25.874334810914601</c:v>
                </c:pt>
                <c:pt idx="1624">
                  <c:v>-1.46095358368893</c:v>
                </c:pt>
                <c:pt idx="1625">
                  <c:v>0</c:v>
                </c:pt>
                <c:pt idx="1626">
                  <c:v>58.5030249002684</c:v>
                </c:pt>
                <c:pt idx="1627">
                  <c:v>38.332215064708997</c:v>
                </c:pt>
                <c:pt idx="1628">
                  <c:v>0.417595540761794</c:v>
                </c:pt>
                <c:pt idx="1629">
                  <c:v>-20.792198726529001</c:v>
                </c:pt>
                <c:pt idx="1630">
                  <c:v>22.770903375537198</c:v>
                </c:pt>
                <c:pt idx="1631">
                  <c:v>28.315835731918</c:v>
                </c:pt>
                <c:pt idx="1632">
                  <c:v>44.886108720511402</c:v>
                </c:pt>
                <c:pt idx="1633">
                  <c:v>-0.58449915737310199</c:v>
                </c:pt>
                <c:pt idx="1634">
                  <c:v>2.5067758812365302</c:v>
                </c:pt>
                <c:pt idx="1635">
                  <c:v>4.6502681385063598</c:v>
                </c:pt>
                <c:pt idx="1636">
                  <c:v>43.830665835995198</c:v>
                </c:pt>
                <c:pt idx="1637">
                  <c:v>28.618690859236199</c:v>
                </c:pt>
                <c:pt idx="1638">
                  <c:v>14.369439765826399</c:v>
                </c:pt>
                <c:pt idx="1639">
                  <c:v>24.987190928315599</c:v>
                </c:pt>
                <c:pt idx="1640">
                  <c:v>45.994541314051197</c:v>
                </c:pt>
                <c:pt idx="1641">
                  <c:v>-0.58449915737310199</c:v>
                </c:pt>
                <c:pt idx="1642">
                  <c:v>8.6734973183019903</c:v>
                </c:pt>
                <c:pt idx="1643">
                  <c:v>-17.466946056755599</c:v>
                </c:pt>
                <c:pt idx="1644">
                  <c:v>-19.785284754309899</c:v>
                </c:pt>
                <c:pt idx="1645">
                  <c:v>4.1795647035505601</c:v>
                </c:pt>
                <c:pt idx="1646">
                  <c:v>14.8165502900237</c:v>
                </c:pt>
                <c:pt idx="1647">
                  <c:v>-13.3774689828251</c:v>
                </c:pt>
                <c:pt idx="1648">
                  <c:v>3.4737002222373099</c:v>
                </c:pt>
                <c:pt idx="1649">
                  <c:v>25.208943191182598</c:v>
                </c:pt>
                <c:pt idx="1650">
                  <c:v>14.7477580958857</c:v>
                </c:pt>
                <c:pt idx="1651">
                  <c:v>14.369439765826399</c:v>
                </c:pt>
                <c:pt idx="1652">
                  <c:v>-9.3331847758927307</c:v>
                </c:pt>
                <c:pt idx="1653">
                  <c:v>-55.013267079927502</c:v>
                </c:pt>
                <c:pt idx="1654">
                  <c:v>-44.8380201063691</c:v>
                </c:pt>
                <c:pt idx="1655">
                  <c:v>-11.4525592038389</c:v>
                </c:pt>
                <c:pt idx="1656">
                  <c:v>-35.369441017095497</c:v>
                </c:pt>
                <c:pt idx="1657">
                  <c:v>-23.2581468313073</c:v>
                </c:pt>
                <c:pt idx="1658">
                  <c:v>-4.2677247001611196</c:v>
                </c:pt>
                <c:pt idx="1659">
                  <c:v>20.556859028783901</c:v>
                </c:pt>
                <c:pt idx="1660">
                  <c:v>-97.159648507871594</c:v>
                </c:pt>
                <c:pt idx="1661">
                  <c:v>-49.985213142460402</c:v>
                </c:pt>
                <c:pt idx="1662">
                  <c:v>-49.985213142457702</c:v>
                </c:pt>
                <c:pt idx="1663">
                  <c:v>-51.075460896596198</c:v>
                </c:pt>
                <c:pt idx="1664">
                  <c:v>-39.924467896814299</c:v>
                </c:pt>
                <c:pt idx="1665">
                  <c:v>-1.46095358368893</c:v>
                </c:pt>
                <c:pt idx="1666">
                  <c:v>-27.258383312728199</c:v>
                </c:pt>
                <c:pt idx="1667">
                  <c:v>3.8030751788346602</c:v>
                </c:pt>
                <c:pt idx="1668">
                  <c:v>-41.614765400179699</c:v>
                </c:pt>
                <c:pt idx="1669">
                  <c:v>-24.342274699822099</c:v>
                </c:pt>
                <c:pt idx="1670">
                  <c:v>-29.296061889917802</c:v>
                </c:pt>
                <c:pt idx="1671">
                  <c:v>-46.269030972050103</c:v>
                </c:pt>
                <c:pt idx="1672">
                  <c:v>-39.432496046848399</c:v>
                </c:pt>
                <c:pt idx="1673">
                  <c:v>-27.266709421644901</c:v>
                </c:pt>
                <c:pt idx="1674">
                  <c:v>-48.270849519163598</c:v>
                </c:pt>
                <c:pt idx="1675">
                  <c:v>4.17956470355238</c:v>
                </c:pt>
                <c:pt idx="1676">
                  <c:v>63.0106219883709</c:v>
                </c:pt>
                <c:pt idx="1677">
                  <c:v>44.289491782313199</c:v>
                </c:pt>
                <c:pt idx="1678">
                  <c:v>16.537059814924699</c:v>
                </c:pt>
                <c:pt idx="1679">
                  <c:v>-1.46095358368893</c:v>
                </c:pt>
                <c:pt idx="1680">
                  <c:v>-16.465078044502601</c:v>
                </c:pt>
                <c:pt idx="1681">
                  <c:v>-14.5655312108719</c:v>
                </c:pt>
                <c:pt idx="1682">
                  <c:v>-47.699091315736901</c:v>
                </c:pt>
                <c:pt idx="1683">
                  <c:v>-37.955906735963197</c:v>
                </c:pt>
                <c:pt idx="1684">
                  <c:v>-30.604084794668701</c:v>
                </c:pt>
                <c:pt idx="1685">
                  <c:v>-29.033894101457001</c:v>
                </c:pt>
                <c:pt idx="1686">
                  <c:v>-18.916198407058801</c:v>
                </c:pt>
                <c:pt idx="1687">
                  <c:v>-58.769328727368702</c:v>
                </c:pt>
                <c:pt idx="1688">
                  <c:v>-27.886536039703898</c:v>
                </c:pt>
                <c:pt idx="1689">
                  <c:v>-33.743023324928799</c:v>
                </c:pt>
                <c:pt idx="1690">
                  <c:v>-35.251800704114402</c:v>
                </c:pt>
                <c:pt idx="1691">
                  <c:v>-48.2708495191618</c:v>
                </c:pt>
                <c:pt idx="1692">
                  <c:v>-59.816360364647103</c:v>
                </c:pt>
                <c:pt idx="1693">
                  <c:v>-74.690890343908904</c:v>
                </c:pt>
                <c:pt idx="1694">
                  <c:v>-31.915991989262601</c:v>
                </c:pt>
                <c:pt idx="1695">
                  <c:v>-55.852676833552302</c:v>
                </c:pt>
                <c:pt idx="1696">
                  <c:v>18.603461605522099</c:v>
                </c:pt>
                <c:pt idx="1697">
                  <c:v>-39.616998644909401</c:v>
                </c:pt>
                <c:pt idx="1698">
                  <c:v>-17.1769792509658</c:v>
                </c:pt>
                <c:pt idx="1699">
                  <c:v>-58.749934435345402</c:v>
                </c:pt>
                <c:pt idx="1700">
                  <c:v>-24.342274699822099</c:v>
                </c:pt>
                <c:pt idx="1701">
                  <c:v>-13.0574948701842</c:v>
                </c:pt>
                <c:pt idx="1702">
                  <c:v>-45.228390117759702</c:v>
                </c:pt>
                <c:pt idx="1703">
                  <c:v>-56.462950704144497</c:v>
                </c:pt>
                <c:pt idx="1704">
                  <c:v>-72.269441243729403</c:v>
                </c:pt>
                <c:pt idx="1705">
                  <c:v>-67.363119459961993</c:v>
                </c:pt>
                <c:pt idx="1706">
                  <c:v>-45.462578162765503</c:v>
                </c:pt>
                <c:pt idx="1707">
                  <c:v>-56.906677362040597</c:v>
                </c:pt>
                <c:pt idx="1708">
                  <c:v>-63.01246190258</c:v>
                </c:pt>
                <c:pt idx="1709">
                  <c:v>-69.390407276417093</c:v>
                </c:pt>
                <c:pt idx="1710">
                  <c:v>-13.9432940577216</c:v>
                </c:pt>
                <c:pt idx="1711">
                  <c:v>-31.915991989262601</c:v>
                </c:pt>
                <c:pt idx="1712">
                  <c:v>-62.141269973552802</c:v>
                </c:pt>
                <c:pt idx="1713">
                  <c:v>-93.664477588451504</c:v>
                </c:pt>
                <c:pt idx="1714">
                  <c:v>-54.725561706418297</c:v>
                </c:pt>
                <c:pt idx="1715">
                  <c:v>-32.779872159992003</c:v>
                </c:pt>
                <c:pt idx="1716">
                  <c:v>-21.522412036208099</c:v>
                </c:pt>
                <c:pt idx="1717">
                  <c:v>-42.494313183886298</c:v>
                </c:pt>
                <c:pt idx="1718">
                  <c:v>-44.224438524360203</c:v>
                </c:pt>
                <c:pt idx="1719">
                  <c:v>9.43548477647618</c:v>
                </c:pt>
                <c:pt idx="1720">
                  <c:v>-42.382644472506399</c:v>
                </c:pt>
                <c:pt idx="1721">
                  <c:v>-32.779872159990099</c:v>
                </c:pt>
                <c:pt idx="1722">
                  <c:v>-42.416145693539796</c:v>
                </c:pt>
                <c:pt idx="1723">
                  <c:v>-46.984179899942298</c:v>
                </c:pt>
                <c:pt idx="1724">
                  <c:v>-37.309580920372298</c:v>
                </c:pt>
                <c:pt idx="1725">
                  <c:v>-29.754779015865999</c:v>
                </c:pt>
                <c:pt idx="1726">
                  <c:v>-34.629881091655001</c:v>
                </c:pt>
                <c:pt idx="1727">
                  <c:v>-38.751118904818199</c:v>
                </c:pt>
                <c:pt idx="1728">
                  <c:v>-53.700146958995902</c:v>
                </c:pt>
                <c:pt idx="1729">
                  <c:v>-31.915991989262601</c:v>
                </c:pt>
                <c:pt idx="1730">
                  <c:v>-63.585617405165003</c:v>
                </c:pt>
                <c:pt idx="1731">
                  <c:v>-66.203807337033993</c:v>
                </c:pt>
                <c:pt idx="1732">
                  <c:v>-53.409846386372898</c:v>
                </c:pt>
                <c:pt idx="1733">
                  <c:v>-34.9996927271768</c:v>
                </c:pt>
                <c:pt idx="1734">
                  <c:v>-52.493068634309502</c:v>
                </c:pt>
                <c:pt idx="1735">
                  <c:v>-47.903308112136003</c:v>
                </c:pt>
                <c:pt idx="1736">
                  <c:v>-53.409846386372898</c:v>
                </c:pt>
                <c:pt idx="1737">
                  <c:v>-56.615492083182197</c:v>
                </c:pt>
                <c:pt idx="1738">
                  <c:v>-56.440761964659899</c:v>
                </c:pt>
                <c:pt idx="1739">
                  <c:v>-111.083146797469</c:v>
                </c:pt>
                <c:pt idx="1740">
                  <c:v>-55.974745479107597</c:v>
                </c:pt>
                <c:pt idx="1741">
                  <c:v>-60.636327577422797</c:v>
                </c:pt>
                <c:pt idx="1742">
                  <c:v>-88.060244986747406</c:v>
                </c:pt>
                <c:pt idx="1743">
                  <c:v>-112.470486535448</c:v>
                </c:pt>
                <c:pt idx="1744">
                  <c:v>-87.127342381319906</c:v>
                </c:pt>
                <c:pt idx="1745">
                  <c:v>-40.695743226519802</c:v>
                </c:pt>
                <c:pt idx="1746">
                  <c:v>-40.539274891098998</c:v>
                </c:pt>
                <c:pt idx="1747">
                  <c:v>-32.082149626807201</c:v>
                </c:pt>
                <c:pt idx="1748">
                  <c:v>-58.902313438445098</c:v>
                </c:pt>
                <c:pt idx="1749">
                  <c:v>-76.807411786493503</c:v>
                </c:pt>
                <c:pt idx="1750">
                  <c:v>-66.203807337033993</c:v>
                </c:pt>
                <c:pt idx="1751">
                  <c:v>-62.556167406419199</c:v>
                </c:pt>
                <c:pt idx="1752">
                  <c:v>-116.627065201405</c:v>
                </c:pt>
                <c:pt idx="1753">
                  <c:v>-85.597368054099206</c:v>
                </c:pt>
                <c:pt idx="1754">
                  <c:v>-14.9614073808652</c:v>
                </c:pt>
                <c:pt idx="1755">
                  <c:v>-60.527016716541702</c:v>
                </c:pt>
                <c:pt idx="1756">
                  <c:v>-78.921839736058203</c:v>
                </c:pt>
                <c:pt idx="1757">
                  <c:v>-62.722103910168698</c:v>
                </c:pt>
                <c:pt idx="1758">
                  <c:v>-128.77281344610699</c:v>
                </c:pt>
                <c:pt idx="1759">
                  <c:v>-108.305741703156</c:v>
                </c:pt>
                <c:pt idx="1760">
                  <c:v>-122.846674100973</c:v>
                </c:pt>
                <c:pt idx="1761">
                  <c:v>-33.643406916819004</c:v>
                </c:pt>
                <c:pt idx="1762">
                  <c:v>-31.483922308912</c:v>
                </c:pt>
                <c:pt idx="1763">
                  <c:v>-71.158693947983906</c:v>
                </c:pt>
                <c:pt idx="1764">
                  <c:v>-55.974745479107597</c:v>
                </c:pt>
                <c:pt idx="1765">
                  <c:v>-45.1242983667507</c:v>
                </c:pt>
                <c:pt idx="1766">
                  <c:v>-14.5655312108719</c:v>
                </c:pt>
                <c:pt idx="1767">
                  <c:v>-24.497105783503599</c:v>
                </c:pt>
                <c:pt idx="1768">
                  <c:v>-39.616998644911199</c:v>
                </c:pt>
                <c:pt idx="1769">
                  <c:v>-43.047918408379701</c:v>
                </c:pt>
                <c:pt idx="1770">
                  <c:v>-40.129423042149902</c:v>
                </c:pt>
                <c:pt idx="1771">
                  <c:v>-50.556364222800703</c:v>
                </c:pt>
                <c:pt idx="1772">
                  <c:v>-75.295824559076195</c:v>
                </c:pt>
                <c:pt idx="1773">
                  <c:v>-52.839452850989801</c:v>
                </c:pt>
                <c:pt idx="1774">
                  <c:v>-46.269030972050103</c:v>
                </c:pt>
                <c:pt idx="1775">
                  <c:v>-8.7510336309824197</c:v>
                </c:pt>
                <c:pt idx="1776">
                  <c:v>-53.661442481388796</c:v>
                </c:pt>
                <c:pt idx="1777">
                  <c:v>-64.745496034388395</c:v>
                </c:pt>
                <c:pt idx="1778">
                  <c:v>-72.996163784691802</c:v>
                </c:pt>
                <c:pt idx="1779">
                  <c:v>-74.690890343908904</c:v>
                </c:pt>
                <c:pt idx="1780">
                  <c:v>-65.043867710924104</c:v>
                </c:pt>
                <c:pt idx="1781">
                  <c:v>-93.115483319792403</c:v>
                </c:pt>
                <c:pt idx="1782">
                  <c:v>-40.539274891096198</c:v>
                </c:pt>
                <c:pt idx="1783">
                  <c:v>-20.4368707734201</c:v>
                </c:pt>
                <c:pt idx="1784">
                  <c:v>-53.409846386372898</c:v>
                </c:pt>
                <c:pt idx="1785">
                  <c:v>-76.1021374027886</c:v>
                </c:pt>
                <c:pt idx="1786">
                  <c:v>-33.643406916819004</c:v>
                </c:pt>
                <c:pt idx="1787">
                  <c:v>-68.328733920311606</c:v>
                </c:pt>
                <c:pt idx="1788">
                  <c:v>-116.627065201403</c:v>
                </c:pt>
                <c:pt idx="1789">
                  <c:v>-22.390453389940301</c:v>
                </c:pt>
                <c:pt idx="1790">
                  <c:v>-40.927483728347397</c:v>
                </c:pt>
                <c:pt idx="1791">
                  <c:v>-57.113718432536103</c:v>
                </c:pt>
                <c:pt idx="1792">
                  <c:v>-50.199412570523201</c:v>
                </c:pt>
                <c:pt idx="1793">
                  <c:v>-60.487265931937998</c:v>
                </c:pt>
                <c:pt idx="1794">
                  <c:v>-81.737825822432498</c:v>
                </c:pt>
                <c:pt idx="1795">
                  <c:v>-54.4789264359678</c:v>
                </c:pt>
                <c:pt idx="1796">
                  <c:v>-68.025301990016402</c:v>
                </c:pt>
                <c:pt idx="1797">
                  <c:v>-40.142035030131403</c:v>
                </c:pt>
                <c:pt idx="1798">
                  <c:v>-31.915991989262601</c:v>
                </c:pt>
                <c:pt idx="1799">
                  <c:v>-79.745076787393302</c:v>
                </c:pt>
                <c:pt idx="1800">
                  <c:v>-39.6784960029117</c:v>
                </c:pt>
                <c:pt idx="1801">
                  <c:v>-69.635334093214595</c:v>
                </c:pt>
                <c:pt idx="1802">
                  <c:v>-60.242782415654801</c:v>
                </c:pt>
                <c:pt idx="1803">
                  <c:v>-44.8380201063691</c:v>
                </c:pt>
                <c:pt idx="1804">
                  <c:v>-75.749412946101899</c:v>
                </c:pt>
                <c:pt idx="1805">
                  <c:v>-47.290599582926902</c:v>
                </c:pt>
                <c:pt idx="1806">
                  <c:v>-97.776381322090799</c:v>
                </c:pt>
                <c:pt idx="1807">
                  <c:v>-65.672246265660704</c:v>
                </c:pt>
                <c:pt idx="1808">
                  <c:v>-66.203807337033993</c:v>
                </c:pt>
                <c:pt idx="1809">
                  <c:v>-67.729609016803806</c:v>
                </c:pt>
                <c:pt idx="1810">
                  <c:v>-81.456394235508895</c:v>
                </c:pt>
                <c:pt idx="1811">
                  <c:v>-66.899469878580902</c:v>
                </c:pt>
                <c:pt idx="1812">
                  <c:v>-81.456394235508895</c:v>
                </c:pt>
                <c:pt idx="1813">
                  <c:v>-44.224438524358398</c:v>
                </c:pt>
                <c:pt idx="1814">
                  <c:v>-83.144427568146</c:v>
                </c:pt>
                <c:pt idx="1815">
                  <c:v>-22.3904533899412</c:v>
                </c:pt>
                <c:pt idx="1816">
                  <c:v>-27.591402666120299</c:v>
                </c:pt>
                <c:pt idx="1817">
                  <c:v>-88.060244986749197</c:v>
                </c:pt>
                <c:pt idx="1818">
                  <c:v>-54.909185167755801</c:v>
                </c:pt>
                <c:pt idx="1819">
                  <c:v>-71.300093803705707</c:v>
                </c:pt>
                <c:pt idx="1820">
                  <c:v>-37.309580920372298</c:v>
                </c:pt>
                <c:pt idx="1821">
                  <c:v>-40.539274891096198</c:v>
                </c:pt>
                <c:pt idx="1822">
                  <c:v>-60.308378288240398</c:v>
                </c:pt>
                <c:pt idx="1823">
                  <c:v>-51.698211554828902</c:v>
                </c:pt>
                <c:pt idx="1824">
                  <c:v>-71.593740583081797</c:v>
                </c:pt>
                <c:pt idx="1825">
                  <c:v>-105.802965026862</c:v>
                </c:pt>
                <c:pt idx="1826">
                  <c:v>-45.696740741474898</c:v>
                </c:pt>
                <c:pt idx="1827">
                  <c:v>-9.1148963847863307</c:v>
                </c:pt>
                <c:pt idx="1828">
                  <c:v>24.987190928315599</c:v>
                </c:pt>
                <c:pt idx="1829">
                  <c:v>26.0961769725854</c:v>
                </c:pt>
                <c:pt idx="1830">
                  <c:v>-42.494313183886298</c:v>
                </c:pt>
                <c:pt idx="1831">
                  <c:v>-28.982393120652802</c:v>
                </c:pt>
                <c:pt idx="1832">
                  <c:v>-13.1293299014869</c:v>
                </c:pt>
                <c:pt idx="1833">
                  <c:v>-49.842401673158697</c:v>
                </c:pt>
                <c:pt idx="1834">
                  <c:v>-46.269030972048299</c:v>
                </c:pt>
                <c:pt idx="1835">
                  <c:v>-50.841882898066601</c:v>
                </c:pt>
                <c:pt idx="1836">
                  <c:v>-34.722339940076303</c:v>
                </c:pt>
                <c:pt idx="1837">
                  <c:v>-21.2329875682689</c:v>
                </c:pt>
                <c:pt idx="1838">
                  <c:v>-58.902313438445098</c:v>
                </c:pt>
                <c:pt idx="1839">
                  <c:v>-61.947623703993401</c:v>
                </c:pt>
                <c:pt idx="1840">
                  <c:v>-57.967551910908597</c:v>
                </c:pt>
                <c:pt idx="1841">
                  <c:v>-39.6784960029117</c:v>
                </c:pt>
                <c:pt idx="1842">
                  <c:v>-49.128202084157202</c:v>
                </c:pt>
                <c:pt idx="1843">
                  <c:v>-29.754779015865999</c:v>
                </c:pt>
                <c:pt idx="1844">
                  <c:v>-66.535103380821894</c:v>
                </c:pt>
                <c:pt idx="1845">
                  <c:v>-79.374659370059803</c:v>
                </c:pt>
                <c:pt idx="1846">
                  <c:v>-61.095372392491299</c:v>
                </c:pt>
                <c:pt idx="1847">
                  <c:v>-26.725445653076299</c:v>
                </c:pt>
                <c:pt idx="1848">
                  <c:v>-69.390407276417093</c:v>
                </c:pt>
                <c:pt idx="1849">
                  <c:v>-63.200319657656102</c:v>
                </c:pt>
                <c:pt idx="1850">
                  <c:v>-49.128202084159</c:v>
                </c:pt>
                <c:pt idx="1851">
                  <c:v>-43.119551043650901</c:v>
                </c:pt>
                <c:pt idx="1852">
                  <c:v>-26.317816459517399</c:v>
                </c:pt>
                <c:pt idx="1853">
                  <c:v>-42.689719505022303</c:v>
                </c:pt>
                <c:pt idx="1854">
                  <c:v>9.5201664875503393</c:v>
                </c:pt>
                <c:pt idx="1855">
                  <c:v>-60.730018169126197</c:v>
                </c:pt>
                <c:pt idx="1856">
                  <c:v>-11.9509349513191</c:v>
                </c:pt>
                <c:pt idx="1857">
                  <c:v>-85.252593641351197</c:v>
                </c:pt>
                <c:pt idx="1858">
                  <c:v>-109.82114073336901</c:v>
                </c:pt>
                <c:pt idx="1859">
                  <c:v>-51.086583025664297</c:v>
                </c:pt>
                <c:pt idx="1860">
                  <c:v>18.345054484102501</c:v>
                </c:pt>
                <c:pt idx="1861">
                  <c:v>-41.614765400179699</c:v>
                </c:pt>
                <c:pt idx="1862">
                  <c:v>-60.730018169126197</c:v>
                </c:pt>
                <c:pt idx="1863">
                  <c:v>-69.911399827062198</c:v>
                </c:pt>
                <c:pt idx="1864">
                  <c:v>-28.771694511956401</c:v>
                </c:pt>
                <c:pt idx="1865">
                  <c:v>-12.386919862506099</c:v>
                </c:pt>
                <c:pt idx="1866">
                  <c:v>-33.078827115833498</c:v>
                </c:pt>
                <c:pt idx="1867">
                  <c:v>-0.26570089901088001</c:v>
                </c:pt>
                <c:pt idx="1868">
                  <c:v>-48.348804778647697</c:v>
                </c:pt>
                <c:pt idx="1869">
                  <c:v>-11.489208377823999</c:v>
                </c:pt>
                <c:pt idx="1870">
                  <c:v>-62.141269973552802</c:v>
                </c:pt>
                <c:pt idx="1871">
                  <c:v>-30.835655721740199</c:v>
                </c:pt>
                <c:pt idx="1872">
                  <c:v>-36.663061420090301</c:v>
                </c:pt>
                <c:pt idx="1873">
                  <c:v>-53.837542225536701</c:v>
                </c:pt>
                <c:pt idx="1874">
                  <c:v>-51.5758997654575</c:v>
                </c:pt>
                <c:pt idx="1875">
                  <c:v>2.29776760181994</c:v>
                </c:pt>
                <c:pt idx="1876">
                  <c:v>-37.309580920372298</c:v>
                </c:pt>
                <c:pt idx="1877">
                  <c:v>-47.903308112136003</c:v>
                </c:pt>
                <c:pt idx="1878">
                  <c:v>-59.324229618780898</c:v>
                </c:pt>
                <c:pt idx="1879">
                  <c:v>-47.479143862451501</c:v>
                </c:pt>
                <c:pt idx="1880">
                  <c:v>-83.692203416714605</c:v>
                </c:pt>
                <c:pt idx="1881">
                  <c:v>-43.815287010703202</c:v>
                </c:pt>
                <c:pt idx="1882">
                  <c:v>-67.273963870983593</c:v>
                </c:pt>
                <c:pt idx="1883">
                  <c:v>-85.738797849665303</c:v>
                </c:pt>
                <c:pt idx="1884">
                  <c:v>-67.903917181724793</c:v>
                </c:pt>
                <c:pt idx="1885">
                  <c:v>-46.125972674603801</c:v>
                </c:pt>
                <c:pt idx="1886">
                  <c:v>-37.700240551914199</c:v>
                </c:pt>
                <c:pt idx="1887">
                  <c:v>-52.696830815064402</c:v>
                </c:pt>
                <c:pt idx="1888">
                  <c:v>-3.8494903787623098</c:v>
                </c:pt>
                <c:pt idx="1889">
                  <c:v>-46.984179899942298</c:v>
                </c:pt>
                <c:pt idx="1890">
                  <c:v>-38.386683053393398</c:v>
                </c:pt>
                <c:pt idx="1891">
                  <c:v>-31.2987231317374</c:v>
                </c:pt>
                <c:pt idx="1892">
                  <c:v>-133.17219668815</c:v>
                </c:pt>
                <c:pt idx="1893">
                  <c:v>-46.984179899942298</c:v>
                </c:pt>
                <c:pt idx="1894">
                  <c:v>-88.287976647006801</c:v>
                </c:pt>
                <c:pt idx="1895">
                  <c:v>6.6911589903838804</c:v>
                </c:pt>
                <c:pt idx="1896">
                  <c:v>-35.369441017095497</c:v>
                </c:pt>
                <c:pt idx="1897">
                  <c:v>-34.7942496400428</c:v>
                </c:pt>
                <c:pt idx="1898">
                  <c:v>-83.144427568146895</c:v>
                </c:pt>
                <c:pt idx="1899">
                  <c:v>-9.3331847758927307</c:v>
                </c:pt>
                <c:pt idx="1900">
                  <c:v>-81.456394235508895</c:v>
                </c:pt>
                <c:pt idx="1901">
                  <c:v>-49.373097225230502</c:v>
                </c:pt>
                <c:pt idx="1902">
                  <c:v>-92.014761838128805</c:v>
                </c:pt>
                <c:pt idx="1903">
                  <c:v>-38.694327757628301</c:v>
                </c:pt>
                <c:pt idx="1904">
                  <c:v>-73.843694892242596</c:v>
                </c:pt>
                <c:pt idx="1905">
                  <c:v>-75.172101935252599</c:v>
                </c:pt>
                <c:pt idx="1906">
                  <c:v>-42.177903471018901</c:v>
                </c:pt>
                <c:pt idx="1907">
                  <c:v>-47.699091315735103</c:v>
                </c:pt>
                <c:pt idx="1908">
                  <c:v>-35.3078207004164</c:v>
                </c:pt>
                <c:pt idx="1909">
                  <c:v>-63.651111137824898</c:v>
                </c:pt>
                <c:pt idx="1910">
                  <c:v>-26.4104662043109</c:v>
                </c:pt>
                <c:pt idx="1911">
                  <c:v>-41.544944643291203</c:v>
                </c:pt>
                <c:pt idx="1912">
                  <c:v>-35.369441017093699</c:v>
                </c:pt>
                <c:pt idx="1913">
                  <c:v>-30.6251377226899</c:v>
                </c:pt>
                <c:pt idx="1914">
                  <c:v>-20.9516218099097</c:v>
                </c:pt>
                <c:pt idx="1915">
                  <c:v>-9.8093741992506693</c:v>
                </c:pt>
                <c:pt idx="1916">
                  <c:v>-27.591402666120299</c:v>
                </c:pt>
                <c:pt idx="1917">
                  <c:v>-42.382644472506399</c:v>
                </c:pt>
                <c:pt idx="1918">
                  <c:v>-46.984179899942298</c:v>
                </c:pt>
                <c:pt idx="1919">
                  <c:v>-65.495029940227994</c:v>
                </c:pt>
                <c:pt idx="1920">
                  <c:v>-59.570309096923602</c:v>
                </c:pt>
                <c:pt idx="1921">
                  <c:v>1.0682405636343899</c:v>
                </c:pt>
                <c:pt idx="1922">
                  <c:v>-31.3398798764728</c:v>
                </c:pt>
                <c:pt idx="1923">
                  <c:v>-8.5846760649246701</c:v>
                </c:pt>
                <c:pt idx="1924">
                  <c:v>-49.907317152731501</c:v>
                </c:pt>
                <c:pt idx="1925">
                  <c:v>-34.794249640041002</c:v>
                </c:pt>
                <c:pt idx="1926">
                  <c:v>-33.643406916819004</c:v>
                </c:pt>
                <c:pt idx="1927">
                  <c:v>22.327915158730299</c:v>
                </c:pt>
                <c:pt idx="1928">
                  <c:v>-51.270089851071099</c:v>
                </c:pt>
                <c:pt idx="1929">
                  <c:v>-20.3644820057897</c:v>
                </c:pt>
                <c:pt idx="1930">
                  <c:v>-41.829799120644502</c:v>
                </c:pt>
                <c:pt idx="1931">
                  <c:v>-69.238771873552594</c:v>
                </c:pt>
                <c:pt idx="1932">
                  <c:v>-17.829350017942399</c:v>
                </c:pt>
                <c:pt idx="1933">
                  <c:v>5.1210733031866704</c:v>
                </c:pt>
                <c:pt idx="1934">
                  <c:v>-31.915991989262601</c:v>
                </c:pt>
                <c:pt idx="1935">
                  <c:v>-29.610621266838201</c:v>
                </c:pt>
                <c:pt idx="1936">
                  <c:v>-26.663578310157298</c:v>
                </c:pt>
                <c:pt idx="1937">
                  <c:v>-28.889688262980599</c:v>
                </c:pt>
                <c:pt idx="1938">
                  <c:v>1.8275723212427599</c:v>
                </c:pt>
                <c:pt idx="1939">
                  <c:v>7.5920501796645098E-2</c:v>
                </c:pt>
                <c:pt idx="1940">
                  <c:v>0.73084479022782001</c:v>
                </c:pt>
                <c:pt idx="1941">
                  <c:v>7.71946428430783</c:v>
                </c:pt>
                <c:pt idx="1942">
                  <c:v>-8.4863678767805997</c:v>
                </c:pt>
                <c:pt idx="1943">
                  <c:v>30.638795727200801</c:v>
                </c:pt>
                <c:pt idx="1944">
                  <c:v>-9.5346622772167393</c:v>
                </c:pt>
                <c:pt idx="1945">
                  <c:v>-5.8379352458860003</c:v>
                </c:pt>
                <c:pt idx="1946">
                  <c:v>-27.591402666117499</c:v>
                </c:pt>
                <c:pt idx="1947">
                  <c:v>-16.102058024403</c:v>
                </c:pt>
                <c:pt idx="1948">
                  <c:v>-2.3996202012131098</c:v>
                </c:pt>
                <c:pt idx="1949">
                  <c:v>-58.597544615249703</c:v>
                </c:pt>
                <c:pt idx="1950">
                  <c:v>-16.431172154783699</c:v>
                </c:pt>
                <c:pt idx="1951">
                  <c:v>2.2977676018172102</c:v>
                </c:pt>
                <c:pt idx="1952">
                  <c:v>29.6487116064154</c:v>
                </c:pt>
                <c:pt idx="1953">
                  <c:v>26.465963873159101</c:v>
                </c:pt>
                <c:pt idx="1954">
                  <c:v>5.1210733031866704</c:v>
                </c:pt>
                <c:pt idx="1955">
                  <c:v>0.41759554075997501</c:v>
                </c:pt>
                <c:pt idx="1956">
                  <c:v>-12.1887557617783</c:v>
                </c:pt>
                <c:pt idx="1957">
                  <c:v>-30.372489047561402</c:v>
                </c:pt>
                <c:pt idx="1958">
                  <c:v>5.3208395694200501</c:v>
                </c:pt>
                <c:pt idx="1959">
                  <c:v>-7.5190456313448504</c:v>
                </c:pt>
                <c:pt idx="1960">
                  <c:v>-18.9161984070569</c:v>
                </c:pt>
                <c:pt idx="1961">
                  <c:v>15.8831065187769</c:v>
                </c:pt>
                <c:pt idx="1962">
                  <c:v>8.4195606605762805</c:v>
                </c:pt>
                <c:pt idx="1963">
                  <c:v>-25.4652525564142</c:v>
                </c:pt>
                <c:pt idx="1964">
                  <c:v>6.6428317894897102</c:v>
                </c:pt>
                <c:pt idx="1965">
                  <c:v>26.127870545255899</c:v>
                </c:pt>
                <c:pt idx="1966">
                  <c:v>-14.192210340351201</c:v>
                </c:pt>
                <c:pt idx="1967">
                  <c:v>-28.5901530871697</c:v>
                </c:pt>
                <c:pt idx="1968">
                  <c:v>-8.61870478559376</c:v>
                </c:pt>
                <c:pt idx="1969">
                  <c:v>-34.075044829750297</c:v>
                </c:pt>
                <c:pt idx="1970">
                  <c:v>9.5201664875485204</c:v>
                </c:pt>
                <c:pt idx="1971">
                  <c:v>19.671868625055101</c:v>
                </c:pt>
                <c:pt idx="1972">
                  <c:v>18.465640671615802</c:v>
                </c:pt>
                <c:pt idx="1973">
                  <c:v>50.636837319386302</c:v>
                </c:pt>
                <c:pt idx="1974">
                  <c:v>36.872441284079201</c:v>
                </c:pt>
                <c:pt idx="1975">
                  <c:v>18.3450544841034</c:v>
                </c:pt>
                <c:pt idx="1976">
                  <c:v>63.977734579153498</c:v>
                </c:pt>
                <c:pt idx="1977">
                  <c:v>34.684599771820999</c:v>
                </c:pt>
                <c:pt idx="1978">
                  <c:v>-31.915991989260799</c:v>
                </c:pt>
                <c:pt idx="1979">
                  <c:v>-32.580545863099303</c:v>
                </c:pt>
                <c:pt idx="1980">
                  <c:v>-16.741956295967601</c:v>
                </c:pt>
                <c:pt idx="1981">
                  <c:v>30.794265579832398</c:v>
                </c:pt>
                <c:pt idx="1982">
                  <c:v>55.560722916197797</c:v>
                </c:pt>
                <c:pt idx="1983">
                  <c:v>10.6213280357196</c:v>
                </c:pt>
                <c:pt idx="1984">
                  <c:v>-2.3370550279560098</c:v>
                </c:pt>
                <c:pt idx="1985">
                  <c:v>12.667818138193001</c:v>
                </c:pt>
                <c:pt idx="1986">
                  <c:v>23.1736977988839</c:v>
                </c:pt>
                <c:pt idx="1987">
                  <c:v>45.4828876068486</c:v>
                </c:pt>
                <c:pt idx="1988">
                  <c:v>14.369439765826399</c:v>
                </c:pt>
                <c:pt idx="1989">
                  <c:v>3.56352481582325</c:v>
                </c:pt>
                <c:pt idx="1990">
                  <c:v>-10.206118954994899</c:v>
                </c:pt>
                <c:pt idx="1991">
                  <c:v>61.399708624461702</c:v>
                </c:pt>
                <c:pt idx="1992">
                  <c:v>19.671868625052401</c:v>
                </c:pt>
                <c:pt idx="1993">
                  <c:v>35.730980144176101</c:v>
                </c:pt>
                <c:pt idx="1994">
                  <c:v>70.921126066839804</c:v>
                </c:pt>
                <c:pt idx="1995">
                  <c:v>47.087533840263802</c:v>
                </c:pt>
                <c:pt idx="1996">
                  <c:v>2.4627724708388898</c:v>
                </c:pt>
                <c:pt idx="1997">
                  <c:v>19.876065383317801</c:v>
                </c:pt>
                <c:pt idx="1998">
                  <c:v>39.6711943086475</c:v>
                </c:pt>
                <c:pt idx="1999">
                  <c:v>80.678635795476097</c:v>
                </c:pt>
                <c:pt idx="2000">
                  <c:v>53.6836589139156</c:v>
                </c:pt>
                <c:pt idx="2001">
                  <c:v>113.83864004166399</c:v>
                </c:pt>
                <c:pt idx="2002">
                  <c:v>122.92258247743</c:v>
                </c:pt>
                <c:pt idx="2003">
                  <c:v>49.066965531390402</c:v>
                </c:pt>
                <c:pt idx="2004">
                  <c:v>73.413142066152403</c:v>
                </c:pt>
                <c:pt idx="2005">
                  <c:v>24.987190928315599</c:v>
                </c:pt>
                <c:pt idx="2006">
                  <c:v>42.160038029725001</c:v>
                </c:pt>
                <c:pt idx="2007">
                  <c:v>51.758860143831001</c:v>
                </c:pt>
                <c:pt idx="2008">
                  <c:v>39.382325789624701</c:v>
                </c:pt>
                <c:pt idx="2009">
                  <c:v>5.4349999457745</c:v>
                </c:pt>
                <c:pt idx="2010">
                  <c:v>4.2423192850128499</c:v>
                </c:pt>
                <c:pt idx="2011">
                  <c:v>19.292696674105098</c:v>
                </c:pt>
                <c:pt idx="2012">
                  <c:v>51.758860143832798</c:v>
                </c:pt>
                <c:pt idx="2013">
                  <c:v>57.452576266115997</c:v>
                </c:pt>
                <c:pt idx="2014">
                  <c:v>61.575387501764403</c:v>
                </c:pt>
                <c:pt idx="2015">
                  <c:v>94.060852736169096</c:v>
                </c:pt>
                <c:pt idx="2016">
                  <c:v>55.610140936095299</c:v>
                </c:pt>
                <c:pt idx="2017">
                  <c:v>96.459041289859599</c:v>
                </c:pt>
                <c:pt idx="2018">
                  <c:v>40.346027073182903</c:v>
                </c:pt>
                <c:pt idx="2019">
                  <c:v>65.267877278654794</c:v>
                </c:pt>
                <c:pt idx="2020">
                  <c:v>54.753718753795503</c:v>
                </c:pt>
                <c:pt idx="2021">
                  <c:v>47.274196614347602</c:v>
                </c:pt>
                <c:pt idx="2022">
                  <c:v>89.723856574453706</c:v>
                </c:pt>
                <c:pt idx="2023">
                  <c:v>54.454049608919298</c:v>
                </c:pt>
                <c:pt idx="2024">
                  <c:v>59.854337323891698</c:v>
                </c:pt>
                <c:pt idx="2025">
                  <c:v>84.320335825548597</c:v>
                </c:pt>
                <c:pt idx="2026">
                  <c:v>38.332215064708997</c:v>
                </c:pt>
                <c:pt idx="2027">
                  <c:v>43.061672451645698</c:v>
                </c:pt>
                <c:pt idx="2028">
                  <c:v>86.767464899130502</c:v>
                </c:pt>
                <c:pt idx="2029">
                  <c:v>41.010990501483299</c:v>
                </c:pt>
                <c:pt idx="2030">
                  <c:v>71.435775356129795</c:v>
                </c:pt>
                <c:pt idx="2031">
                  <c:v>106.29681167265301</c:v>
                </c:pt>
                <c:pt idx="2032">
                  <c:v>47.739710454246001</c:v>
                </c:pt>
                <c:pt idx="2033">
                  <c:v>54.208896074819599</c:v>
                </c:pt>
                <c:pt idx="2034">
                  <c:v>95.586673456327802</c:v>
                </c:pt>
                <c:pt idx="2035">
                  <c:v>53.333570365269203</c:v>
                </c:pt>
                <c:pt idx="2036">
                  <c:v>62.043932888720498</c:v>
                </c:pt>
                <c:pt idx="2037">
                  <c:v>59.468163576569999</c:v>
                </c:pt>
                <c:pt idx="2038">
                  <c:v>67.979632099457305</c:v>
                </c:pt>
                <c:pt idx="2039">
                  <c:v>59.117155191370301</c:v>
                </c:pt>
                <c:pt idx="2040">
                  <c:v>76.913172365877401</c:v>
                </c:pt>
                <c:pt idx="2041">
                  <c:v>50.262956751866099</c:v>
                </c:pt>
                <c:pt idx="2042">
                  <c:v>63.415600491365602</c:v>
                </c:pt>
                <c:pt idx="2043">
                  <c:v>100.38893507704999</c:v>
                </c:pt>
                <c:pt idx="2044">
                  <c:v>68.144087884327703</c:v>
                </c:pt>
                <c:pt idx="2045">
                  <c:v>80.375430640785396</c:v>
                </c:pt>
                <c:pt idx="2046">
                  <c:v>70.694718314389306</c:v>
                </c:pt>
                <c:pt idx="2047">
                  <c:v>69.789319042304598</c:v>
                </c:pt>
                <c:pt idx="2048">
                  <c:v>50.493029586070399</c:v>
                </c:pt>
                <c:pt idx="2049">
                  <c:v>49.451320407936599</c:v>
                </c:pt>
                <c:pt idx="2050">
                  <c:v>62.124474145470202</c:v>
                </c:pt>
                <c:pt idx="2051">
                  <c:v>81.198512578733201</c:v>
                </c:pt>
                <c:pt idx="2052">
                  <c:v>77.930632835290396</c:v>
                </c:pt>
                <c:pt idx="2053">
                  <c:v>78.557070396106596</c:v>
                </c:pt>
                <c:pt idx="2054">
                  <c:v>92.536078532279106</c:v>
                </c:pt>
                <c:pt idx="2055">
                  <c:v>65.267877278654794</c:v>
                </c:pt>
                <c:pt idx="2056">
                  <c:v>67.527441781511698</c:v>
                </c:pt>
                <c:pt idx="2057">
                  <c:v>70.759403878471801</c:v>
                </c:pt>
                <c:pt idx="2058">
                  <c:v>103.53785280044799</c:v>
                </c:pt>
                <c:pt idx="2059">
                  <c:v>92.536078532279106</c:v>
                </c:pt>
                <c:pt idx="2060">
                  <c:v>85.687516430059006</c:v>
                </c:pt>
                <c:pt idx="2061">
                  <c:v>104.227272354619</c:v>
                </c:pt>
                <c:pt idx="2062">
                  <c:v>53.333570365269203</c:v>
                </c:pt>
                <c:pt idx="2063">
                  <c:v>72.808759154870103</c:v>
                </c:pt>
                <c:pt idx="2064">
                  <c:v>104.67348105642</c:v>
                </c:pt>
                <c:pt idx="2065">
                  <c:v>99.405810841923994</c:v>
                </c:pt>
                <c:pt idx="2066">
                  <c:v>52.795081222879098</c:v>
                </c:pt>
                <c:pt idx="2067">
                  <c:v>59.253651814954502</c:v>
                </c:pt>
                <c:pt idx="2068">
                  <c:v>73.622390003169997</c:v>
                </c:pt>
                <c:pt idx="2069">
                  <c:v>117.619130475511</c:v>
                </c:pt>
                <c:pt idx="2070">
                  <c:v>42.798657527448903</c:v>
                </c:pt>
                <c:pt idx="2071">
                  <c:v>45.035288256881302</c:v>
                </c:pt>
                <c:pt idx="2072">
                  <c:v>67.527441781513502</c:v>
                </c:pt>
                <c:pt idx="2073">
                  <c:v>67.075343973861806</c:v>
                </c:pt>
                <c:pt idx="2074">
                  <c:v>57.752653387726198</c:v>
                </c:pt>
                <c:pt idx="2075">
                  <c:v>76.740201425544001</c:v>
                </c:pt>
                <c:pt idx="2076">
                  <c:v>100.38893507704999</c:v>
                </c:pt>
                <c:pt idx="2077">
                  <c:v>49.8357424207097</c:v>
                </c:pt>
                <c:pt idx="2078">
                  <c:v>96.197295010320801</c:v>
                </c:pt>
                <c:pt idx="2079">
                  <c:v>87.968024262657295</c:v>
                </c:pt>
                <c:pt idx="2080">
                  <c:v>32.984452651952701</c:v>
                </c:pt>
                <c:pt idx="2081">
                  <c:v>40.767330395197803</c:v>
                </c:pt>
                <c:pt idx="2082">
                  <c:v>28.618690859236199</c:v>
                </c:pt>
                <c:pt idx="2083">
                  <c:v>68.9665504043205</c:v>
                </c:pt>
                <c:pt idx="2084">
                  <c:v>61.399708624461702</c:v>
                </c:pt>
                <c:pt idx="2085">
                  <c:v>56.1142680417788</c:v>
                </c:pt>
                <c:pt idx="2086">
                  <c:v>72.186772681078693</c:v>
                </c:pt>
                <c:pt idx="2087">
                  <c:v>70.112633368901697</c:v>
                </c:pt>
                <c:pt idx="2088">
                  <c:v>77.512022270985597</c:v>
                </c:pt>
                <c:pt idx="2089">
                  <c:v>74.968027922235706</c:v>
                </c:pt>
                <c:pt idx="2090">
                  <c:v>65.267877278654794</c:v>
                </c:pt>
                <c:pt idx="2091">
                  <c:v>120.143015205202</c:v>
                </c:pt>
                <c:pt idx="2092">
                  <c:v>28.315835731918</c:v>
                </c:pt>
                <c:pt idx="2093">
                  <c:v>36.994052022688201</c:v>
                </c:pt>
                <c:pt idx="2094">
                  <c:v>17.713521245130298</c:v>
                </c:pt>
                <c:pt idx="2095">
                  <c:v>74.320026055472198</c:v>
                </c:pt>
                <c:pt idx="2096">
                  <c:v>-31.915991989262601</c:v>
                </c:pt>
                <c:pt idx="2097">
                  <c:v>54.004622298829403</c:v>
                </c:pt>
                <c:pt idx="2098">
                  <c:v>32.660764504437701</c:v>
                </c:pt>
                <c:pt idx="2099">
                  <c:v>44.364060045301798</c:v>
                </c:pt>
                <c:pt idx="2100">
                  <c:v>35.147453030127501</c:v>
                </c:pt>
                <c:pt idx="2101">
                  <c:v>22.327915158730299</c:v>
                </c:pt>
                <c:pt idx="2102">
                  <c:v>78.860026826614501</c:v>
                </c:pt>
                <c:pt idx="2103">
                  <c:v>38.332215064708997</c:v>
                </c:pt>
                <c:pt idx="2104">
                  <c:v>65.267877278654794</c:v>
                </c:pt>
                <c:pt idx="2105">
                  <c:v>57.538308419358103</c:v>
                </c:pt>
                <c:pt idx="2106">
                  <c:v>79.290615135048</c:v>
                </c:pt>
                <c:pt idx="2107">
                  <c:v>57.152539979658201</c:v>
                </c:pt>
                <c:pt idx="2108">
                  <c:v>81.783519735764401</c:v>
                </c:pt>
                <c:pt idx="2109">
                  <c:v>69.789319042306403</c:v>
                </c:pt>
                <c:pt idx="2110">
                  <c:v>50.220231587292801</c:v>
                </c:pt>
                <c:pt idx="2111">
                  <c:v>28.315835731918</c:v>
                </c:pt>
                <c:pt idx="2112">
                  <c:v>72.053512613657404</c:v>
                </c:pt>
                <c:pt idx="2113">
                  <c:v>67.527441781511698</c:v>
                </c:pt>
                <c:pt idx="2114">
                  <c:v>94.199520450072598</c:v>
                </c:pt>
                <c:pt idx="2115">
                  <c:v>57.983509735283398</c:v>
                </c:pt>
                <c:pt idx="2116">
                  <c:v>29.426509302288601</c:v>
                </c:pt>
                <c:pt idx="2117">
                  <c:v>66.500080515220304</c:v>
                </c:pt>
                <c:pt idx="2118">
                  <c:v>33.8748415206746</c:v>
                </c:pt>
                <c:pt idx="2119">
                  <c:v>40.628108183521299</c:v>
                </c:pt>
                <c:pt idx="2120">
                  <c:v>53.6836589139156</c:v>
                </c:pt>
                <c:pt idx="2121">
                  <c:v>133.07743314361801</c:v>
                </c:pt>
                <c:pt idx="2122">
                  <c:v>60.345928974378602</c:v>
                </c:pt>
                <c:pt idx="2123">
                  <c:v>37.920385692147597</c:v>
                </c:pt>
                <c:pt idx="2124">
                  <c:v>33.8748415206746</c:v>
                </c:pt>
                <c:pt idx="2125">
                  <c:v>76.913172365879205</c:v>
                </c:pt>
                <c:pt idx="2126">
                  <c:v>27.6497018265745</c:v>
                </c:pt>
                <c:pt idx="2127">
                  <c:v>43.693036726335698</c:v>
                </c:pt>
                <c:pt idx="2128">
                  <c:v>52.983537448045297</c:v>
                </c:pt>
                <c:pt idx="2129">
                  <c:v>-35.369441017095497</c:v>
                </c:pt>
                <c:pt idx="2130">
                  <c:v>12.9255543432054</c:v>
                </c:pt>
                <c:pt idx="2131">
                  <c:v>51.758860143831001</c:v>
                </c:pt>
                <c:pt idx="2132">
                  <c:v>53.6836589139156</c:v>
                </c:pt>
                <c:pt idx="2133">
                  <c:v>65.267877278654794</c:v>
                </c:pt>
                <c:pt idx="2134">
                  <c:v>-10.6027912194604</c:v>
                </c:pt>
                <c:pt idx="2135">
                  <c:v>18.948051970345599</c:v>
                </c:pt>
                <c:pt idx="2136">
                  <c:v>21.1016466180008</c:v>
                </c:pt>
                <c:pt idx="2137">
                  <c:v>57.5383084193599</c:v>
                </c:pt>
                <c:pt idx="2138">
                  <c:v>72.897628641632707</c:v>
                </c:pt>
                <c:pt idx="2139">
                  <c:v>53.442967060065698</c:v>
                </c:pt>
                <c:pt idx="2140">
                  <c:v>56.252676047864902</c:v>
                </c:pt>
                <c:pt idx="2141">
                  <c:v>72.053512613657404</c:v>
                </c:pt>
                <c:pt idx="2142">
                  <c:v>105.14683036301101</c:v>
                </c:pt>
                <c:pt idx="2143">
                  <c:v>60.755672372538299</c:v>
                </c:pt>
                <c:pt idx="2144">
                  <c:v>31.649546965967598</c:v>
                </c:pt>
                <c:pt idx="2145">
                  <c:v>63.4618884793544</c:v>
                </c:pt>
                <c:pt idx="2146">
                  <c:v>98.030166053096707</c:v>
                </c:pt>
                <c:pt idx="2147">
                  <c:v>57.889065580848097</c:v>
                </c:pt>
                <c:pt idx="2148">
                  <c:v>47.825662243432802</c:v>
                </c:pt>
                <c:pt idx="2149">
                  <c:v>32.984452651950903</c:v>
                </c:pt>
                <c:pt idx="2150">
                  <c:v>34.988336206465597</c:v>
                </c:pt>
                <c:pt idx="2151">
                  <c:v>-26.663578310157298</c:v>
                </c:pt>
                <c:pt idx="2152">
                  <c:v>32.1628760377207</c:v>
                </c:pt>
                <c:pt idx="2153">
                  <c:v>-37.309580920372298</c:v>
                </c:pt>
                <c:pt idx="2154">
                  <c:v>20.167808129293899</c:v>
                </c:pt>
                <c:pt idx="2155">
                  <c:v>-34.9996927271768</c:v>
                </c:pt>
                <c:pt idx="2156">
                  <c:v>58.503024900267498</c:v>
                </c:pt>
                <c:pt idx="2157">
                  <c:v>-21.088260826807499</c:v>
                </c:pt>
                <c:pt idx="2158">
                  <c:v>-27.591402666120299</c:v>
                </c:pt>
                <c:pt idx="2159">
                  <c:v>-54.835168295994599</c:v>
                </c:pt>
                <c:pt idx="2160">
                  <c:v>76.4142544509304</c:v>
                </c:pt>
                <c:pt idx="2161">
                  <c:v>27.407521543043899</c:v>
                </c:pt>
                <c:pt idx="2162">
                  <c:v>40.006066738697797</c:v>
                </c:pt>
                <c:pt idx="2163">
                  <c:v>56.529518135397602</c:v>
                </c:pt>
                <c:pt idx="2164">
                  <c:v>45.994541314051197</c:v>
                </c:pt>
                <c:pt idx="2165">
                  <c:v>40.280091258528003</c:v>
                </c:pt>
                <c:pt idx="2166">
                  <c:v>30.1102807185034</c:v>
                </c:pt>
                <c:pt idx="2167">
                  <c:v>142.986893564523</c:v>
                </c:pt>
                <c:pt idx="2168">
                  <c:v>45.035288256883099</c:v>
                </c:pt>
                <c:pt idx="2169">
                  <c:v>101.962837396205</c:v>
                </c:pt>
                <c:pt idx="2170">
                  <c:v>79.066611784080095</c:v>
                </c:pt>
                <c:pt idx="2171">
                  <c:v>38.332215064708997</c:v>
                </c:pt>
                <c:pt idx="2172">
                  <c:v>33.189894918453298</c:v>
                </c:pt>
                <c:pt idx="2173">
                  <c:v>58.503024900267498</c:v>
                </c:pt>
                <c:pt idx="2174">
                  <c:v>64.622711716645398</c:v>
                </c:pt>
                <c:pt idx="2175">
                  <c:v>82.498738181683606</c:v>
                </c:pt>
                <c:pt idx="2176">
                  <c:v>34.217395063890699</c:v>
                </c:pt>
                <c:pt idx="2177">
                  <c:v>69.789319042306403</c:v>
                </c:pt>
                <c:pt idx="2178">
                  <c:v>59.253651814954502</c:v>
                </c:pt>
                <c:pt idx="2179">
                  <c:v>56.351544230642503</c:v>
                </c:pt>
                <c:pt idx="2180">
                  <c:v>81.092164225792601</c:v>
                </c:pt>
                <c:pt idx="2181">
                  <c:v>18.7872363720316</c:v>
                </c:pt>
                <c:pt idx="2182">
                  <c:v>114.80738678595399</c:v>
                </c:pt>
                <c:pt idx="2183">
                  <c:v>71.600488423772703</c:v>
                </c:pt>
                <c:pt idx="2184">
                  <c:v>89.021357035885501</c:v>
                </c:pt>
                <c:pt idx="2185">
                  <c:v>26.465963873159101</c:v>
                </c:pt>
                <c:pt idx="2186">
                  <c:v>130.085931481355</c:v>
                </c:pt>
                <c:pt idx="2187">
                  <c:v>69.142832193643699</c:v>
                </c:pt>
                <c:pt idx="2188">
                  <c:v>79.909042156311401</c:v>
                </c:pt>
                <c:pt idx="2189">
                  <c:v>93.516170440624506</c:v>
                </c:pt>
                <c:pt idx="2190">
                  <c:v>106.29681167265301</c:v>
                </c:pt>
                <c:pt idx="2191">
                  <c:v>66.310466045018899</c:v>
                </c:pt>
                <c:pt idx="2192">
                  <c:v>78.860026826614501</c:v>
                </c:pt>
                <c:pt idx="2193">
                  <c:v>65.678535324866004</c:v>
                </c:pt>
                <c:pt idx="2194">
                  <c:v>92.536078532279106</c:v>
                </c:pt>
                <c:pt idx="2195">
                  <c:v>87.055539932597597</c:v>
                </c:pt>
                <c:pt idx="2196">
                  <c:v>75.745880641860794</c:v>
                </c:pt>
                <c:pt idx="2197">
                  <c:v>119.598406858757</c:v>
                </c:pt>
                <c:pt idx="2198">
                  <c:v>98.641458758021102</c:v>
                </c:pt>
                <c:pt idx="2199">
                  <c:v>86.143430570416001</c:v>
                </c:pt>
                <c:pt idx="2200">
                  <c:v>102.84864652378801</c:v>
                </c:pt>
                <c:pt idx="2201">
                  <c:v>98.030166053096707</c:v>
                </c:pt>
                <c:pt idx="2202">
                  <c:v>106.29681167265301</c:v>
                </c:pt>
                <c:pt idx="2203">
                  <c:v>93.679561116365207</c:v>
                </c:pt>
                <c:pt idx="2204">
                  <c:v>66.658105005823899</c:v>
                </c:pt>
                <c:pt idx="2205">
                  <c:v>128.32808793765801</c:v>
                </c:pt>
                <c:pt idx="2206">
                  <c:v>97.383097948136296</c:v>
                </c:pt>
                <c:pt idx="2207">
                  <c:v>99.405810841923994</c:v>
                </c:pt>
                <c:pt idx="2208">
                  <c:v>92.536078532279106</c:v>
                </c:pt>
                <c:pt idx="2209">
                  <c:v>77.156435610684596</c:v>
                </c:pt>
                <c:pt idx="2210">
                  <c:v>146.79725647626199</c:v>
                </c:pt>
                <c:pt idx="2211">
                  <c:v>212.66355973067601</c:v>
                </c:pt>
                <c:pt idx="2212">
                  <c:v>179.85361254850699</c:v>
                </c:pt>
                <c:pt idx="2213">
                  <c:v>107.085713298325</c:v>
                </c:pt>
                <c:pt idx="2214">
                  <c:v>99.6143160661222</c:v>
                </c:pt>
                <c:pt idx="2215">
                  <c:v>100.716739660784</c:v>
                </c:pt>
                <c:pt idx="2216">
                  <c:v>135.40691875815099</c:v>
                </c:pt>
                <c:pt idx="2217">
                  <c:v>100.388935077051</c:v>
                </c:pt>
                <c:pt idx="2218">
                  <c:v>97.113541770528101</c:v>
                </c:pt>
                <c:pt idx="2219">
                  <c:v>101.032669747143</c:v>
                </c:pt>
                <c:pt idx="2220">
                  <c:v>97.113541770528101</c:v>
                </c:pt>
                <c:pt idx="2221">
                  <c:v>85.421116463541694</c:v>
                </c:pt>
                <c:pt idx="2222">
                  <c:v>122.92258247743</c:v>
                </c:pt>
                <c:pt idx="2223">
                  <c:v>66.658105005823899</c:v>
                </c:pt>
                <c:pt idx="2224">
                  <c:v>103.161895671049</c:v>
                </c:pt>
                <c:pt idx="2225">
                  <c:v>60.755672372538299</c:v>
                </c:pt>
                <c:pt idx="2226">
                  <c:v>33.4700744878837</c:v>
                </c:pt>
                <c:pt idx="2227">
                  <c:v>73.564263591435505</c:v>
                </c:pt>
                <c:pt idx="2228">
                  <c:v>5.1210733031866704</c:v>
                </c:pt>
                <c:pt idx="2229">
                  <c:v>69.142832193643699</c:v>
                </c:pt>
                <c:pt idx="2230">
                  <c:v>99.405810841925799</c:v>
                </c:pt>
                <c:pt idx="2231">
                  <c:v>103.53785280044799</c:v>
                </c:pt>
                <c:pt idx="2232">
                  <c:v>66.910967701973206</c:v>
                </c:pt>
                <c:pt idx="2233">
                  <c:v>92.536078532279106</c:v>
                </c:pt>
                <c:pt idx="2234">
                  <c:v>116.904547615764</c:v>
                </c:pt>
                <c:pt idx="2235">
                  <c:v>133.71716074502001</c:v>
                </c:pt>
                <c:pt idx="2236">
                  <c:v>109.909840471259</c:v>
                </c:pt>
                <c:pt idx="2237">
                  <c:v>49.835742420708797</c:v>
                </c:pt>
                <c:pt idx="2238">
                  <c:v>24.987190928315599</c:v>
                </c:pt>
                <c:pt idx="2239">
                  <c:v>68.173456276518607</c:v>
                </c:pt>
                <c:pt idx="2240">
                  <c:v>115.87349373406801</c:v>
                </c:pt>
                <c:pt idx="2241">
                  <c:v>89.109157326156406</c:v>
                </c:pt>
                <c:pt idx="2242">
                  <c:v>96.655371214706904</c:v>
                </c:pt>
                <c:pt idx="2243">
                  <c:v>129.96869900091201</c:v>
                </c:pt>
                <c:pt idx="2244">
                  <c:v>45.994541314051197</c:v>
                </c:pt>
                <c:pt idx="2245">
                  <c:v>62.043932888720498</c:v>
                </c:pt>
                <c:pt idx="2246">
                  <c:v>83.409349981271504</c:v>
                </c:pt>
                <c:pt idx="2247">
                  <c:v>58.147553933898003</c:v>
                </c:pt>
                <c:pt idx="2248">
                  <c:v>89.489665369605902</c:v>
                </c:pt>
                <c:pt idx="2249">
                  <c:v>59.468163576569999</c:v>
                </c:pt>
                <c:pt idx="2250">
                  <c:v>20.556859028785698</c:v>
                </c:pt>
                <c:pt idx="2251">
                  <c:v>92.536078532279106</c:v>
                </c:pt>
                <c:pt idx="2252">
                  <c:v>37.440015726997402</c:v>
                </c:pt>
                <c:pt idx="2253">
                  <c:v>132.32918343684699</c:v>
                </c:pt>
                <c:pt idx="2254">
                  <c:v>50.723126468866198</c:v>
                </c:pt>
                <c:pt idx="2255">
                  <c:v>106.29681167265301</c:v>
                </c:pt>
                <c:pt idx="2256">
                  <c:v>77.951281799412698</c:v>
                </c:pt>
                <c:pt idx="2257">
                  <c:v>95.281425539284101</c:v>
                </c:pt>
                <c:pt idx="2258">
                  <c:v>104.32577827854099</c:v>
                </c:pt>
                <c:pt idx="2259">
                  <c:v>123.934191024089</c:v>
                </c:pt>
                <c:pt idx="2260">
                  <c:v>134.07548791864099</c:v>
                </c:pt>
                <c:pt idx="2261">
                  <c:v>2.9248526383125801</c:v>
                </c:pt>
                <c:pt idx="2262">
                  <c:v>24.987190928315599</c:v>
                </c:pt>
                <c:pt idx="2263">
                  <c:v>104.45712628479301</c:v>
                </c:pt>
                <c:pt idx="2264">
                  <c:v>78.860026826614501</c:v>
                </c:pt>
                <c:pt idx="2265">
                  <c:v>148.09503858653801</c:v>
                </c:pt>
                <c:pt idx="2266">
                  <c:v>67.204505337876896</c:v>
                </c:pt>
                <c:pt idx="2267">
                  <c:v>150.854251194997</c:v>
                </c:pt>
                <c:pt idx="2268">
                  <c:v>59.022662476929298</c:v>
                </c:pt>
                <c:pt idx="2269">
                  <c:v>63.0106219883709</c:v>
                </c:pt>
                <c:pt idx="2270">
                  <c:v>67.732971365197898</c:v>
                </c:pt>
                <c:pt idx="2271">
                  <c:v>58.503024900267498</c:v>
                </c:pt>
                <c:pt idx="2272">
                  <c:v>65.267877278654794</c:v>
                </c:pt>
                <c:pt idx="2273">
                  <c:v>81.588500196465205</c:v>
                </c:pt>
                <c:pt idx="2274">
                  <c:v>60.192294816279102</c:v>
                </c:pt>
                <c:pt idx="2275">
                  <c:v>87.553212159698802</c:v>
                </c:pt>
                <c:pt idx="2276">
                  <c:v>51.758860143831001</c:v>
                </c:pt>
                <c:pt idx="2277">
                  <c:v>68.598568814804807</c:v>
                </c:pt>
                <c:pt idx="2278">
                  <c:v>74.968027922235706</c:v>
                </c:pt>
                <c:pt idx="2279">
                  <c:v>62.258716104890397</c:v>
                </c:pt>
                <c:pt idx="2280">
                  <c:v>84.710872890834196</c:v>
                </c:pt>
                <c:pt idx="2281">
                  <c:v>76.967228555518801</c:v>
                </c:pt>
                <c:pt idx="2282">
                  <c:v>51.0855778344066</c:v>
                </c:pt>
                <c:pt idx="2283">
                  <c:v>24.987190928315599</c:v>
                </c:pt>
                <c:pt idx="2284">
                  <c:v>58.0527713528272</c:v>
                </c:pt>
                <c:pt idx="2285">
                  <c:v>74.968027922235706</c:v>
                </c:pt>
                <c:pt idx="2286">
                  <c:v>41.202456690905798</c:v>
                </c:pt>
                <c:pt idx="2287">
                  <c:v>55.270051110461203</c:v>
                </c:pt>
                <c:pt idx="2288">
                  <c:v>39.097246070263203</c:v>
                </c:pt>
                <c:pt idx="2289">
                  <c:v>53.683658913916503</c:v>
                </c:pt>
                <c:pt idx="2290">
                  <c:v>40.1177022305801</c:v>
                </c:pt>
                <c:pt idx="2291">
                  <c:v>94.496694678877205</c:v>
                </c:pt>
                <c:pt idx="2292">
                  <c:v>-10.6027912194604</c:v>
                </c:pt>
                <c:pt idx="2293">
                  <c:v>142.476716783298</c:v>
                </c:pt>
                <c:pt idx="2294">
                  <c:v>151.222401869647</c:v>
                </c:pt>
                <c:pt idx="2295">
                  <c:v>92.536078532279106</c:v>
                </c:pt>
                <c:pt idx="2296">
                  <c:v>83.823388072915805</c:v>
                </c:pt>
                <c:pt idx="2297">
                  <c:v>54.617500453704402</c:v>
                </c:pt>
                <c:pt idx="2298">
                  <c:v>106.296811672654</c:v>
                </c:pt>
                <c:pt idx="2299">
                  <c:v>56.781963285452498</c:v>
                </c:pt>
                <c:pt idx="2300">
                  <c:v>55.434936592873697</c:v>
                </c:pt>
                <c:pt idx="2301">
                  <c:v>60.755672372538299</c:v>
                </c:pt>
                <c:pt idx="2302">
                  <c:v>101.70044307731099</c:v>
                </c:pt>
                <c:pt idx="2303">
                  <c:v>93.679561116363402</c:v>
                </c:pt>
                <c:pt idx="2304">
                  <c:v>90.922751198580002</c:v>
                </c:pt>
                <c:pt idx="2305">
                  <c:v>58.052771352828998</c:v>
                </c:pt>
                <c:pt idx="2306">
                  <c:v>-10.5417694348079</c:v>
                </c:pt>
                <c:pt idx="2307">
                  <c:v>78.860026826614501</c:v>
                </c:pt>
                <c:pt idx="2308">
                  <c:v>62.221127533251</c:v>
                </c:pt>
                <c:pt idx="2309">
                  <c:v>81.458496700612102</c:v>
                </c:pt>
                <c:pt idx="2310">
                  <c:v>79.7691447487814</c:v>
                </c:pt>
                <c:pt idx="2311">
                  <c:v>139.32257120955001</c:v>
                </c:pt>
                <c:pt idx="2312">
                  <c:v>84.608093312926002</c:v>
                </c:pt>
                <c:pt idx="2313">
                  <c:v>14.6636816907303</c:v>
                </c:pt>
                <c:pt idx="2314">
                  <c:v>75.227281794736797</c:v>
                </c:pt>
                <c:pt idx="2315">
                  <c:v>89.489665369605902</c:v>
                </c:pt>
                <c:pt idx="2316">
                  <c:v>65.962881778826102</c:v>
                </c:pt>
                <c:pt idx="2317">
                  <c:v>82.108590428254502</c:v>
                </c:pt>
                <c:pt idx="2318">
                  <c:v>93.908328240318895</c:v>
                </c:pt>
                <c:pt idx="2319">
                  <c:v>84.071848032245697</c:v>
                </c:pt>
                <c:pt idx="2320">
                  <c:v>102.356486849424</c:v>
                </c:pt>
                <c:pt idx="2321">
                  <c:v>114.59422644464</c:v>
                </c:pt>
                <c:pt idx="2322">
                  <c:v>150.981681155106</c:v>
                </c:pt>
                <c:pt idx="2323">
                  <c:v>40.392521465869301</c:v>
                </c:pt>
                <c:pt idx="2324">
                  <c:v>70.375123297109894</c:v>
                </c:pt>
                <c:pt idx="2325">
                  <c:v>99.405810841923994</c:v>
                </c:pt>
                <c:pt idx="2326">
                  <c:v>111.82499212830101</c:v>
                </c:pt>
                <c:pt idx="2327">
                  <c:v>31.649546965967598</c:v>
                </c:pt>
                <c:pt idx="2328">
                  <c:v>118.600302635001</c:v>
                </c:pt>
                <c:pt idx="2329">
                  <c:v>144.972015849276</c:v>
                </c:pt>
                <c:pt idx="2330">
                  <c:v>124.77754757931</c:v>
                </c:pt>
                <c:pt idx="2331">
                  <c:v>100.782306369644</c:v>
                </c:pt>
                <c:pt idx="2332">
                  <c:v>95.586673456329606</c:v>
                </c:pt>
                <c:pt idx="2333">
                  <c:v>123.84987284383899</c:v>
                </c:pt>
                <c:pt idx="2334">
                  <c:v>76.588862934951905</c:v>
                </c:pt>
                <c:pt idx="2335">
                  <c:v>125.705606922881</c:v>
                </c:pt>
                <c:pt idx="2336">
                  <c:v>128.99910182107101</c:v>
                </c:pt>
                <c:pt idx="2337">
                  <c:v>134.07548791864099</c:v>
                </c:pt>
                <c:pt idx="2338">
                  <c:v>93.908328240317104</c:v>
                </c:pt>
                <c:pt idx="2339">
                  <c:v>122.92258247743</c:v>
                </c:pt>
                <c:pt idx="2340">
                  <c:v>120.143015205202</c:v>
                </c:pt>
                <c:pt idx="2341">
                  <c:v>147.013501512662</c:v>
                </c:pt>
                <c:pt idx="2342">
                  <c:v>159.845105856499</c:v>
                </c:pt>
                <c:pt idx="2343">
                  <c:v>148.09503858653801</c:v>
                </c:pt>
                <c:pt idx="2344">
                  <c:v>116.17818919366501</c:v>
                </c:pt>
                <c:pt idx="2345">
                  <c:v>98.423120657233994</c:v>
                </c:pt>
                <c:pt idx="2346">
                  <c:v>127.562880391455</c:v>
                </c:pt>
                <c:pt idx="2347">
                  <c:v>143.67946161674701</c:v>
                </c:pt>
                <c:pt idx="2348">
                  <c:v>141.074327565641</c:v>
                </c:pt>
                <c:pt idx="2349">
                  <c:v>107.085713298325</c:v>
                </c:pt>
                <c:pt idx="2350">
                  <c:v>127.56288039145601</c:v>
                </c:pt>
                <c:pt idx="2351">
                  <c:v>134.07548791864099</c:v>
                </c:pt>
                <c:pt idx="2352">
                  <c:v>152.787714044719</c:v>
                </c:pt>
                <c:pt idx="2353">
                  <c:v>176.39865974625499</c:v>
                </c:pt>
                <c:pt idx="2354">
                  <c:v>88.880883791867703</c:v>
                </c:pt>
                <c:pt idx="2355">
                  <c:v>72.576348141715201</c:v>
                </c:pt>
                <c:pt idx="2356">
                  <c:v>106.29681167265301</c:v>
                </c:pt>
                <c:pt idx="2357">
                  <c:v>134.07548791864099</c:v>
                </c:pt>
                <c:pt idx="2358">
                  <c:v>98.363577620194505</c:v>
                </c:pt>
                <c:pt idx="2359">
                  <c:v>124.77754757931</c:v>
                </c:pt>
                <c:pt idx="2360">
                  <c:v>162.20248612382599</c:v>
                </c:pt>
                <c:pt idx="2361">
                  <c:v>116.442292208914</c:v>
                </c:pt>
                <c:pt idx="2362">
                  <c:v>33.318306110532802</c:v>
                </c:pt>
                <c:pt idx="2363">
                  <c:v>135.628900735027</c:v>
                </c:pt>
                <c:pt idx="2364">
                  <c:v>155.552685774819</c:v>
                </c:pt>
                <c:pt idx="2365">
                  <c:v>99.001121156775298</c:v>
                </c:pt>
                <c:pt idx="2366">
                  <c:v>120.143015205202</c:v>
                </c:pt>
                <c:pt idx="2367">
                  <c:v>105.65982564481899</c:v>
                </c:pt>
                <c:pt idx="2368">
                  <c:v>102.177546654491</c:v>
                </c:pt>
                <c:pt idx="2369">
                  <c:v>79.273216005340103</c:v>
                </c:pt>
                <c:pt idx="2370">
                  <c:v>-9.3331847758927307</c:v>
                </c:pt>
                <c:pt idx="2371">
                  <c:v>63.860486246209803</c:v>
                </c:pt>
                <c:pt idx="2372">
                  <c:v>20.020458441830598</c:v>
                </c:pt>
                <c:pt idx="2373">
                  <c:v>47.2741966143494</c:v>
                </c:pt>
                <c:pt idx="2374">
                  <c:v>31.649546965967598</c:v>
                </c:pt>
                <c:pt idx="2375">
                  <c:v>42.798657527448903</c:v>
                </c:pt>
                <c:pt idx="2376">
                  <c:v>41.579635878962101</c:v>
                </c:pt>
                <c:pt idx="2377">
                  <c:v>60.755672372538299</c:v>
                </c:pt>
                <c:pt idx="2378">
                  <c:v>53.6836589139156</c:v>
                </c:pt>
                <c:pt idx="2379">
                  <c:v>34.217395063890699</c:v>
                </c:pt>
                <c:pt idx="2380">
                  <c:v>71.298523835770496</c:v>
                </c:pt>
                <c:pt idx="2381">
                  <c:v>77.3456588318667</c:v>
                </c:pt>
                <c:pt idx="2382">
                  <c:v>9.5201664875503393</c:v>
                </c:pt>
                <c:pt idx="2383">
                  <c:v>-2.76053798296015</c:v>
                </c:pt>
                <c:pt idx="2384">
                  <c:v>10.556538436178</c:v>
                </c:pt>
                <c:pt idx="2385">
                  <c:v>-15.2186881442539</c:v>
                </c:pt>
                <c:pt idx="2386">
                  <c:v>19.6718686250533</c:v>
                </c:pt>
                <c:pt idx="2387">
                  <c:v>2.4084165445783499</c:v>
                </c:pt>
                <c:pt idx="2388">
                  <c:v>-3.1033544037054499</c:v>
                </c:pt>
                <c:pt idx="2389">
                  <c:v>-12.5545830446226</c:v>
                </c:pt>
                <c:pt idx="2390">
                  <c:v>40.117702230578203</c:v>
                </c:pt>
                <c:pt idx="2391">
                  <c:v>75.715958175264802</c:v>
                </c:pt>
                <c:pt idx="2392">
                  <c:v>-31.051766197339902</c:v>
                </c:pt>
                <c:pt idx="2393">
                  <c:v>3.8030751788328399</c:v>
                </c:pt>
                <c:pt idx="2394">
                  <c:v>16.192849463077401</c:v>
                </c:pt>
                <c:pt idx="2395">
                  <c:v>11.7230457260839</c:v>
                </c:pt>
                <c:pt idx="2396">
                  <c:v>0.56216651499744297</c:v>
                </c:pt>
                <c:pt idx="2397">
                  <c:v>9.5201664875503393</c:v>
                </c:pt>
                <c:pt idx="2398">
                  <c:v>-30.681277861278399</c:v>
                </c:pt>
                <c:pt idx="2399">
                  <c:v>21.9482823685757</c:v>
                </c:pt>
                <c:pt idx="2400">
                  <c:v>21.821752747278801</c:v>
                </c:pt>
                <c:pt idx="2401">
                  <c:v>20.556859028783901</c:v>
                </c:pt>
                <c:pt idx="2402">
                  <c:v>4.5218843869179102</c:v>
                </c:pt>
                <c:pt idx="2403">
                  <c:v>-4.7445156759340499</c:v>
                </c:pt>
                <c:pt idx="2404">
                  <c:v>-55.353232859890298</c:v>
                </c:pt>
                <c:pt idx="2405">
                  <c:v>-37.955906735965002</c:v>
                </c:pt>
                <c:pt idx="2406">
                  <c:v>-56.4019311189913</c:v>
                </c:pt>
                <c:pt idx="2407">
                  <c:v>-27.329028067414502</c:v>
                </c:pt>
                <c:pt idx="2408">
                  <c:v>-1.6800120284915401</c:v>
                </c:pt>
                <c:pt idx="2409">
                  <c:v>-38.883625766252401</c:v>
                </c:pt>
                <c:pt idx="2410">
                  <c:v>-4.9632435995654296</c:v>
                </c:pt>
                <c:pt idx="2411">
                  <c:v>-21.215961394826898</c:v>
                </c:pt>
                <c:pt idx="2412">
                  <c:v>-16.8041077778398</c:v>
                </c:pt>
                <c:pt idx="2413">
                  <c:v>-22.0184782806272</c:v>
                </c:pt>
                <c:pt idx="2414">
                  <c:v>-25.592516914724001</c:v>
                </c:pt>
                <c:pt idx="2415">
                  <c:v>-87.682507156253394</c:v>
                </c:pt>
                <c:pt idx="2416">
                  <c:v>-42.474771577129999</c:v>
                </c:pt>
                <c:pt idx="2417">
                  <c:v>-31.2987231317374</c:v>
                </c:pt>
                <c:pt idx="2418">
                  <c:v>2.4858741504140198</c:v>
                </c:pt>
                <c:pt idx="2419">
                  <c:v>14.243348221915699</c:v>
                </c:pt>
                <c:pt idx="2420">
                  <c:v>11.7230457260839</c:v>
                </c:pt>
                <c:pt idx="2421">
                  <c:v>-21.088260826807499</c:v>
                </c:pt>
                <c:pt idx="2422">
                  <c:v>-91.564617505503506</c:v>
                </c:pt>
                <c:pt idx="2423">
                  <c:v>-1.46095358368893</c:v>
                </c:pt>
                <c:pt idx="2424">
                  <c:v>-11.9509349513191</c:v>
                </c:pt>
                <c:pt idx="2425">
                  <c:v>20.003698043985398</c:v>
                </c:pt>
                <c:pt idx="2426">
                  <c:v>-43.119551043650901</c:v>
                </c:pt>
                <c:pt idx="2427">
                  <c:v>-71.300093803707497</c:v>
                </c:pt>
                <c:pt idx="2428">
                  <c:v>27.205725097974199</c:v>
                </c:pt>
                <c:pt idx="2429">
                  <c:v>-4.4921099507764604</c:v>
                </c:pt>
                <c:pt idx="2430">
                  <c:v>-23.2581468313073</c:v>
                </c:pt>
                <c:pt idx="2431">
                  <c:v>-49.128202084159</c:v>
                </c:pt>
                <c:pt idx="2432">
                  <c:v>-21.580778670042399</c:v>
                </c:pt>
                <c:pt idx="2433">
                  <c:v>-30.835655721740199</c:v>
                </c:pt>
                <c:pt idx="2434">
                  <c:v>-44.5591410561983</c:v>
                </c:pt>
                <c:pt idx="2435">
                  <c:v>-38.694327757628301</c:v>
                </c:pt>
                <c:pt idx="2436">
                  <c:v>3.8030751788346602</c:v>
                </c:pt>
                <c:pt idx="2437">
                  <c:v>-39.616998644909401</c:v>
                </c:pt>
                <c:pt idx="2438">
                  <c:v>-37.955906735963197</c:v>
                </c:pt>
                <c:pt idx="2439">
                  <c:v>-60.364601726038003</c:v>
                </c:pt>
                <c:pt idx="2440">
                  <c:v>0.73084479022782001</c:v>
                </c:pt>
                <c:pt idx="2441">
                  <c:v>28.059606405670799</c:v>
                </c:pt>
                <c:pt idx="2442">
                  <c:v>-38.883625766252401</c:v>
                </c:pt>
                <c:pt idx="2443">
                  <c:v>-55.333807692992103</c:v>
                </c:pt>
                <c:pt idx="2444">
                  <c:v>-48.2708495191618</c:v>
                </c:pt>
                <c:pt idx="2445">
                  <c:v>-51.9835786758794</c:v>
                </c:pt>
                <c:pt idx="2446">
                  <c:v>-19.584757309688001</c:v>
                </c:pt>
                <c:pt idx="2447">
                  <c:v>-36.437247062234697</c:v>
                </c:pt>
                <c:pt idx="2448">
                  <c:v>-19.311280876733601</c:v>
                </c:pt>
                <c:pt idx="2449">
                  <c:v>-61.947623703993401</c:v>
                </c:pt>
                <c:pt idx="2450">
                  <c:v>-29.322276919927301</c:v>
                </c:pt>
                <c:pt idx="2451">
                  <c:v>-17.7305185837976</c:v>
                </c:pt>
                <c:pt idx="2452">
                  <c:v>-23.258146831309201</c:v>
                </c:pt>
                <c:pt idx="2453">
                  <c:v>-70.451554530760404</c:v>
                </c:pt>
                <c:pt idx="2454">
                  <c:v>-8.9589626698143494</c:v>
                </c:pt>
                <c:pt idx="2455">
                  <c:v>-18.481524465097198</c:v>
                </c:pt>
                <c:pt idx="2456">
                  <c:v>-68.165352837478096</c:v>
                </c:pt>
                <c:pt idx="2457">
                  <c:v>-45.451426928599098</c:v>
                </c:pt>
                <c:pt idx="2458">
                  <c:v>-57.354577636128802</c:v>
                </c:pt>
                <c:pt idx="2459">
                  <c:v>-34.075044829752102</c:v>
                </c:pt>
                <c:pt idx="2460">
                  <c:v>-32.779872159992003</c:v>
                </c:pt>
                <c:pt idx="2461">
                  <c:v>-29.754779015865999</c:v>
                </c:pt>
                <c:pt idx="2462">
                  <c:v>-34.075044829750297</c:v>
                </c:pt>
                <c:pt idx="2463">
                  <c:v>-39.835026818316599</c:v>
                </c:pt>
                <c:pt idx="2464">
                  <c:v>-57.682978473272598</c:v>
                </c:pt>
                <c:pt idx="2465">
                  <c:v>-54.067804736327098</c:v>
                </c:pt>
                <c:pt idx="2466">
                  <c:v>-30.681277861278399</c:v>
                </c:pt>
                <c:pt idx="2467">
                  <c:v>-29.816557964879301</c:v>
                </c:pt>
                <c:pt idx="2468">
                  <c:v>-50.964236442170602</c:v>
                </c:pt>
                <c:pt idx="2469">
                  <c:v>-71.449801117291798</c:v>
                </c:pt>
                <c:pt idx="2470">
                  <c:v>36.5481789245732</c:v>
                </c:pt>
                <c:pt idx="2471">
                  <c:v>-47.569125082810302</c:v>
                </c:pt>
                <c:pt idx="2472">
                  <c:v>-83.144427568146</c:v>
                </c:pt>
                <c:pt idx="2473">
                  <c:v>-1.4609535836871099</c:v>
                </c:pt>
                <c:pt idx="2474">
                  <c:v>-18.6678239750835</c:v>
                </c:pt>
                <c:pt idx="2475">
                  <c:v>-10.8294285454121</c:v>
                </c:pt>
                <c:pt idx="2476">
                  <c:v>-36.231940774295197</c:v>
                </c:pt>
                <c:pt idx="2477">
                  <c:v>-18.711656826127999</c:v>
                </c:pt>
                <c:pt idx="2478">
                  <c:v>-51.270089851071099</c:v>
                </c:pt>
                <c:pt idx="2479">
                  <c:v>-1.46095358368984</c:v>
                </c:pt>
                <c:pt idx="2480">
                  <c:v>-29.445857778959098</c:v>
                </c:pt>
                <c:pt idx="2481">
                  <c:v>-20.943524412391501</c:v>
                </c:pt>
                <c:pt idx="2482">
                  <c:v>-43.141220951492798</c:v>
                </c:pt>
                <c:pt idx="2483">
                  <c:v>-50.2912057961721</c:v>
                </c:pt>
                <c:pt idx="2484">
                  <c:v>-33.643406916817099</c:v>
                </c:pt>
                <c:pt idx="2485">
                  <c:v>-58.216522733099701</c:v>
                </c:pt>
                <c:pt idx="2486">
                  <c:v>75.227281794735902</c:v>
                </c:pt>
                <c:pt idx="2487">
                  <c:v>-55.673151517692503</c:v>
                </c:pt>
                <c:pt idx="2488">
                  <c:v>3.8030751788328399</c:v>
                </c:pt>
                <c:pt idx="2489">
                  <c:v>-18.046763309263898</c:v>
                </c:pt>
                <c:pt idx="2490">
                  <c:v>-22.0184782806272</c:v>
                </c:pt>
                <c:pt idx="2491">
                  <c:v>-30.835655721740199</c:v>
                </c:pt>
                <c:pt idx="2492">
                  <c:v>-64.502347663166802</c:v>
                </c:pt>
                <c:pt idx="2493">
                  <c:v>-31.915991989262601</c:v>
                </c:pt>
                <c:pt idx="2494">
                  <c:v>-17.176979250967602</c:v>
                </c:pt>
                <c:pt idx="2495">
                  <c:v>-24.703529996241699</c:v>
                </c:pt>
                <c:pt idx="2496">
                  <c:v>-12.1887557617783</c:v>
                </c:pt>
                <c:pt idx="2497">
                  <c:v>-16.741956295967601</c:v>
                </c:pt>
                <c:pt idx="2498">
                  <c:v>-33.715352561447602</c:v>
                </c:pt>
                <c:pt idx="2499">
                  <c:v>-33.150000767845</c:v>
                </c:pt>
                <c:pt idx="2500">
                  <c:v>-26.736842075846599</c:v>
                </c:pt>
                <c:pt idx="2501">
                  <c:v>-31.0517661973408</c:v>
                </c:pt>
                <c:pt idx="2502">
                  <c:v>-19.183646726112698</c:v>
                </c:pt>
                <c:pt idx="2503">
                  <c:v>-35.578563520901298</c:v>
                </c:pt>
                <c:pt idx="2504">
                  <c:v>0.29230846435711999</c:v>
                </c:pt>
                <c:pt idx="2505">
                  <c:v>-26.941967417113101</c:v>
                </c:pt>
                <c:pt idx="2506">
                  <c:v>23.034260566891099</c:v>
                </c:pt>
                <c:pt idx="2507">
                  <c:v>-3.79644027615358</c:v>
                </c:pt>
                <c:pt idx="2508">
                  <c:v>-13.0096035278966</c:v>
                </c:pt>
                <c:pt idx="2509">
                  <c:v>-32.779872159992003</c:v>
                </c:pt>
                <c:pt idx="2510">
                  <c:v>0.41759554075997501</c:v>
                </c:pt>
                <c:pt idx="2511">
                  <c:v>-3.3378818719647798</c:v>
                </c:pt>
                <c:pt idx="2512">
                  <c:v>-23.505995370126499</c:v>
                </c:pt>
                <c:pt idx="2513">
                  <c:v>-16.431172154783699</c:v>
                </c:pt>
                <c:pt idx="2514">
                  <c:v>-8.7510336309824197</c:v>
                </c:pt>
                <c:pt idx="2515">
                  <c:v>-30.187194576769699</c:v>
                </c:pt>
                <c:pt idx="2516">
                  <c:v>-53.643145576617798</c:v>
                </c:pt>
                <c:pt idx="2517">
                  <c:v>20.556859028785698</c:v>
                </c:pt>
                <c:pt idx="2518">
                  <c:v>-20.245248173045098</c:v>
                </c:pt>
                <c:pt idx="2519">
                  <c:v>-3.1033544037054499</c:v>
                </c:pt>
                <c:pt idx="2520">
                  <c:v>-5.8379352458860003</c:v>
                </c:pt>
                <c:pt idx="2521">
                  <c:v>-34.075044829752102</c:v>
                </c:pt>
                <c:pt idx="2522">
                  <c:v>-29.033894101457001</c:v>
                </c:pt>
                <c:pt idx="2523">
                  <c:v>-27.5914026661221</c:v>
                </c:pt>
                <c:pt idx="2524">
                  <c:v>45.482887606846802</c:v>
                </c:pt>
                <c:pt idx="2525">
                  <c:v>-28.771694511956401</c:v>
                </c:pt>
                <c:pt idx="2526">
                  <c:v>39.6074148732705</c:v>
                </c:pt>
                <c:pt idx="2527">
                  <c:v>8.6734973183019903</c:v>
                </c:pt>
                <c:pt idx="2528">
                  <c:v>-8.9589626698143494</c:v>
                </c:pt>
                <c:pt idx="2529">
                  <c:v>8.4195606605762805</c:v>
                </c:pt>
                <c:pt idx="2530">
                  <c:v>-5.8379352458869098</c:v>
                </c:pt>
                <c:pt idx="2531">
                  <c:v>19.125435839389802</c:v>
                </c:pt>
                <c:pt idx="2532">
                  <c:v>18.600148500345298</c:v>
                </c:pt>
                <c:pt idx="2533">
                  <c:v>25.874334810914601</c:v>
                </c:pt>
                <c:pt idx="2534">
                  <c:v>-35.369441017093699</c:v>
                </c:pt>
                <c:pt idx="2535">
                  <c:v>-35.217199391816301</c:v>
                </c:pt>
                <c:pt idx="2536">
                  <c:v>-7.0868843236330497</c:v>
                </c:pt>
                <c:pt idx="2537">
                  <c:v>97.686387691422098</c:v>
                </c:pt>
                <c:pt idx="2538">
                  <c:v>27.034988784099301</c:v>
                </c:pt>
                <c:pt idx="2539">
                  <c:v>9.6895397747621193</c:v>
                </c:pt>
                <c:pt idx="2540">
                  <c:v>-1.26179039887483</c:v>
                </c:pt>
                <c:pt idx="2541">
                  <c:v>41.2024566909067</c:v>
                </c:pt>
                <c:pt idx="2542">
                  <c:v>19.6718686250533</c:v>
                </c:pt>
                <c:pt idx="2543">
                  <c:v>23.509416479721001</c:v>
                </c:pt>
                <c:pt idx="2544">
                  <c:v>8.4195606605762805</c:v>
                </c:pt>
                <c:pt idx="2545">
                  <c:v>63.4618884793544</c:v>
                </c:pt>
                <c:pt idx="2546">
                  <c:v>23.467209014351202</c:v>
                </c:pt>
                <c:pt idx="2547">
                  <c:v>6.06298895366489</c:v>
                </c:pt>
                <c:pt idx="2548">
                  <c:v>14.614226494097201</c:v>
                </c:pt>
                <c:pt idx="2549">
                  <c:v>8.4195606605762805</c:v>
                </c:pt>
                <c:pt idx="2550">
                  <c:v>58.156667858317597</c:v>
                </c:pt>
                <c:pt idx="2551">
                  <c:v>29.426509302287698</c:v>
                </c:pt>
                <c:pt idx="2552">
                  <c:v>76.815874549525603</c:v>
                </c:pt>
                <c:pt idx="2553">
                  <c:v>19.6718686250533</c:v>
                </c:pt>
                <c:pt idx="2554">
                  <c:v>15.031539866746201</c:v>
                </c:pt>
                <c:pt idx="2555">
                  <c:v>79.466063994450394</c:v>
                </c:pt>
                <c:pt idx="2556">
                  <c:v>61.882859191997298</c:v>
                </c:pt>
                <c:pt idx="2557">
                  <c:v>19.6718686250533</c:v>
                </c:pt>
                <c:pt idx="2558">
                  <c:v>15.9499101051178</c:v>
                </c:pt>
                <c:pt idx="2559">
                  <c:v>63.0106219883709</c:v>
                </c:pt>
                <c:pt idx="2560">
                  <c:v>28.618690859236199</c:v>
                </c:pt>
                <c:pt idx="2561">
                  <c:v>62.403293500197798</c:v>
                </c:pt>
                <c:pt idx="2562">
                  <c:v>44.076453539466399</c:v>
                </c:pt>
                <c:pt idx="2563">
                  <c:v>38.332215064708997</c:v>
                </c:pt>
                <c:pt idx="2564">
                  <c:v>-38.552343346895199</c:v>
                </c:pt>
                <c:pt idx="2565">
                  <c:v>120.143015205202</c:v>
                </c:pt>
                <c:pt idx="2566">
                  <c:v>69.142832193643699</c:v>
                </c:pt>
                <c:pt idx="2567">
                  <c:v>74.968027922235706</c:v>
                </c:pt>
                <c:pt idx="2568">
                  <c:v>65.267877278653003</c:v>
                </c:pt>
                <c:pt idx="2569">
                  <c:v>73.165874557613193</c:v>
                </c:pt>
                <c:pt idx="2570">
                  <c:v>68.884290379832194</c:v>
                </c:pt>
                <c:pt idx="2571">
                  <c:v>41.010990501483299</c:v>
                </c:pt>
                <c:pt idx="2572">
                  <c:v>32.920867279972299</c:v>
                </c:pt>
                <c:pt idx="2573">
                  <c:v>33.4700744878837</c:v>
                </c:pt>
                <c:pt idx="2574">
                  <c:v>30.696540384927999</c:v>
                </c:pt>
                <c:pt idx="2575">
                  <c:v>42.121339782514902</c:v>
                </c:pt>
                <c:pt idx="2576">
                  <c:v>40.4192914111863</c:v>
                </c:pt>
                <c:pt idx="2577">
                  <c:v>25.769946278231998</c:v>
                </c:pt>
                <c:pt idx="2578">
                  <c:v>57.8276790496001</c:v>
                </c:pt>
                <c:pt idx="2579">
                  <c:v>39.305937162927798</c:v>
                </c:pt>
                <c:pt idx="2580">
                  <c:v>28.970780222761199</c:v>
                </c:pt>
                <c:pt idx="2581">
                  <c:v>29.93443340072</c:v>
                </c:pt>
                <c:pt idx="2582">
                  <c:v>54.454049608919298</c:v>
                </c:pt>
                <c:pt idx="2583">
                  <c:v>58.696018851027397</c:v>
                </c:pt>
                <c:pt idx="2584">
                  <c:v>49.835742420708797</c:v>
                </c:pt>
                <c:pt idx="2585">
                  <c:v>18.301708134079401</c:v>
                </c:pt>
                <c:pt idx="2586">
                  <c:v>89.109157326156406</c:v>
                </c:pt>
                <c:pt idx="2587">
                  <c:v>29.241357929579799</c:v>
                </c:pt>
                <c:pt idx="2588">
                  <c:v>55.610140936095299</c:v>
                </c:pt>
                <c:pt idx="2589">
                  <c:v>49.835742420708797</c:v>
                </c:pt>
                <c:pt idx="2590">
                  <c:v>48.11767060911</c:v>
                </c:pt>
                <c:pt idx="2591">
                  <c:v>44.076453539464602</c:v>
                </c:pt>
                <c:pt idx="2592">
                  <c:v>66.773996816017601</c:v>
                </c:pt>
                <c:pt idx="2593">
                  <c:v>69.789319042304598</c:v>
                </c:pt>
                <c:pt idx="2594">
                  <c:v>72.671422423492899</c:v>
                </c:pt>
                <c:pt idx="2595">
                  <c:v>81.133521312317498</c:v>
                </c:pt>
                <c:pt idx="2596">
                  <c:v>60.018189036414697</c:v>
                </c:pt>
                <c:pt idx="2597">
                  <c:v>127.098417601802</c:v>
                </c:pt>
                <c:pt idx="2598">
                  <c:v>164.562330981082</c:v>
                </c:pt>
                <c:pt idx="2599">
                  <c:v>117.829345396089</c:v>
                </c:pt>
                <c:pt idx="2600">
                  <c:v>67.353547062926694</c:v>
                </c:pt>
                <c:pt idx="2601">
                  <c:v>65.267877278653003</c:v>
                </c:pt>
                <c:pt idx="2602">
                  <c:v>103.23151257503601</c:v>
                </c:pt>
                <c:pt idx="2603">
                  <c:v>82.758874827174594</c:v>
                </c:pt>
                <c:pt idx="2604">
                  <c:v>97.113541770528997</c:v>
                </c:pt>
                <c:pt idx="2605">
                  <c:v>68.367297452718006</c:v>
                </c:pt>
                <c:pt idx="2606">
                  <c:v>85.687516430059006</c:v>
                </c:pt>
                <c:pt idx="2607">
                  <c:v>67.732971365197898</c:v>
                </c:pt>
                <c:pt idx="2608">
                  <c:v>83.409349981271504</c:v>
                </c:pt>
                <c:pt idx="2609">
                  <c:v>115.87349373406801</c:v>
                </c:pt>
                <c:pt idx="2610">
                  <c:v>134.075487918639</c:v>
                </c:pt>
                <c:pt idx="2611">
                  <c:v>116.442292208914</c:v>
                </c:pt>
                <c:pt idx="2612">
                  <c:v>85.882896734815404</c:v>
                </c:pt>
                <c:pt idx="2613">
                  <c:v>32.650650019809198</c:v>
                </c:pt>
                <c:pt idx="2614">
                  <c:v>73.413142066154194</c:v>
                </c:pt>
                <c:pt idx="2615">
                  <c:v>95.586673456329606</c:v>
                </c:pt>
                <c:pt idx="2616">
                  <c:v>60.755672372538299</c:v>
                </c:pt>
                <c:pt idx="2617">
                  <c:v>60.062305038391898</c:v>
                </c:pt>
                <c:pt idx="2618">
                  <c:v>71.082860082190507</c:v>
                </c:pt>
                <c:pt idx="2619">
                  <c:v>95.968292280804206</c:v>
                </c:pt>
                <c:pt idx="2620">
                  <c:v>75.715958175264802</c:v>
                </c:pt>
                <c:pt idx="2621">
                  <c:v>42.798657527448903</c:v>
                </c:pt>
                <c:pt idx="2622">
                  <c:v>34.431518201386098</c:v>
                </c:pt>
                <c:pt idx="2623">
                  <c:v>88.319079666681304</c:v>
                </c:pt>
                <c:pt idx="2624">
                  <c:v>56.574013856877997</c:v>
                </c:pt>
                <c:pt idx="2625">
                  <c:v>63.184175107386999</c:v>
                </c:pt>
                <c:pt idx="2626">
                  <c:v>124.77754757931</c:v>
                </c:pt>
                <c:pt idx="2627">
                  <c:v>67.075343973861806</c:v>
                </c:pt>
                <c:pt idx="2628">
                  <c:v>56.252676047864902</c:v>
                </c:pt>
                <c:pt idx="2629">
                  <c:v>26.6004473244247</c:v>
                </c:pt>
                <c:pt idx="2630">
                  <c:v>48.653119956276797</c:v>
                </c:pt>
                <c:pt idx="2631">
                  <c:v>33.0268439244009</c:v>
                </c:pt>
                <c:pt idx="2632">
                  <c:v>35.588144476661903</c:v>
                </c:pt>
                <c:pt idx="2633">
                  <c:v>50.076040279119297</c:v>
                </c:pt>
                <c:pt idx="2634">
                  <c:v>63.547854460357399</c:v>
                </c:pt>
                <c:pt idx="2635">
                  <c:v>27.9457363265828</c:v>
                </c:pt>
                <c:pt idx="2636">
                  <c:v>56.333006108577997</c:v>
                </c:pt>
                <c:pt idx="2637">
                  <c:v>51.269179865190303</c:v>
                </c:pt>
                <c:pt idx="2638">
                  <c:v>49.066965531390402</c:v>
                </c:pt>
                <c:pt idx="2639">
                  <c:v>63.332945783655298</c:v>
                </c:pt>
                <c:pt idx="2640">
                  <c:v>42.686885716372601</c:v>
                </c:pt>
                <c:pt idx="2641">
                  <c:v>31.043040287387999</c:v>
                </c:pt>
                <c:pt idx="2642">
                  <c:v>72.671422423492899</c:v>
                </c:pt>
                <c:pt idx="2643">
                  <c:v>60.192294816279102</c:v>
                </c:pt>
                <c:pt idx="2644">
                  <c:v>39.980305507979203</c:v>
                </c:pt>
                <c:pt idx="2645">
                  <c:v>50.861196143432601</c:v>
                </c:pt>
                <c:pt idx="2646">
                  <c:v>38.332215064708997</c:v>
                </c:pt>
                <c:pt idx="2647">
                  <c:v>61.622688050597297</c:v>
                </c:pt>
                <c:pt idx="2648">
                  <c:v>68.318835564877105</c:v>
                </c:pt>
                <c:pt idx="2649">
                  <c:v>106.95421030689999</c:v>
                </c:pt>
                <c:pt idx="2650">
                  <c:v>40.767330395197803</c:v>
                </c:pt>
                <c:pt idx="2651">
                  <c:v>48.394505991080202</c:v>
                </c:pt>
                <c:pt idx="2652">
                  <c:v>49.894890228785698</c:v>
                </c:pt>
                <c:pt idx="2653">
                  <c:v>62.718675170547598</c:v>
                </c:pt>
                <c:pt idx="2654">
                  <c:v>44.076453539466399</c:v>
                </c:pt>
                <c:pt idx="2655">
                  <c:v>29.426509302287698</c:v>
                </c:pt>
                <c:pt idx="2656">
                  <c:v>51.758860143831001</c:v>
                </c:pt>
                <c:pt idx="2657">
                  <c:v>52.656890238847097</c:v>
                </c:pt>
                <c:pt idx="2658">
                  <c:v>36.102396405047301</c:v>
                </c:pt>
                <c:pt idx="2659">
                  <c:v>26.465963873159101</c:v>
                </c:pt>
                <c:pt idx="2660">
                  <c:v>14.931208763417001</c:v>
                </c:pt>
                <c:pt idx="2661">
                  <c:v>29.084703604877099</c:v>
                </c:pt>
                <c:pt idx="2662">
                  <c:v>13.4029239944065</c:v>
                </c:pt>
                <c:pt idx="2663">
                  <c:v>32.6029680779247</c:v>
                </c:pt>
                <c:pt idx="2664">
                  <c:v>54.004622298831201</c:v>
                </c:pt>
                <c:pt idx="2665">
                  <c:v>54.868986970069201</c:v>
                </c:pt>
                <c:pt idx="2666">
                  <c:v>31.204758991862001</c:v>
                </c:pt>
                <c:pt idx="2667">
                  <c:v>61.013264317098198</c:v>
                </c:pt>
                <c:pt idx="2668">
                  <c:v>40.767330395197803</c:v>
                </c:pt>
                <c:pt idx="2669">
                  <c:v>20.556859028783901</c:v>
                </c:pt>
                <c:pt idx="2670">
                  <c:v>23.964010022113101</c:v>
                </c:pt>
                <c:pt idx="2671">
                  <c:v>12.016931090182799</c:v>
                </c:pt>
                <c:pt idx="2672">
                  <c:v>62.366115551205397</c:v>
                </c:pt>
                <c:pt idx="2673">
                  <c:v>47.274196614347602</c:v>
                </c:pt>
                <c:pt idx="2674">
                  <c:v>63.184175107386999</c:v>
                </c:pt>
                <c:pt idx="2675">
                  <c:v>-11.9509349513191</c:v>
                </c:pt>
                <c:pt idx="2676">
                  <c:v>94.647582952393293</c:v>
                </c:pt>
                <c:pt idx="2677">
                  <c:v>51.758860143831001</c:v>
                </c:pt>
                <c:pt idx="2678">
                  <c:v>35.784035760661901</c:v>
                </c:pt>
                <c:pt idx="2679">
                  <c:v>43.693036726335698</c:v>
                </c:pt>
                <c:pt idx="2680">
                  <c:v>65.267877278654794</c:v>
                </c:pt>
                <c:pt idx="2681">
                  <c:v>89.109157326156406</c:v>
                </c:pt>
                <c:pt idx="2682">
                  <c:v>62.043932888720498</c:v>
                </c:pt>
                <c:pt idx="2683">
                  <c:v>87.397677602404599</c:v>
                </c:pt>
                <c:pt idx="2684">
                  <c:v>47.101891952835103</c:v>
                </c:pt>
                <c:pt idx="2685">
                  <c:v>45.482887606846802</c:v>
                </c:pt>
                <c:pt idx="2686">
                  <c:v>28.834079984399001</c:v>
                </c:pt>
                <c:pt idx="2687">
                  <c:v>68.813323406580807</c:v>
                </c:pt>
                <c:pt idx="2688">
                  <c:v>32.6029680779247</c:v>
                </c:pt>
                <c:pt idx="2689">
                  <c:v>65.267877278654794</c:v>
                </c:pt>
                <c:pt idx="2690">
                  <c:v>78.860026826614501</c:v>
                </c:pt>
                <c:pt idx="2691">
                  <c:v>24.987190928315599</c:v>
                </c:pt>
                <c:pt idx="2692">
                  <c:v>90.821957126825495</c:v>
                </c:pt>
                <c:pt idx="2693">
                  <c:v>24.987190928315599</c:v>
                </c:pt>
                <c:pt idx="2694">
                  <c:v>92.536078532279106</c:v>
                </c:pt>
                <c:pt idx="2695">
                  <c:v>-16.741956295967601</c:v>
                </c:pt>
                <c:pt idx="2696">
                  <c:v>158.16276960307999</c:v>
                </c:pt>
                <c:pt idx="2697">
                  <c:v>51.758860143831001</c:v>
                </c:pt>
                <c:pt idx="2698">
                  <c:v>58.5030249002684</c:v>
                </c:pt>
                <c:pt idx="2699">
                  <c:v>58.147553933898003</c:v>
                </c:pt>
                <c:pt idx="2700">
                  <c:v>66.862624066772696</c:v>
                </c:pt>
                <c:pt idx="2701">
                  <c:v>74.320026055474003</c:v>
                </c:pt>
                <c:pt idx="2702">
                  <c:v>62.5594477243394</c:v>
                </c:pt>
                <c:pt idx="2703">
                  <c:v>58.503024900267498</c:v>
                </c:pt>
                <c:pt idx="2704">
                  <c:v>37.440015726997402</c:v>
                </c:pt>
                <c:pt idx="2705">
                  <c:v>75.745880641859003</c:v>
                </c:pt>
                <c:pt idx="2706">
                  <c:v>63.332945783654303</c:v>
                </c:pt>
                <c:pt idx="2707">
                  <c:v>46.3783597333831</c:v>
                </c:pt>
                <c:pt idx="2708">
                  <c:v>14.663681690728399</c:v>
                </c:pt>
                <c:pt idx="2709">
                  <c:v>103.862258958339</c:v>
                </c:pt>
                <c:pt idx="2710">
                  <c:v>58.1653261214041</c:v>
                </c:pt>
                <c:pt idx="2711">
                  <c:v>76.134909512570601</c:v>
                </c:pt>
                <c:pt idx="2712">
                  <c:v>47.274196614347602</c:v>
                </c:pt>
                <c:pt idx="2713">
                  <c:v>65.267877278653003</c:v>
                </c:pt>
                <c:pt idx="2714">
                  <c:v>87.968024262657295</c:v>
                </c:pt>
                <c:pt idx="2715">
                  <c:v>63.816519726440603</c:v>
                </c:pt>
                <c:pt idx="2716">
                  <c:v>92.536078532279106</c:v>
                </c:pt>
                <c:pt idx="2717">
                  <c:v>130.085931481355</c:v>
                </c:pt>
                <c:pt idx="2718">
                  <c:v>70.694718314387501</c:v>
                </c:pt>
                <c:pt idx="2719">
                  <c:v>73.622390003169997</c:v>
                </c:pt>
                <c:pt idx="2720">
                  <c:v>122.92258247743</c:v>
                </c:pt>
                <c:pt idx="2721">
                  <c:v>129.421695165812</c:v>
                </c:pt>
                <c:pt idx="2722">
                  <c:v>99.405810841923994</c:v>
                </c:pt>
                <c:pt idx="2723">
                  <c:v>94.199520450072598</c:v>
                </c:pt>
                <c:pt idx="2724">
                  <c:v>108.775711018351</c:v>
                </c:pt>
                <c:pt idx="2725">
                  <c:v>85.687516430057201</c:v>
                </c:pt>
                <c:pt idx="2726">
                  <c:v>95.586673456329606</c:v>
                </c:pt>
                <c:pt idx="2727">
                  <c:v>88.529739555930007</c:v>
                </c:pt>
                <c:pt idx="2728">
                  <c:v>98.138738676813702</c:v>
                </c:pt>
                <c:pt idx="2729">
                  <c:v>108.734026069962</c:v>
                </c:pt>
                <c:pt idx="2730">
                  <c:v>129.421695165812</c:v>
                </c:pt>
                <c:pt idx="2731">
                  <c:v>149.17709575518299</c:v>
                </c:pt>
                <c:pt idx="2732">
                  <c:v>100.03138511632601</c:v>
                </c:pt>
                <c:pt idx="2733">
                  <c:v>121.686792816874</c:v>
                </c:pt>
                <c:pt idx="2734">
                  <c:v>90.577190562098593</c:v>
                </c:pt>
                <c:pt idx="2735">
                  <c:v>161.023488157797</c:v>
                </c:pt>
                <c:pt idx="2736">
                  <c:v>111.82499212830101</c:v>
                </c:pt>
                <c:pt idx="2737">
                  <c:v>93.605291138567694</c:v>
                </c:pt>
                <c:pt idx="2738">
                  <c:v>61.882859191997298</c:v>
                </c:pt>
                <c:pt idx="2739">
                  <c:v>101.700443077312</c:v>
                </c:pt>
                <c:pt idx="2740">
                  <c:v>114.274524074205</c:v>
                </c:pt>
                <c:pt idx="2741">
                  <c:v>148.09503858653801</c:v>
                </c:pt>
                <c:pt idx="2742">
                  <c:v>33.8748415206746</c:v>
                </c:pt>
                <c:pt idx="2743">
                  <c:v>113.20917994781701</c:v>
                </c:pt>
                <c:pt idx="2744">
                  <c:v>148.095038586539</c:v>
                </c:pt>
                <c:pt idx="2745">
                  <c:v>68.6580910952989</c:v>
                </c:pt>
                <c:pt idx="2746">
                  <c:v>122.52528992520099</c:v>
                </c:pt>
                <c:pt idx="2747">
                  <c:v>102.84864652378801</c:v>
                </c:pt>
                <c:pt idx="2748">
                  <c:v>107.67757275579901</c:v>
                </c:pt>
                <c:pt idx="2749">
                  <c:v>72.053512613657404</c:v>
                </c:pt>
                <c:pt idx="2750">
                  <c:v>89.794118751685303</c:v>
                </c:pt>
                <c:pt idx="2751">
                  <c:v>101.70044307731099</c:v>
                </c:pt>
                <c:pt idx="2752">
                  <c:v>145.28412305599699</c:v>
                </c:pt>
                <c:pt idx="2753">
                  <c:v>116.17818919366501</c:v>
                </c:pt>
                <c:pt idx="2754">
                  <c:v>91.481078103998698</c:v>
                </c:pt>
                <c:pt idx="2755">
                  <c:v>73.024591243688505</c:v>
                </c:pt>
                <c:pt idx="2756">
                  <c:v>91.621715889953506</c:v>
                </c:pt>
                <c:pt idx="2757">
                  <c:v>44.076453539464602</c:v>
                </c:pt>
                <c:pt idx="2758">
                  <c:v>53.255780465363301</c:v>
                </c:pt>
                <c:pt idx="2759">
                  <c:v>67.2045053378788</c:v>
                </c:pt>
                <c:pt idx="2760">
                  <c:v>50.861196143432601</c:v>
                </c:pt>
                <c:pt idx="2761">
                  <c:v>60.111824050656601</c:v>
                </c:pt>
                <c:pt idx="2762">
                  <c:v>67.353547062926694</c:v>
                </c:pt>
                <c:pt idx="2763">
                  <c:v>145.93248415866799</c:v>
                </c:pt>
                <c:pt idx="2764">
                  <c:v>134.07548791864099</c:v>
                </c:pt>
                <c:pt idx="2765">
                  <c:v>133.253528187288</c:v>
                </c:pt>
                <c:pt idx="2766">
                  <c:v>61.445177110120298</c:v>
                </c:pt>
                <c:pt idx="2767">
                  <c:v>85.231695945029003</c:v>
                </c:pt>
                <c:pt idx="2768">
                  <c:v>85.687516430059006</c:v>
                </c:pt>
                <c:pt idx="2769">
                  <c:v>47.914303543261603</c:v>
                </c:pt>
                <c:pt idx="2770">
                  <c:v>76.134909512570601</c:v>
                </c:pt>
                <c:pt idx="2771">
                  <c:v>44.076453539466399</c:v>
                </c:pt>
                <c:pt idx="2772">
                  <c:v>54.617500453704402</c:v>
                </c:pt>
                <c:pt idx="2773">
                  <c:v>49.835742420708797</c:v>
                </c:pt>
                <c:pt idx="2774">
                  <c:v>51.840484112137297</c:v>
                </c:pt>
                <c:pt idx="2775">
                  <c:v>76.995110684932996</c:v>
                </c:pt>
                <c:pt idx="2776">
                  <c:v>53.442967060065698</c:v>
                </c:pt>
                <c:pt idx="2777">
                  <c:v>46.954212984816799</c:v>
                </c:pt>
                <c:pt idx="2778">
                  <c:v>100.32337995181901</c:v>
                </c:pt>
                <c:pt idx="2779">
                  <c:v>87.397677602404599</c:v>
                </c:pt>
                <c:pt idx="2780">
                  <c:v>36.5481789245732</c:v>
                </c:pt>
                <c:pt idx="2781">
                  <c:v>108.598555367789</c:v>
                </c:pt>
                <c:pt idx="2782">
                  <c:v>99.405810841923994</c:v>
                </c:pt>
                <c:pt idx="2783">
                  <c:v>124.77754757931</c:v>
                </c:pt>
                <c:pt idx="2784">
                  <c:v>105.63960684696301</c:v>
                </c:pt>
                <c:pt idx="2785">
                  <c:v>107.358859680628</c:v>
                </c:pt>
                <c:pt idx="2786">
                  <c:v>82.848929238253703</c:v>
                </c:pt>
                <c:pt idx="2787">
                  <c:v>113.78617825583601</c:v>
                </c:pt>
                <c:pt idx="2788">
                  <c:v>45.035288256881302</c:v>
                </c:pt>
                <c:pt idx="2789">
                  <c:v>118.291887828955</c:v>
                </c:pt>
                <c:pt idx="2790">
                  <c:v>31.043040287387999</c:v>
                </c:pt>
                <c:pt idx="2791">
                  <c:v>31.043040287387999</c:v>
                </c:pt>
                <c:pt idx="2792">
                  <c:v>55.690447581871901</c:v>
                </c:pt>
                <c:pt idx="2793">
                  <c:v>81.4834967808101</c:v>
                </c:pt>
                <c:pt idx="2794">
                  <c:v>43.693036726335698</c:v>
                </c:pt>
                <c:pt idx="2795">
                  <c:v>31.204758991862001</c:v>
                </c:pt>
                <c:pt idx="2796">
                  <c:v>49.066965531390402</c:v>
                </c:pt>
                <c:pt idx="2797">
                  <c:v>67.527441781511698</c:v>
                </c:pt>
                <c:pt idx="2798">
                  <c:v>41.010990501483299</c:v>
                </c:pt>
                <c:pt idx="2799">
                  <c:v>49.515386080687598</c:v>
                </c:pt>
                <c:pt idx="2800">
                  <c:v>40.372890380010098</c:v>
                </c:pt>
                <c:pt idx="2801">
                  <c:v>33.5568039913205</c:v>
                </c:pt>
                <c:pt idx="2802">
                  <c:v>53.6836589139156</c:v>
                </c:pt>
                <c:pt idx="2803">
                  <c:v>61.882859191997298</c:v>
                </c:pt>
                <c:pt idx="2804">
                  <c:v>5.1210733031866704</c:v>
                </c:pt>
                <c:pt idx="2805">
                  <c:v>32.984452651950903</c:v>
                </c:pt>
                <c:pt idx="2806">
                  <c:v>68.884290379830404</c:v>
                </c:pt>
                <c:pt idx="2807">
                  <c:v>66.773996816019405</c:v>
                </c:pt>
                <c:pt idx="2808">
                  <c:v>54.350327476979999</c:v>
                </c:pt>
                <c:pt idx="2809">
                  <c:v>45.345155024759997</c:v>
                </c:pt>
                <c:pt idx="2810">
                  <c:v>48.768069253542301</c:v>
                </c:pt>
                <c:pt idx="2811">
                  <c:v>41.521604096289501</c:v>
                </c:pt>
                <c:pt idx="2812">
                  <c:v>9.07985749377894</c:v>
                </c:pt>
                <c:pt idx="2813">
                  <c:v>17.608283448988001</c:v>
                </c:pt>
                <c:pt idx="2814">
                  <c:v>47.2741966143494</c:v>
                </c:pt>
                <c:pt idx="2815">
                  <c:v>76.134909512570601</c:v>
                </c:pt>
                <c:pt idx="2816">
                  <c:v>138.738955916279</c:v>
                </c:pt>
                <c:pt idx="2817">
                  <c:v>53.854833566573603</c:v>
                </c:pt>
                <c:pt idx="2818">
                  <c:v>11.7230457260839</c:v>
                </c:pt>
                <c:pt idx="2819">
                  <c:v>70.306644659554806</c:v>
                </c:pt>
                <c:pt idx="2820">
                  <c:v>67.701350185051496</c:v>
                </c:pt>
                <c:pt idx="2821">
                  <c:v>-7.4273822345739902</c:v>
                </c:pt>
                <c:pt idx="2822">
                  <c:v>71.435775356129795</c:v>
                </c:pt>
                <c:pt idx="2823">
                  <c:v>99.405810841925799</c:v>
                </c:pt>
                <c:pt idx="2824">
                  <c:v>46.866952800369198</c:v>
                </c:pt>
                <c:pt idx="2825">
                  <c:v>32.984452651952701</c:v>
                </c:pt>
                <c:pt idx="2826">
                  <c:v>60.062305038391898</c:v>
                </c:pt>
                <c:pt idx="2827">
                  <c:v>28.0303249627204</c:v>
                </c:pt>
                <c:pt idx="2828">
                  <c:v>50.262956751864202</c:v>
                </c:pt>
                <c:pt idx="2829">
                  <c:v>41.904642193166097</c:v>
                </c:pt>
                <c:pt idx="2830">
                  <c:v>-28.982393120652802</c:v>
                </c:pt>
                <c:pt idx="2831">
                  <c:v>76.021435697445597</c:v>
                </c:pt>
                <c:pt idx="2832">
                  <c:v>63.574719515877398</c:v>
                </c:pt>
                <c:pt idx="2833">
                  <c:v>34.217395063890699</c:v>
                </c:pt>
                <c:pt idx="2834">
                  <c:v>60.281239603826997</c:v>
                </c:pt>
                <c:pt idx="2835">
                  <c:v>16.301541609001099</c:v>
                </c:pt>
                <c:pt idx="2836">
                  <c:v>39.671194308645603</c:v>
                </c:pt>
                <c:pt idx="2837">
                  <c:v>19.263532325193399</c:v>
                </c:pt>
                <c:pt idx="2838">
                  <c:v>5.4028002596278304</c:v>
                </c:pt>
                <c:pt idx="2839">
                  <c:v>17.019045448819199</c:v>
                </c:pt>
                <c:pt idx="2840">
                  <c:v>22.327915158730299</c:v>
                </c:pt>
                <c:pt idx="2841">
                  <c:v>45.035288256881302</c:v>
                </c:pt>
                <c:pt idx="2842">
                  <c:v>59.616683940473102</c:v>
                </c:pt>
                <c:pt idx="2843">
                  <c:v>55.128362504927203</c:v>
                </c:pt>
                <c:pt idx="2844">
                  <c:v>122.128067908714</c:v>
                </c:pt>
                <c:pt idx="2845">
                  <c:v>110.902676897323</c:v>
                </c:pt>
                <c:pt idx="2846">
                  <c:v>120.143015205202</c:v>
                </c:pt>
                <c:pt idx="2847">
                  <c:v>113.20917994781701</c:v>
                </c:pt>
                <c:pt idx="2848">
                  <c:v>44.076453539466399</c:v>
                </c:pt>
                <c:pt idx="2849">
                  <c:v>70.200818208958395</c:v>
                </c:pt>
                <c:pt idx="2850">
                  <c:v>20.556859028783901</c:v>
                </c:pt>
                <c:pt idx="2851">
                  <c:v>35.227015770255001</c:v>
                </c:pt>
                <c:pt idx="2852">
                  <c:v>73.907759989358894</c:v>
                </c:pt>
                <c:pt idx="2853">
                  <c:v>63.461888479356197</c:v>
                </c:pt>
                <c:pt idx="2854">
                  <c:v>44.5877800120142</c:v>
                </c:pt>
                <c:pt idx="2855">
                  <c:v>74.320026055472198</c:v>
                </c:pt>
                <c:pt idx="2856">
                  <c:v>40.628108183521299</c:v>
                </c:pt>
                <c:pt idx="2857">
                  <c:v>63.977734579153498</c:v>
                </c:pt>
                <c:pt idx="2858">
                  <c:v>77.345658831864895</c:v>
                </c:pt>
                <c:pt idx="2859">
                  <c:v>49.894890228785698</c:v>
                </c:pt>
                <c:pt idx="2860">
                  <c:v>-5.2131914208821399</c:v>
                </c:pt>
                <c:pt idx="2861">
                  <c:v>60.755672372538299</c:v>
                </c:pt>
                <c:pt idx="2862">
                  <c:v>58.953370392477098</c:v>
                </c:pt>
                <c:pt idx="2863">
                  <c:v>124.64110070864599</c:v>
                </c:pt>
                <c:pt idx="2864">
                  <c:v>65.267877278654794</c:v>
                </c:pt>
                <c:pt idx="2865">
                  <c:v>123.618014226969</c:v>
                </c:pt>
                <c:pt idx="2866">
                  <c:v>46.5850589385308</c:v>
                </c:pt>
                <c:pt idx="2867">
                  <c:v>127.098417601802</c:v>
                </c:pt>
                <c:pt idx="2868">
                  <c:v>-35.978300154582897</c:v>
                </c:pt>
                <c:pt idx="2869">
                  <c:v>56.252676047864902</c:v>
                </c:pt>
                <c:pt idx="2870">
                  <c:v>11.7230457260839</c:v>
                </c:pt>
                <c:pt idx="2871">
                  <c:v>-5.2131914208821399</c:v>
                </c:pt>
                <c:pt idx="2872">
                  <c:v>49.515386080687598</c:v>
                </c:pt>
                <c:pt idx="2873">
                  <c:v>78.860026826614501</c:v>
                </c:pt>
                <c:pt idx="2874">
                  <c:v>38.332215064708997</c:v>
                </c:pt>
                <c:pt idx="2875">
                  <c:v>72.177080769125496</c:v>
                </c:pt>
                <c:pt idx="2876">
                  <c:v>77.462111927134103</c:v>
                </c:pt>
                <c:pt idx="2877">
                  <c:v>110.36031653729</c:v>
                </c:pt>
                <c:pt idx="2878">
                  <c:v>50.438892638152502</c:v>
                </c:pt>
                <c:pt idx="2879">
                  <c:v>90.577190562098593</c:v>
                </c:pt>
                <c:pt idx="2880">
                  <c:v>48.987841977388598</c:v>
                </c:pt>
                <c:pt idx="2881">
                  <c:v>17.954968284505401</c:v>
                </c:pt>
                <c:pt idx="2882">
                  <c:v>49.066965531390402</c:v>
                </c:pt>
                <c:pt idx="2883">
                  <c:v>36.4208032489177</c:v>
                </c:pt>
                <c:pt idx="2884">
                  <c:v>106.29681167265301</c:v>
                </c:pt>
                <c:pt idx="2885">
                  <c:v>5.6282080563423698</c:v>
                </c:pt>
                <c:pt idx="2886">
                  <c:v>106.296811672654</c:v>
                </c:pt>
                <c:pt idx="2887">
                  <c:v>83.409349981269699</c:v>
                </c:pt>
                <c:pt idx="2888">
                  <c:v>-34.572981370454698</c:v>
                </c:pt>
                <c:pt idx="2889">
                  <c:v>81.891871337483195</c:v>
                </c:pt>
                <c:pt idx="2890">
                  <c:v>36.4208032489177</c:v>
                </c:pt>
                <c:pt idx="2891">
                  <c:v>43.3576018722706</c:v>
                </c:pt>
                <c:pt idx="2892">
                  <c:v>43.693036726335698</c:v>
                </c:pt>
                <c:pt idx="2893">
                  <c:v>42.160038029725001</c:v>
                </c:pt>
                <c:pt idx="2894">
                  <c:v>33.8748415206746</c:v>
                </c:pt>
                <c:pt idx="2895">
                  <c:v>29.531072285182699</c:v>
                </c:pt>
                <c:pt idx="2896">
                  <c:v>111.479079248182</c:v>
                </c:pt>
                <c:pt idx="2897">
                  <c:v>46.3783597333831</c:v>
                </c:pt>
                <c:pt idx="2898">
                  <c:v>54.868986970069201</c:v>
                </c:pt>
                <c:pt idx="2899">
                  <c:v>38.332215064708997</c:v>
                </c:pt>
                <c:pt idx="2900">
                  <c:v>64.364698255327298</c:v>
                </c:pt>
                <c:pt idx="2901">
                  <c:v>70.091077609581504</c:v>
                </c:pt>
                <c:pt idx="2902">
                  <c:v>50.262956751864202</c:v>
                </c:pt>
                <c:pt idx="2903">
                  <c:v>43.815025730430499</c:v>
                </c:pt>
                <c:pt idx="2904">
                  <c:v>84.092554285187305</c:v>
                </c:pt>
                <c:pt idx="2905">
                  <c:v>79.996482521058994</c:v>
                </c:pt>
                <c:pt idx="2906">
                  <c:v>62.366115551205397</c:v>
                </c:pt>
                <c:pt idx="2907">
                  <c:v>73.866537606351798</c:v>
                </c:pt>
                <c:pt idx="2908">
                  <c:v>69.789319042306403</c:v>
                </c:pt>
                <c:pt idx="2909">
                  <c:v>9.6895397747621193</c:v>
                </c:pt>
                <c:pt idx="2910">
                  <c:v>65.267877278654794</c:v>
                </c:pt>
                <c:pt idx="2911">
                  <c:v>43.693036726337503</c:v>
                </c:pt>
                <c:pt idx="2912">
                  <c:v>44.715630215730002</c:v>
                </c:pt>
                <c:pt idx="2913">
                  <c:v>53.255780465365198</c:v>
                </c:pt>
                <c:pt idx="2914">
                  <c:v>82.758874827174594</c:v>
                </c:pt>
                <c:pt idx="2915">
                  <c:v>50.861196143434398</c:v>
                </c:pt>
                <c:pt idx="2916">
                  <c:v>56.252676047864902</c:v>
                </c:pt>
                <c:pt idx="2917">
                  <c:v>54.454049608919298</c:v>
                </c:pt>
                <c:pt idx="2918">
                  <c:v>28.879645782662902</c:v>
                </c:pt>
                <c:pt idx="2919">
                  <c:v>51.758860143831001</c:v>
                </c:pt>
                <c:pt idx="2920">
                  <c:v>20.3355778393306</c:v>
                </c:pt>
                <c:pt idx="2921">
                  <c:v>48.062046979881401</c:v>
                </c:pt>
                <c:pt idx="2922">
                  <c:v>63.977734579156198</c:v>
                </c:pt>
                <c:pt idx="2923">
                  <c:v>17.019045448821</c:v>
                </c:pt>
                <c:pt idx="2924">
                  <c:v>43.3576018722706</c:v>
                </c:pt>
                <c:pt idx="2925">
                  <c:v>48.298457116628903</c:v>
                </c:pt>
                <c:pt idx="2926">
                  <c:v>50.076040279119297</c:v>
                </c:pt>
                <c:pt idx="2927">
                  <c:v>41.010990501483299</c:v>
                </c:pt>
                <c:pt idx="2928">
                  <c:v>16.261687194138101</c:v>
                </c:pt>
                <c:pt idx="2929">
                  <c:v>19.082074008605499</c:v>
                </c:pt>
                <c:pt idx="2930">
                  <c:v>53.041872404853102</c:v>
                </c:pt>
                <c:pt idx="2931">
                  <c:v>34.241577335808799</c:v>
                </c:pt>
                <c:pt idx="2932">
                  <c:v>25.282865605211502</c:v>
                </c:pt>
                <c:pt idx="2933">
                  <c:v>19.608668732107599</c:v>
                </c:pt>
                <c:pt idx="2934">
                  <c:v>36.219698814088503</c:v>
                </c:pt>
                <c:pt idx="2935">
                  <c:v>18.345054484102501</c:v>
                </c:pt>
                <c:pt idx="2936">
                  <c:v>42.798657527448903</c:v>
                </c:pt>
                <c:pt idx="2937">
                  <c:v>10.044459796075801</c:v>
                </c:pt>
                <c:pt idx="2938">
                  <c:v>37.312588278627103</c:v>
                </c:pt>
                <c:pt idx="2939">
                  <c:v>44.289491782309597</c:v>
                </c:pt>
                <c:pt idx="2940">
                  <c:v>57.8276790496001</c:v>
                </c:pt>
                <c:pt idx="2941">
                  <c:v>46.527640544022603</c:v>
                </c:pt>
                <c:pt idx="2942">
                  <c:v>52.167010244476799</c:v>
                </c:pt>
                <c:pt idx="2943">
                  <c:v>22.770903375538101</c:v>
                </c:pt>
                <c:pt idx="2944">
                  <c:v>24.9871909283147</c:v>
                </c:pt>
                <c:pt idx="2945">
                  <c:v>8.4195606605762805</c:v>
                </c:pt>
                <c:pt idx="2946">
                  <c:v>16.1354863444203</c:v>
                </c:pt>
                <c:pt idx="2947">
                  <c:v>19.798273892919401</c:v>
                </c:pt>
                <c:pt idx="2948">
                  <c:v>36.4208032489177</c:v>
                </c:pt>
                <c:pt idx="2949">
                  <c:v>13.6129997198195</c:v>
                </c:pt>
                <c:pt idx="2950">
                  <c:v>9.9605643967079196</c:v>
                </c:pt>
                <c:pt idx="2951">
                  <c:v>38.332215064708997</c:v>
                </c:pt>
                <c:pt idx="2952">
                  <c:v>-34.075044829752102</c:v>
                </c:pt>
                <c:pt idx="2953">
                  <c:v>-4.0881998229560796</c:v>
                </c:pt>
                <c:pt idx="2954">
                  <c:v>38.744121710817097</c:v>
                </c:pt>
                <c:pt idx="2955">
                  <c:v>27.205725097974199</c:v>
                </c:pt>
                <c:pt idx="2956">
                  <c:v>23.3247648300493</c:v>
                </c:pt>
                <c:pt idx="2957">
                  <c:v>13.4869518584737</c:v>
                </c:pt>
                <c:pt idx="2958">
                  <c:v>43.693036726335698</c:v>
                </c:pt>
                <c:pt idx="2959">
                  <c:v>26.761838370739401</c:v>
                </c:pt>
                <c:pt idx="2960">
                  <c:v>-23.2581468313073</c:v>
                </c:pt>
                <c:pt idx="2961">
                  <c:v>7.9480424635094096</c:v>
                </c:pt>
                <c:pt idx="2962">
                  <c:v>4.9520546143148696</c:v>
                </c:pt>
                <c:pt idx="2963">
                  <c:v>-23.2581468313073</c:v>
                </c:pt>
                <c:pt idx="2964">
                  <c:v>29.165123677095799</c:v>
                </c:pt>
                <c:pt idx="2965">
                  <c:v>37.096958680704098</c:v>
                </c:pt>
                <c:pt idx="2966">
                  <c:v>14.590117491887201</c:v>
                </c:pt>
                <c:pt idx="2967">
                  <c:v>-2.73848361454383</c:v>
                </c:pt>
                <c:pt idx="2968">
                  <c:v>-2.3370550279560098</c:v>
                </c:pt>
                <c:pt idx="2969">
                  <c:v>6.2200144883345203</c:v>
                </c:pt>
                <c:pt idx="2970">
                  <c:v>5.7305016394457198</c:v>
                </c:pt>
                <c:pt idx="2971">
                  <c:v>7.7594637355896303</c:v>
                </c:pt>
                <c:pt idx="2972">
                  <c:v>34.3201715610166</c:v>
                </c:pt>
                <c:pt idx="2973">
                  <c:v>42.454762427029799</c:v>
                </c:pt>
                <c:pt idx="2974">
                  <c:v>59.526670404980898</c:v>
                </c:pt>
                <c:pt idx="2975">
                  <c:v>58.181405843045397</c:v>
                </c:pt>
                <c:pt idx="2976">
                  <c:v>-1.2587262074566701</c:v>
                </c:pt>
                <c:pt idx="2977">
                  <c:v>15.252284522311101</c:v>
                </c:pt>
                <c:pt idx="2978">
                  <c:v>-9.4786981798488306</c:v>
                </c:pt>
                <c:pt idx="2979">
                  <c:v>24.651810028531099</c:v>
                </c:pt>
                <c:pt idx="2980">
                  <c:v>-2.4465429000583701</c:v>
                </c:pt>
                <c:pt idx="2981">
                  <c:v>-29.445857778959098</c:v>
                </c:pt>
                <c:pt idx="2982">
                  <c:v>2.1566983548163901</c:v>
                </c:pt>
                <c:pt idx="2983">
                  <c:v>-80.611876867193104</c:v>
                </c:pt>
                <c:pt idx="2984">
                  <c:v>23.593833853303199</c:v>
                </c:pt>
                <c:pt idx="2985">
                  <c:v>8.6796537256750508</c:v>
                </c:pt>
                <c:pt idx="2986">
                  <c:v>-37.309580920372298</c:v>
                </c:pt>
                <c:pt idx="2987">
                  <c:v>-11.660229673968299</c:v>
                </c:pt>
                <c:pt idx="2988">
                  <c:v>-19.459418229974201</c:v>
                </c:pt>
                <c:pt idx="2989">
                  <c:v>18.7872363720316</c:v>
                </c:pt>
                <c:pt idx="2990">
                  <c:v>-30.644952055806201</c:v>
                </c:pt>
                <c:pt idx="2991">
                  <c:v>-6.5105354920269702</c:v>
                </c:pt>
                <c:pt idx="2992">
                  <c:v>-36.478305975941097</c:v>
                </c:pt>
                <c:pt idx="2993">
                  <c:v>-28.185486292424599</c:v>
                </c:pt>
                <c:pt idx="2994">
                  <c:v>-2.2574240225385398</c:v>
                </c:pt>
                <c:pt idx="2995">
                  <c:v>-46.984179899942298</c:v>
                </c:pt>
                <c:pt idx="2996">
                  <c:v>-31.915991989262601</c:v>
                </c:pt>
                <c:pt idx="2997">
                  <c:v>-26.147948285898501</c:v>
                </c:pt>
                <c:pt idx="2998">
                  <c:v>-44.8380201063691</c:v>
                </c:pt>
                <c:pt idx="2999">
                  <c:v>-28.771694511956401</c:v>
                </c:pt>
                <c:pt idx="3000">
                  <c:v>-76.682968506890504</c:v>
                </c:pt>
                <c:pt idx="3001">
                  <c:v>-29.322276919927301</c:v>
                </c:pt>
                <c:pt idx="3002">
                  <c:v>-47.290599582926902</c:v>
                </c:pt>
                <c:pt idx="3003">
                  <c:v>-10.969648541446899</c:v>
                </c:pt>
                <c:pt idx="3004">
                  <c:v>-7.63766310947448</c:v>
                </c:pt>
                <c:pt idx="3005">
                  <c:v>-24.592380944106399</c:v>
                </c:pt>
                <c:pt idx="3006">
                  <c:v>-51.983578675881198</c:v>
                </c:pt>
                <c:pt idx="3007">
                  <c:v>22.430135246146101</c:v>
                </c:pt>
                <c:pt idx="3008">
                  <c:v>-8.2216698659376508</c:v>
                </c:pt>
                <c:pt idx="3009">
                  <c:v>2.5067758812374401</c:v>
                </c:pt>
                <c:pt idx="3010">
                  <c:v>-8.5270877845177893</c:v>
                </c:pt>
                <c:pt idx="3011">
                  <c:v>-15.4985523325331</c:v>
                </c:pt>
                <c:pt idx="3012">
                  <c:v>-28.2097311366851</c:v>
                </c:pt>
                <c:pt idx="3013">
                  <c:v>2.29776760181994</c:v>
                </c:pt>
                <c:pt idx="3014">
                  <c:v>48.088910488871903</c:v>
                </c:pt>
                <c:pt idx="3015">
                  <c:v>39.1197510182282</c:v>
                </c:pt>
                <c:pt idx="3016">
                  <c:v>45.594801682771497</c:v>
                </c:pt>
                <c:pt idx="3017">
                  <c:v>29.426509302287698</c:v>
                </c:pt>
                <c:pt idx="3018">
                  <c:v>-0.146139509279237</c:v>
                </c:pt>
                <c:pt idx="3019">
                  <c:v>-28.864239175167299</c:v>
                </c:pt>
                <c:pt idx="3020">
                  <c:v>-2.5873049227175202</c:v>
                </c:pt>
                <c:pt idx="3021">
                  <c:v>-15.4363634121573</c:v>
                </c:pt>
                <c:pt idx="3022">
                  <c:v>-16.613991751412801</c:v>
                </c:pt>
                <c:pt idx="3023">
                  <c:v>-20.364482005787899</c:v>
                </c:pt>
                <c:pt idx="3024">
                  <c:v>-18.916198407058801</c:v>
                </c:pt>
                <c:pt idx="3025">
                  <c:v>-4.5882679685528203</c:v>
                </c:pt>
                <c:pt idx="3026">
                  <c:v>6.06298895366489</c:v>
                </c:pt>
                <c:pt idx="3027">
                  <c:v>2.0807417768846701</c:v>
                </c:pt>
                <c:pt idx="3028">
                  <c:v>-43.119551043649999</c:v>
                </c:pt>
                <c:pt idx="3029">
                  <c:v>3.4266507231668499</c:v>
                </c:pt>
                <c:pt idx="3030">
                  <c:v>-19.208718313436201</c:v>
                </c:pt>
                <c:pt idx="3031">
                  <c:v>35.245376812395001</c:v>
                </c:pt>
                <c:pt idx="3032">
                  <c:v>-12.8228171913469</c:v>
                </c:pt>
                <c:pt idx="3033">
                  <c:v>-21.088260826807499</c:v>
                </c:pt>
                <c:pt idx="3034">
                  <c:v>5.1210733031866704</c:v>
                </c:pt>
                <c:pt idx="3035">
                  <c:v>-46.269030972048299</c:v>
                </c:pt>
                <c:pt idx="3036">
                  <c:v>-26.223943591608901</c:v>
                </c:pt>
                <c:pt idx="3037">
                  <c:v>1.16946949504472</c:v>
                </c:pt>
                <c:pt idx="3038">
                  <c:v>43.061672451645698</c:v>
                </c:pt>
                <c:pt idx="3039">
                  <c:v>-40.539274891096198</c:v>
                </c:pt>
                <c:pt idx="3040">
                  <c:v>-8.7510336309824197</c:v>
                </c:pt>
                <c:pt idx="3041">
                  <c:v>-14.761990071989199</c:v>
                </c:pt>
                <c:pt idx="3042">
                  <c:v>-23.258146831309201</c:v>
                </c:pt>
                <c:pt idx="3043">
                  <c:v>6.6911589903838804</c:v>
                </c:pt>
                <c:pt idx="3044">
                  <c:v>83.409349981271504</c:v>
                </c:pt>
                <c:pt idx="3045">
                  <c:v>-21.088260826807499</c:v>
                </c:pt>
                <c:pt idx="3046">
                  <c:v>-1.46095358368893</c:v>
                </c:pt>
                <c:pt idx="3047">
                  <c:v>17.019045448819199</c:v>
                </c:pt>
                <c:pt idx="3048">
                  <c:v>46.866952800369198</c:v>
                </c:pt>
                <c:pt idx="3049">
                  <c:v>-57.354577636128802</c:v>
                </c:pt>
                <c:pt idx="3050">
                  <c:v>18.029265049109199</c:v>
                </c:pt>
                <c:pt idx="3051">
                  <c:v>-19.384211301145999</c:v>
                </c:pt>
                <c:pt idx="3052">
                  <c:v>-8.8965860485350206</c:v>
                </c:pt>
                <c:pt idx="3053">
                  <c:v>-9.9663368362171205</c:v>
                </c:pt>
                <c:pt idx="3054">
                  <c:v>0</c:v>
                </c:pt>
                <c:pt idx="3055">
                  <c:v>-29.445857778959098</c:v>
                </c:pt>
                <c:pt idx="3056">
                  <c:v>26.254649424548901</c:v>
                </c:pt>
                <c:pt idx="3057">
                  <c:v>-34.075044829752102</c:v>
                </c:pt>
                <c:pt idx="3058">
                  <c:v>-20.988059724064399</c:v>
                </c:pt>
                <c:pt idx="3059">
                  <c:v>-19.5126677446105</c:v>
                </c:pt>
                <c:pt idx="3060">
                  <c:v>-5.8379352458869098</c:v>
                </c:pt>
                <c:pt idx="3061">
                  <c:v>-18.046763309263</c:v>
                </c:pt>
                <c:pt idx="3062">
                  <c:v>-1.46095358368893</c:v>
                </c:pt>
                <c:pt idx="3063">
                  <c:v>38.332215064708997</c:v>
                </c:pt>
                <c:pt idx="3064">
                  <c:v>65.913231347766597</c:v>
                </c:pt>
                <c:pt idx="3065">
                  <c:v>-8.9589626698143494</c:v>
                </c:pt>
                <c:pt idx="3066">
                  <c:v>-24.171132717414299</c:v>
                </c:pt>
                <c:pt idx="3067">
                  <c:v>-23.591782482866599</c:v>
                </c:pt>
                <c:pt idx="3068">
                  <c:v>16.1354863444203</c:v>
                </c:pt>
                <c:pt idx="3069">
                  <c:v>17.608283448990701</c:v>
                </c:pt>
                <c:pt idx="3070">
                  <c:v>-8.9589626698161702</c:v>
                </c:pt>
                <c:pt idx="3071">
                  <c:v>-14.8729236844465</c:v>
                </c:pt>
                <c:pt idx="3072">
                  <c:v>49.066965531390402</c:v>
                </c:pt>
                <c:pt idx="3073">
                  <c:v>53.255780465365198</c:v>
                </c:pt>
                <c:pt idx="3074">
                  <c:v>56.574013856877997</c:v>
                </c:pt>
                <c:pt idx="3075">
                  <c:v>-3.8188847083056299</c:v>
                </c:pt>
                <c:pt idx="3076">
                  <c:v>15.504591455316501</c:v>
                </c:pt>
                <c:pt idx="3077">
                  <c:v>-15.1098423157282</c:v>
                </c:pt>
                <c:pt idx="3078">
                  <c:v>5.0012223350095102</c:v>
                </c:pt>
                <c:pt idx="3079">
                  <c:v>2.6938002971555699</c:v>
                </c:pt>
                <c:pt idx="3080">
                  <c:v>20.556859028783901</c:v>
                </c:pt>
                <c:pt idx="3081">
                  <c:v>-46.984179899942298</c:v>
                </c:pt>
                <c:pt idx="3082">
                  <c:v>76.134909512570601</c:v>
                </c:pt>
                <c:pt idx="3083">
                  <c:v>46.5850589385308</c:v>
                </c:pt>
                <c:pt idx="3084">
                  <c:v>14.980601961250599</c:v>
                </c:pt>
                <c:pt idx="3085">
                  <c:v>87.553212159698802</c:v>
                </c:pt>
                <c:pt idx="3086">
                  <c:v>12.3528485506676</c:v>
                </c:pt>
                <c:pt idx="3087">
                  <c:v>-2.5560252605646299</c:v>
                </c:pt>
                <c:pt idx="3088">
                  <c:v>6.0906985199553603</c:v>
                </c:pt>
                <c:pt idx="3089">
                  <c:v>35.656704436510097</c:v>
                </c:pt>
                <c:pt idx="3090">
                  <c:v>41.3088340076728</c:v>
                </c:pt>
                <c:pt idx="3091">
                  <c:v>-30.4754235551781</c:v>
                </c:pt>
                <c:pt idx="3092">
                  <c:v>83.059070420677898</c:v>
                </c:pt>
                <c:pt idx="3093">
                  <c:v>11.7230457260839</c:v>
                </c:pt>
                <c:pt idx="3094">
                  <c:v>37.1426965220707</c:v>
                </c:pt>
                <c:pt idx="3095">
                  <c:v>-1.7186671112476599</c:v>
                </c:pt>
                <c:pt idx="3096">
                  <c:v>45.3709792267327</c:v>
                </c:pt>
                <c:pt idx="3097">
                  <c:v>39.182265972914102</c:v>
                </c:pt>
                <c:pt idx="3098">
                  <c:v>-1.4609535836871099</c:v>
                </c:pt>
                <c:pt idx="3099">
                  <c:v>-18.046763309263</c:v>
                </c:pt>
                <c:pt idx="3100">
                  <c:v>57.152539979659103</c:v>
                </c:pt>
                <c:pt idx="3101">
                  <c:v>28.093768583913501</c:v>
                </c:pt>
                <c:pt idx="3102">
                  <c:v>49.066965531390402</c:v>
                </c:pt>
                <c:pt idx="3103">
                  <c:v>35.990964924836497</c:v>
                </c:pt>
                <c:pt idx="3104">
                  <c:v>21.821752747278801</c:v>
                </c:pt>
                <c:pt idx="3105">
                  <c:v>33.5568039913205</c:v>
                </c:pt>
                <c:pt idx="3106">
                  <c:v>32.221549872121599</c:v>
                </c:pt>
                <c:pt idx="3107">
                  <c:v>38.575605105225797</c:v>
                </c:pt>
                <c:pt idx="3108">
                  <c:v>29.426509302287698</c:v>
                </c:pt>
                <c:pt idx="3109">
                  <c:v>28.315835731918</c:v>
                </c:pt>
                <c:pt idx="3110">
                  <c:v>9.5201664875503393</c:v>
                </c:pt>
                <c:pt idx="3111">
                  <c:v>-28.5901530871697</c:v>
                </c:pt>
                <c:pt idx="3112">
                  <c:v>57.637234277090997</c:v>
                </c:pt>
                <c:pt idx="3113">
                  <c:v>-8.4598995273436195</c:v>
                </c:pt>
                <c:pt idx="3114">
                  <c:v>55.3531793325282</c:v>
                </c:pt>
                <c:pt idx="3115">
                  <c:v>29.2678071676537</c:v>
                </c:pt>
                <c:pt idx="3116">
                  <c:v>12.2039696594692</c:v>
                </c:pt>
                <c:pt idx="3117">
                  <c:v>4.0958947406097597</c:v>
                </c:pt>
                <c:pt idx="3118">
                  <c:v>33.1328256913175</c:v>
                </c:pt>
                <c:pt idx="3119">
                  <c:v>32.761911917192201</c:v>
                </c:pt>
                <c:pt idx="3120">
                  <c:v>72.924973817254795</c:v>
                </c:pt>
                <c:pt idx="3121">
                  <c:v>76.134909512572406</c:v>
                </c:pt>
                <c:pt idx="3122">
                  <c:v>19.6718686250533</c:v>
                </c:pt>
                <c:pt idx="3123">
                  <c:v>5.7204270582224099</c:v>
                </c:pt>
                <c:pt idx="3124">
                  <c:v>11.7230457260839</c:v>
                </c:pt>
                <c:pt idx="3125">
                  <c:v>17.397823062277801</c:v>
                </c:pt>
                <c:pt idx="3126">
                  <c:v>40.192129044576099</c:v>
                </c:pt>
                <c:pt idx="3127">
                  <c:v>9.7203363311618798</c:v>
                </c:pt>
                <c:pt idx="3128">
                  <c:v>5.1210733031866704</c:v>
                </c:pt>
                <c:pt idx="3129">
                  <c:v>-8.0231251858376709</c:v>
                </c:pt>
                <c:pt idx="3130">
                  <c:v>-38.386683053396098</c:v>
                </c:pt>
                <c:pt idx="3131">
                  <c:v>58.707715996919397</c:v>
                </c:pt>
                <c:pt idx="3132">
                  <c:v>-66.203807337033993</c:v>
                </c:pt>
                <c:pt idx="3133">
                  <c:v>33.238812581096603</c:v>
                </c:pt>
                <c:pt idx="3134">
                  <c:v>28.791769734693801</c:v>
                </c:pt>
                <c:pt idx="3135">
                  <c:v>15.795751065826099</c:v>
                </c:pt>
                <c:pt idx="3136">
                  <c:v>0.56216651499744297</c:v>
                </c:pt>
                <c:pt idx="3137">
                  <c:v>36.5481789245732</c:v>
                </c:pt>
                <c:pt idx="3138">
                  <c:v>-36.231940774297001</c:v>
                </c:pt>
                <c:pt idx="3139">
                  <c:v>-5.0427755696036902</c:v>
                </c:pt>
                <c:pt idx="3140">
                  <c:v>45.645673600310097</c:v>
                </c:pt>
                <c:pt idx="3141">
                  <c:v>8.7863675487369601</c:v>
                </c:pt>
                <c:pt idx="3142">
                  <c:v>-16.431172154783699</c:v>
                </c:pt>
                <c:pt idx="3143">
                  <c:v>40.392521465869301</c:v>
                </c:pt>
                <c:pt idx="3144">
                  <c:v>43.693036726337503</c:v>
                </c:pt>
                <c:pt idx="3145">
                  <c:v>22.770903375538101</c:v>
                </c:pt>
                <c:pt idx="3146">
                  <c:v>61.882859191997298</c:v>
                </c:pt>
                <c:pt idx="3147">
                  <c:v>36.594499185315698</c:v>
                </c:pt>
                <c:pt idx="3148">
                  <c:v>44.425072323761903</c:v>
                </c:pt>
                <c:pt idx="3149">
                  <c:v>-1.75302660813849</c:v>
                </c:pt>
                <c:pt idx="3150">
                  <c:v>-20.157643623330799</c:v>
                </c:pt>
                <c:pt idx="3151">
                  <c:v>39.447974388946001</c:v>
                </c:pt>
                <c:pt idx="3152">
                  <c:v>8.4195606605762805</c:v>
                </c:pt>
                <c:pt idx="3153">
                  <c:v>95.586673456329606</c:v>
                </c:pt>
                <c:pt idx="3154">
                  <c:v>39.156105652223197</c:v>
                </c:pt>
                <c:pt idx="3155">
                  <c:v>62.351244546944102</c:v>
                </c:pt>
                <c:pt idx="3156">
                  <c:v>-20.654022560816799</c:v>
                </c:pt>
                <c:pt idx="3157">
                  <c:v>35.784035760660998</c:v>
                </c:pt>
                <c:pt idx="3158">
                  <c:v>54.004622298831201</c:v>
                </c:pt>
                <c:pt idx="3159">
                  <c:v>39.336372937898801</c:v>
                </c:pt>
                <c:pt idx="3160">
                  <c:v>68.555280890253002</c:v>
                </c:pt>
                <c:pt idx="3161">
                  <c:v>116.44229220891501</c:v>
                </c:pt>
                <c:pt idx="3162">
                  <c:v>78.470519024872303</c:v>
                </c:pt>
                <c:pt idx="3163">
                  <c:v>47.274196614347602</c:v>
                </c:pt>
                <c:pt idx="3164">
                  <c:v>73.413142066154194</c:v>
                </c:pt>
                <c:pt idx="3165">
                  <c:v>60.380071351330997</c:v>
                </c:pt>
                <c:pt idx="3166">
                  <c:v>72.5066295983397</c:v>
                </c:pt>
                <c:pt idx="3167">
                  <c:v>36.548178924574998</c:v>
                </c:pt>
                <c:pt idx="3168">
                  <c:v>103.53785280045</c:v>
                </c:pt>
                <c:pt idx="3169">
                  <c:v>144.85198615002901</c:v>
                </c:pt>
                <c:pt idx="3170">
                  <c:v>66.773996816017601</c:v>
                </c:pt>
                <c:pt idx="3171">
                  <c:v>59.082057424866399</c:v>
                </c:pt>
                <c:pt idx="3172">
                  <c:v>69.789319042306403</c:v>
                </c:pt>
                <c:pt idx="3173">
                  <c:v>32.984452651952701</c:v>
                </c:pt>
                <c:pt idx="3174">
                  <c:v>44.076453539464602</c:v>
                </c:pt>
                <c:pt idx="3175">
                  <c:v>20.556859028783901</c:v>
                </c:pt>
                <c:pt idx="3176">
                  <c:v>64.880755325883001</c:v>
                </c:pt>
                <c:pt idx="3177">
                  <c:v>55.224709765516302</c:v>
                </c:pt>
                <c:pt idx="3178">
                  <c:v>99.405810841923994</c:v>
                </c:pt>
                <c:pt idx="3179">
                  <c:v>87.397677602404599</c:v>
                </c:pt>
                <c:pt idx="3180">
                  <c:v>60.5080161668374</c:v>
                </c:pt>
                <c:pt idx="3181">
                  <c:v>78.860026826614501</c:v>
                </c:pt>
                <c:pt idx="3182">
                  <c:v>23.509416479721899</c:v>
                </c:pt>
                <c:pt idx="3183">
                  <c:v>76.588862934950996</c:v>
                </c:pt>
                <c:pt idx="3184">
                  <c:v>62.767670541694301</c:v>
                </c:pt>
                <c:pt idx="3185">
                  <c:v>-5.2131914208812304</c:v>
                </c:pt>
                <c:pt idx="3186">
                  <c:v>45.035288256881302</c:v>
                </c:pt>
                <c:pt idx="3187">
                  <c:v>89.451611631280599</c:v>
                </c:pt>
                <c:pt idx="3188">
                  <c:v>69.789319042306403</c:v>
                </c:pt>
                <c:pt idx="3189">
                  <c:v>21.568715464010801</c:v>
                </c:pt>
                <c:pt idx="3190">
                  <c:v>37.482493187239903</c:v>
                </c:pt>
                <c:pt idx="3191">
                  <c:v>46.3783597333831</c:v>
                </c:pt>
                <c:pt idx="3192">
                  <c:v>32.602968077922903</c:v>
                </c:pt>
                <c:pt idx="3193">
                  <c:v>67.2397324747635</c:v>
                </c:pt>
                <c:pt idx="3194">
                  <c:v>44.8631589210135</c:v>
                </c:pt>
                <c:pt idx="3195">
                  <c:v>0.132862616413149</c:v>
                </c:pt>
                <c:pt idx="3196">
                  <c:v>11.093424636554101</c:v>
                </c:pt>
                <c:pt idx="3197">
                  <c:v>46.714255807116302</c:v>
                </c:pt>
                <c:pt idx="3198">
                  <c:v>78.860026826613606</c:v>
                </c:pt>
                <c:pt idx="3199">
                  <c:v>-17.466946056755599</c:v>
                </c:pt>
                <c:pt idx="3200">
                  <c:v>47.274196614347602</c:v>
                </c:pt>
                <c:pt idx="3201">
                  <c:v>53.1060426418289</c:v>
                </c:pt>
                <c:pt idx="3202">
                  <c:v>27.6497018265745</c:v>
                </c:pt>
                <c:pt idx="3203">
                  <c:v>15.3994600239229</c:v>
                </c:pt>
                <c:pt idx="3204">
                  <c:v>16.261687194138101</c:v>
                </c:pt>
                <c:pt idx="3205">
                  <c:v>43.437462670375602</c:v>
                </c:pt>
                <c:pt idx="3206">
                  <c:v>110.902676897323</c:v>
                </c:pt>
                <c:pt idx="3207">
                  <c:v>18.948051970345599</c:v>
                </c:pt>
                <c:pt idx="3208">
                  <c:v>117.619130475511</c:v>
                </c:pt>
                <c:pt idx="3209">
                  <c:v>36.102396405047301</c:v>
                </c:pt>
                <c:pt idx="3210">
                  <c:v>24.9871909283174</c:v>
                </c:pt>
                <c:pt idx="3211">
                  <c:v>-1.05648003074657</c:v>
                </c:pt>
                <c:pt idx="3212">
                  <c:v>36.4208032489177</c:v>
                </c:pt>
                <c:pt idx="3213">
                  <c:v>56.252676047864902</c:v>
                </c:pt>
                <c:pt idx="3214">
                  <c:v>49.963898013833301</c:v>
                </c:pt>
                <c:pt idx="3215">
                  <c:v>51.758860143831001</c:v>
                </c:pt>
                <c:pt idx="3216">
                  <c:v>46.378359733381302</c:v>
                </c:pt>
                <c:pt idx="3217">
                  <c:v>69.789319042306403</c:v>
                </c:pt>
                <c:pt idx="3218">
                  <c:v>80.808593560403096</c:v>
                </c:pt>
                <c:pt idx="3219">
                  <c:v>62.043932888720498</c:v>
                </c:pt>
                <c:pt idx="3220">
                  <c:v>50.316364373784303</c:v>
                </c:pt>
                <c:pt idx="3221">
                  <c:v>36.5481789245732</c:v>
                </c:pt>
                <c:pt idx="3222">
                  <c:v>35.656704436510097</c:v>
                </c:pt>
                <c:pt idx="3223">
                  <c:v>32.984452651952701</c:v>
                </c:pt>
                <c:pt idx="3224">
                  <c:v>36.102396405047301</c:v>
                </c:pt>
                <c:pt idx="3225">
                  <c:v>1.16946949504472</c:v>
                </c:pt>
                <c:pt idx="3226">
                  <c:v>41.457770905869403</c:v>
                </c:pt>
                <c:pt idx="3227">
                  <c:v>35.595935273290699</c:v>
                </c:pt>
                <c:pt idx="3228">
                  <c:v>130.085931481355</c:v>
                </c:pt>
                <c:pt idx="3229">
                  <c:v>56.252676047864902</c:v>
                </c:pt>
                <c:pt idx="3230">
                  <c:v>79.996482521058994</c:v>
                </c:pt>
                <c:pt idx="3231">
                  <c:v>29.982057322462399</c:v>
                </c:pt>
                <c:pt idx="3232">
                  <c:v>36.9597508756287</c:v>
                </c:pt>
                <c:pt idx="3233">
                  <c:v>56.852544520017503</c:v>
                </c:pt>
                <c:pt idx="3234">
                  <c:v>18.345054484102501</c:v>
                </c:pt>
                <c:pt idx="3235">
                  <c:v>42.798657527448903</c:v>
                </c:pt>
                <c:pt idx="3236">
                  <c:v>13.4869518584737</c:v>
                </c:pt>
                <c:pt idx="3237">
                  <c:v>64.590458385373495</c:v>
                </c:pt>
                <c:pt idx="3238">
                  <c:v>68.6580910952989</c:v>
                </c:pt>
                <c:pt idx="3239">
                  <c:v>-17.466946056755599</c:v>
                </c:pt>
                <c:pt idx="3240">
                  <c:v>5.1210733031866704</c:v>
                </c:pt>
                <c:pt idx="3241">
                  <c:v>45.645673600310097</c:v>
                </c:pt>
                <c:pt idx="3242">
                  <c:v>52.983537448045297</c:v>
                </c:pt>
                <c:pt idx="3243">
                  <c:v>68.6580910952989</c:v>
                </c:pt>
                <c:pt idx="3244">
                  <c:v>7.0995666280459702</c:v>
                </c:pt>
                <c:pt idx="3245">
                  <c:v>53.5552866524813</c:v>
                </c:pt>
                <c:pt idx="3246">
                  <c:v>33.874841520676398</c:v>
                </c:pt>
                <c:pt idx="3247">
                  <c:v>24.987190928315599</c:v>
                </c:pt>
                <c:pt idx="3248">
                  <c:v>44.886108720509498</c:v>
                </c:pt>
                <c:pt idx="3249">
                  <c:v>90.250877090458701</c:v>
                </c:pt>
                <c:pt idx="3250">
                  <c:v>28.537925397379599</c:v>
                </c:pt>
                <c:pt idx="3251">
                  <c:v>31.043040287387999</c:v>
                </c:pt>
                <c:pt idx="3252">
                  <c:v>59.253651814954502</c:v>
                </c:pt>
                <c:pt idx="3253">
                  <c:v>64.857295570029194</c:v>
                </c:pt>
                <c:pt idx="3254">
                  <c:v>69.789319042304598</c:v>
                </c:pt>
                <c:pt idx="3255">
                  <c:v>49.066965531390402</c:v>
                </c:pt>
                <c:pt idx="3256">
                  <c:v>23.509416479721899</c:v>
                </c:pt>
                <c:pt idx="3257">
                  <c:v>40.032646103002598</c:v>
                </c:pt>
                <c:pt idx="3258">
                  <c:v>31.649546965967598</c:v>
                </c:pt>
                <c:pt idx="3259">
                  <c:v>19.752307495235002</c:v>
                </c:pt>
                <c:pt idx="3260">
                  <c:v>108.26958934410401</c:v>
                </c:pt>
                <c:pt idx="3261">
                  <c:v>92.536078532279106</c:v>
                </c:pt>
                <c:pt idx="3262">
                  <c:v>76.134909512570601</c:v>
                </c:pt>
                <c:pt idx="3263">
                  <c:v>75.454153842268099</c:v>
                </c:pt>
                <c:pt idx="3264">
                  <c:v>30.6965403849299</c:v>
                </c:pt>
                <c:pt idx="3265">
                  <c:v>14.3694397658246</c:v>
                </c:pt>
                <c:pt idx="3266">
                  <c:v>33.189894918453298</c:v>
                </c:pt>
                <c:pt idx="3267">
                  <c:v>89.794118751687094</c:v>
                </c:pt>
                <c:pt idx="3268">
                  <c:v>48.577883667703603</c:v>
                </c:pt>
                <c:pt idx="3269">
                  <c:v>30.4723637563065</c:v>
                </c:pt>
                <c:pt idx="3270">
                  <c:v>11.7230457260839</c:v>
                </c:pt>
                <c:pt idx="3271">
                  <c:v>12.2039696594692</c:v>
                </c:pt>
                <c:pt idx="3272">
                  <c:v>15.0917407416045</c:v>
                </c:pt>
                <c:pt idx="3273">
                  <c:v>11.4225220864218</c:v>
                </c:pt>
                <c:pt idx="3274">
                  <c:v>10.921741324406799</c:v>
                </c:pt>
                <c:pt idx="3275">
                  <c:v>31.649546965967598</c:v>
                </c:pt>
                <c:pt idx="3276">
                  <c:v>62.5594477243394</c:v>
                </c:pt>
                <c:pt idx="3277">
                  <c:v>50.797091289070501</c:v>
                </c:pt>
                <c:pt idx="3278">
                  <c:v>-4.5882679685546401</c:v>
                </c:pt>
                <c:pt idx="3279">
                  <c:v>-12.698284032827299</c:v>
                </c:pt>
                <c:pt idx="3280">
                  <c:v>14.663681690728399</c:v>
                </c:pt>
                <c:pt idx="3281">
                  <c:v>32.761911917192201</c:v>
                </c:pt>
                <c:pt idx="3282">
                  <c:v>50.476595014712899</c:v>
                </c:pt>
                <c:pt idx="3283">
                  <c:v>45.035288256883099</c:v>
                </c:pt>
                <c:pt idx="3284">
                  <c:v>41.521604096289501</c:v>
                </c:pt>
                <c:pt idx="3285">
                  <c:v>91.621715889953506</c:v>
                </c:pt>
                <c:pt idx="3286">
                  <c:v>78.178433109858801</c:v>
                </c:pt>
                <c:pt idx="3287">
                  <c:v>12.536979097626499</c:v>
                </c:pt>
                <c:pt idx="3288">
                  <c:v>-38.552343346895199</c:v>
                </c:pt>
                <c:pt idx="3289">
                  <c:v>38.332215064708997</c:v>
                </c:pt>
                <c:pt idx="3290">
                  <c:v>42.2906496462574</c:v>
                </c:pt>
                <c:pt idx="3291">
                  <c:v>63.461888479356197</c:v>
                </c:pt>
                <c:pt idx="3292">
                  <c:v>32.984452651952701</c:v>
                </c:pt>
                <c:pt idx="3293">
                  <c:v>90.666193465242898</c:v>
                </c:pt>
                <c:pt idx="3294">
                  <c:v>67.979632099457305</c:v>
                </c:pt>
                <c:pt idx="3295">
                  <c:v>95.281425539284101</c:v>
                </c:pt>
                <c:pt idx="3296">
                  <c:v>137.04202801840401</c:v>
                </c:pt>
                <c:pt idx="3297">
                  <c:v>37.289420446497303</c:v>
                </c:pt>
                <c:pt idx="3298">
                  <c:v>77.8863857032065</c:v>
                </c:pt>
                <c:pt idx="3299">
                  <c:v>36.898500160754303</c:v>
                </c:pt>
                <c:pt idx="3300">
                  <c:v>83.823388072915805</c:v>
                </c:pt>
                <c:pt idx="3301">
                  <c:v>91.850271279642499</c:v>
                </c:pt>
                <c:pt idx="3302">
                  <c:v>46.134103897891599</c:v>
                </c:pt>
                <c:pt idx="3303">
                  <c:v>68.281143720049798</c:v>
                </c:pt>
                <c:pt idx="3304">
                  <c:v>62.108365658993499</c:v>
                </c:pt>
                <c:pt idx="3305">
                  <c:v>83.409349981269699</c:v>
                </c:pt>
                <c:pt idx="3306">
                  <c:v>110.902676897321</c:v>
                </c:pt>
                <c:pt idx="3307">
                  <c:v>15.031539866746201</c:v>
                </c:pt>
                <c:pt idx="3308">
                  <c:v>90.250877090458701</c:v>
                </c:pt>
                <c:pt idx="3309">
                  <c:v>102.750205888902</c:v>
                </c:pt>
                <c:pt idx="3310">
                  <c:v>28.411014259676399</c:v>
                </c:pt>
                <c:pt idx="3311">
                  <c:v>51.758860143831001</c:v>
                </c:pt>
                <c:pt idx="3312">
                  <c:v>48.308308090277897</c:v>
                </c:pt>
                <c:pt idx="3313">
                  <c:v>49.7192438109523</c:v>
                </c:pt>
                <c:pt idx="3314">
                  <c:v>63.860486246209803</c:v>
                </c:pt>
                <c:pt idx="3315">
                  <c:v>58.871482553756302</c:v>
                </c:pt>
                <c:pt idx="3316">
                  <c:v>47.914303543261603</c:v>
                </c:pt>
                <c:pt idx="3317">
                  <c:v>66.862624066772696</c:v>
                </c:pt>
                <c:pt idx="3318">
                  <c:v>55.353179332529102</c:v>
                </c:pt>
                <c:pt idx="3319">
                  <c:v>83.409349981269699</c:v>
                </c:pt>
                <c:pt idx="3320">
                  <c:v>41.308834007674697</c:v>
                </c:pt>
                <c:pt idx="3321">
                  <c:v>63.704916338771902</c:v>
                </c:pt>
                <c:pt idx="3322">
                  <c:v>74.1455964242368</c:v>
                </c:pt>
                <c:pt idx="3323">
                  <c:v>40.392521465869301</c:v>
                </c:pt>
                <c:pt idx="3324">
                  <c:v>24.987190928315599</c:v>
                </c:pt>
                <c:pt idx="3325">
                  <c:v>35.759548393623803</c:v>
                </c:pt>
                <c:pt idx="3326">
                  <c:v>46.207765499200796</c:v>
                </c:pt>
                <c:pt idx="3327">
                  <c:v>63.215731685842897</c:v>
                </c:pt>
                <c:pt idx="3328">
                  <c:v>81.588500196465205</c:v>
                </c:pt>
                <c:pt idx="3329">
                  <c:v>-3.4821938959885301</c:v>
                </c:pt>
                <c:pt idx="3330">
                  <c:v>51.758860143831001</c:v>
                </c:pt>
                <c:pt idx="3331">
                  <c:v>74.320026055472198</c:v>
                </c:pt>
                <c:pt idx="3332">
                  <c:v>29.426509302287698</c:v>
                </c:pt>
                <c:pt idx="3333">
                  <c:v>40.767330395197803</c:v>
                </c:pt>
                <c:pt idx="3334">
                  <c:v>5.6443095055874402</c:v>
                </c:pt>
                <c:pt idx="3335">
                  <c:v>102.84864652378801</c:v>
                </c:pt>
                <c:pt idx="3336">
                  <c:v>81.133521312317498</c:v>
                </c:pt>
                <c:pt idx="3337">
                  <c:v>-6.8976957556251302</c:v>
                </c:pt>
                <c:pt idx="3338">
                  <c:v>68.397120681078306</c:v>
                </c:pt>
                <c:pt idx="3339">
                  <c:v>74.320026055474003</c:v>
                </c:pt>
                <c:pt idx="3340">
                  <c:v>92.536078532279106</c:v>
                </c:pt>
                <c:pt idx="3341">
                  <c:v>100.03138511632601</c:v>
                </c:pt>
                <c:pt idx="3342">
                  <c:v>40.006066738697797</c:v>
                </c:pt>
                <c:pt idx="3343">
                  <c:v>124.313662150505</c:v>
                </c:pt>
                <c:pt idx="3344">
                  <c:v>151.848396188202</c:v>
                </c:pt>
                <c:pt idx="3345">
                  <c:v>33.747620973995197</c:v>
                </c:pt>
                <c:pt idx="3346">
                  <c:v>90.116526651854599</c:v>
                </c:pt>
                <c:pt idx="3347">
                  <c:v>57.152539979658201</c:v>
                </c:pt>
                <c:pt idx="3348">
                  <c:v>85.161578027328602</c:v>
                </c:pt>
                <c:pt idx="3349">
                  <c:v>58.503024900267498</c:v>
                </c:pt>
                <c:pt idx="3350">
                  <c:v>91.270138115204603</c:v>
                </c:pt>
                <c:pt idx="3351">
                  <c:v>48.592266876923503</c:v>
                </c:pt>
                <c:pt idx="3352">
                  <c:v>19.292696674105098</c:v>
                </c:pt>
                <c:pt idx="3353">
                  <c:v>34.320171561017503</c:v>
                </c:pt>
                <c:pt idx="3354">
                  <c:v>5.4028002596278304</c:v>
                </c:pt>
                <c:pt idx="3355">
                  <c:v>60.755672372538299</c:v>
                </c:pt>
                <c:pt idx="3356">
                  <c:v>38.332215064708997</c:v>
                </c:pt>
                <c:pt idx="3357">
                  <c:v>53.255780465365198</c:v>
                </c:pt>
                <c:pt idx="3358">
                  <c:v>29.426509302288601</c:v>
                </c:pt>
                <c:pt idx="3359">
                  <c:v>51.758860143831001</c:v>
                </c:pt>
                <c:pt idx="3360">
                  <c:v>63.0106219883709</c:v>
                </c:pt>
                <c:pt idx="3361">
                  <c:v>23.964010022113101</c:v>
                </c:pt>
                <c:pt idx="3362">
                  <c:v>7.2623798171416603</c:v>
                </c:pt>
                <c:pt idx="3363">
                  <c:v>32.256221512434401</c:v>
                </c:pt>
                <c:pt idx="3364">
                  <c:v>33.8748415206746</c:v>
                </c:pt>
                <c:pt idx="3365">
                  <c:v>31.649546965967598</c:v>
                </c:pt>
                <c:pt idx="3366">
                  <c:v>37.588690434586098</c:v>
                </c:pt>
                <c:pt idx="3367">
                  <c:v>46.714255807116302</c:v>
                </c:pt>
                <c:pt idx="3368">
                  <c:v>45.994541314051197</c:v>
                </c:pt>
                <c:pt idx="3369">
                  <c:v>23.813582585281399</c:v>
                </c:pt>
                <c:pt idx="3370">
                  <c:v>95.704087658680606</c:v>
                </c:pt>
                <c:pt idx="3371">
                  <c:v>112.74768863883</c:v>
                </c:pt>
                <c:pt idx="3372">
                  <c:v>80.732146893519698</c:v>
                </c:pt>
                <c:pt idx="3373">
                  <c:v>78.860026826614501</c:v>
                </c:pt>
                <c:pt idx="3374">
                  <c:v>70.694718314386506</c:v>
                </c:pt>
                <c:pt idx="3375">
                  <c:v>125.05046627434599</c:v>
                </c:pt>
                <c:pt idx="3376">
                  <c:v>22.327915158730299</c:v>
                </c:pt>
                <c:pt idx="3377">
                  <c:v>20.556859028783901</c:v>
                </c:pt>
                <c:pt idx="3378">
                  <c:v>23.467209014351202</c:v>
                </c:pt>
                <c:pt idx="3379">
                  <c:v>29.426509302288601</c:v>
                </c:pt>
                <c:pt idx="3380">
                  <c:v>23.2139813205658</c:v>
                </c:pt>
                <c:pt idx="3381">
                  <c:v>41.681195187418702</c:v>
                </c:pt>
                <c:pt idx="3382">
                  <c:v>42.5954402812594</c:v>
                </c:pt>
                <c:pt idx="3383">
                  <c:v>15.084096094068601</c:v>
                </c:pt>
                <c:pt idx="3384">
                  <c:v>32.602968077922903</c:v>
                </c:pt>
                <c:pt idx="3385">
                  <c:v>13.192868485104499</c:v>
                </c:pt>
                <c:pt idx="3386">
                  <c:v>29.830530255272599</c:v>
                </c:pt>
                <c:pt idx="3387">
                  <c:v>38.332215064707199</c:v>
                </c:pt>
                <c:pt idx="3388">
                  <c:v>48.783799624467001</c:v>
                </c:pt>
                <c:pt idx="3389">
                  <c:v>13.2692499677978</c:v>
                </c:pt>
                <c:pt idx="3390">
                  <c:v>42.272722101930398</c:v>
                </c:pt>
                <c:pt idx="3391">
                  <c:v>26.465963873160899</c:v>
                </c:pt>
                <c:pt idx="3392">
                  <c:v>9.07985749377894</c:v>
                </c:pt>
                <c:pt idx="3393">
                  <c:v>37.706072317864702</c:v>
                </c:pt>
                <c:pt idx="3394">
                  <c:v>57.538308419358103</c:v>
                </c:pt>
                <c:pt idx="3395">
                  <c:v>15.6336233113825</c:v>
                </c:pt>
                <c:pt idx="3396">
                  <c:v>72.725752418929901</c:v>
                </c:pt>
                <c:pt idx="3397">
                  <c:v>62.5594477243394</c:v>
                </c:pt>
                <c:pt idx="3398">
                  <c:v>46.052691314277503</c:v>
                </c:pt>
                <c:pt idx="3399">
                  <c:v>47.274196614347602</c:v>
                </c:pt>
                <c:pt idx="3400">
                  <c:v>43.4866092192905</c:v>
                </c:pt>
                <c:pt idx="3401">
                  <c:v>48.768069253542301</c:v>
                </c:pt>
                <c:pt idx="3402">
                  <c:v>12.5246445085094</c:v>
                </c:pt>
                <c:pt idx="3403">
                  <c:v>20.003698043985398</c:v>
                </c:pt>
                <c:pt idx="3404">
                  <c:v>22.992431130318401</c:v>
                </c:pt>
                <c:pt idx="3405">
                  <c:v>60.582310109793902</c:v>
                </c:pt>
                <c:pt idx="3406">
                  <c:v>48.1703984726527</c:v>
                </c:pt>
                <c:pt idx="3407">
                  <c:v>-12.8228171913478</c:v>
                </c:pt>
                <c:pt idx="3408">
                  <c:v>46.134103897891599</c:v>
                </c:pt>
                <c:pt idx="3409">
                  <c:v>52.400272842046398</c:v>
                </c:pt>
                <c:pt idx="3410">
                  <c:v>51.413561446485801</c:v>
                </c:pt>
                <c:pt idx="3411">
                  <c:v>69.789319042306403</c:v>
                </c:pt>
                <c:pt idx="3412">
                  <c:v>101.70044307731099</c:v>
                </c:pt>
                <c:pt idx="3413">
                  <c:v>92.536078532279106</c:v>
                </c:pt>
                <c:pt idx="3414">
                  <c:v>32.984452651952701</c:v>
                </c:pt>
                <c:pt idx="3415">
                  <c:v>2.9248526383125801</c:v>
                </c:pt>
                <c:pt idx="3416">
                  <c:v>29.982057322462399</c:v>
                </c:pt>
                <c:pt idx="3417">
                  <c:v>-4.5882679685546401</c:v>
                </c:pt>
                <c:pt idx="3418">
                  <c:v>36.659638706280901</c:v>
                </c:pt>
                <c:pt idx="3419">
                  <c:v>23.452598927589801</c:v>
                </c:pt>
                <c:pt idx="3420">
                  <c:v>33.874841520676398</c:v>
                </c:pt>
                <c:pt idx="3421">
                  <c:v>24.987190928315599</c:v>
                </c:pt>
                <c:pt idx="3422">
                  <c:v>49.311547231382903</c:v>
                </c:pt>
                <c:pt idx="3423">
                  <c:v>40.767330395197803</c:v>
                </c:pt>
                <c:pt idx="3424">
                  <c:v>86.0131598291091</c:v>
                </c:pt>
                <c:pt idx="3425">
                  <c:v>9.3200150148868399</c:v>
                </c:pt>
                <c:pt idx="3426">
                  <c:v>55.128362504927203</c:v>
                </c:pt>
                <c:pt idx="3427">
                  <c:v>50.534863594094503</c:v>
                </c:pt>
                <c:pt idx="3428">
                  <c:v>11.1418505777146</c:v>
                </c:pt>
                <c:pt idx="3429">
                  <c:v>34.511054976916</c:v>
                </c:pt>
                <c:pt idx="3430">
                  <c:v>19.255526493567199</c:v>
                </c:pt>
                <c:pt idx="3431">
                  <c:v>61.1723802477199</c:v>
                </c:pt>
                <c:pt idx="3432">
                  <c:v>12.053669543914101</c:v>
                </c:pt>
                <c:pt idx="3433">
                  <c:v>65.575863655499205</c:v>
                </c:pt>
                <c:pt idx="3434">
                  <c:v>8.2253937585164696</c:v>
                </c:pt>
                <c:pt idx="3435">
                  <c:v>32.660764504437701</c:v>
                </c:pt>
                <c:pt idx="3436">
                  <c:v>33.8748415206746</c:v>
                </c:pt>
                <c:pt idx="3437">
                  <c:v>34.765592042065599</c:v>
                </c:pt>
                <c:pt idx="3438">
                  <c:v>65.655067093982296</c:v>
                </c:pt>
                <c:pt idx="3439">
                  <c:v>39.671194308645603</c:v>
                </c:pt>
                <c:pt idx="3440">
                  <c:v>19.082074008605499</c:v>
                </c:pt>
                <c:pt idx="3441">
                  <c:v>52.239902152126803</c:v>
                </c:pt>
                <c:pt idx="3442">
                  <c:v>43.693036726337503</c:v>
                </c:pt>
                <c:pt idx="3443">
                  <c:v>32.221549872123397</c:v>
                </c:pt>
                <c:pt idx="3444">
                  <c:v>67.979632099457305</c:v>
                </c:pt>
                <c:pt idx="3445">
                  <c:v>37.376301078017597</c:v>
                </c:pt>
                <c:pt idx="3446">
                  <c:v>43.1180368882032</c:v>
                </c:pt>
                <c:pt idx="3447">
                  <c:v>6.81681472807667</c:v>
                </c:pt>
                <c:pt idx="3448">
                  <c:v>103.53785280044799</c:v>
                </c:pt>
                <c:pt idx="3449">
                  <c:v>44.076453539466399</c:v>
                </c:pt>
                <c:pt idx="3450">
                  <c:v>42.798657527448903</c:v>
                </c:pt>
                <c:pt idx="3451">
                  <c:v>74.968027922235706</c:v>
                </c:pt>
                <c:pt idx="3452">
                  <c:v>57.983509735283398</c:v>
                </c:pt>
                <c:pt idx="3453">
                  <c:v>68.431914956095099</c:v>
                </c:pt>
                <c:pt idx="3454">
                  <c:v>74.6757683002579</c:v>
                </c:pt>
                <c:pt idx="3455">
                  <c:v>81.588500196465205</c:v>
                </c:pt>
                <c:pt idx="3456">
                  <c:v>73.323470435708202</c:v>
                </c:pt>
                <c:pt idx="3457">
                  <c:v>70.166523686581897</c:v>
                </c:pt>
                <c:pt idx="3458">
                  <c:v>67.075343973860896</c:v>
                </c:pt>
                <c:pt idx="3459">
                  <c:v>47.274196614347602</c:v>
                </c:pt>
                <c:pt idx="3460">
                  <c:v>22.2675146251995</c:v>
                </c:pt>
                <c:pt idx="3461">
                  <c:v>64.138961203243497</c:v>
                </c:pt>
                <c:pt idx="3462">
                  <c:v>60.916663813864901</c:v>
                </c:pt>
                <c:pt idx="3463">
                  <c:v>84.016632302709695</c:v>
                </c:pt>
                <c:pt idx="3464">
                  <c:v>64.138961203242602</c:v>
                </c:pt>
                <c:pt idx="3465">
                  <c:v>67.204505337876896</c:v>
                </c:pt>
                <c:pt idx="3466">
                  <c:v>107.61180283545499</c:v>
                </c:pt>
                <c:pt idx="3467">
                  <c:v>45.994541314051197</c:v>
                </c:pt>
                <c:pt idx="3468">
                  <c:v>94.199520450072598</c:v>
                </c:pt>
                <c:pt idx="3469">
                  <c:v>92.536078532280001</c:v>
                </c:pt>
                <c:pt idx="3470">
                  <c:v>34.511054976916</c:v>
                </c:pt>
                <c:pt idx="3471">
                  <c:v>2.7897729082042102</c:v>
                </c:pt>
                <c:pt idx="3472">
                  <c:v>43.205148406410402</c:v>
                </c:pt>
                <c:pt idx="3473">
                  <c:v>75.227281794735902</c:v>
                </c:pt>
                <c:pt idx="3474">
                  <c:v>94.150577916347103</c:v>
                </c:pt>
                <c:pt idx="3475">
                  <c:v>107.831043447423</c:v>
                </c:pt>
                <c:pt idx="3476">
                  <c:v>71.082860082192298</c:v>
                </c:pt>
                <c:pt idx="3477">
                  <c:v>74.320026055472198</c:v>
                </c:pt>
                <c:pt idx="3478">
                  <c:v>75.969858613006096</c:v>
                </c:pt>
                <c:pt idx="3479">
                  <c:v>73.907759989358894</c:v>
                </c:pt>
                <c:pt idx="3480">
                  <c:v>78.102713418200395</c:v>
                </c:pt>
                <c:pt idx="3481">
                  <c:v>85.371938428573202</c:v>
                </c:pt>
                <c:pt idx="3482">
                  <c:v>114.85814224684</c:v>
                </c:pt>
                <c:pt idx="3483">
                  <c:v>79.7691447487814</c:v>
                </c:pt>
                <c:pt idx="3484">
                  <c:v>134.07548791864099</c:v>
                </c:pt>
                <c:pt idx="3485">
                  <c:v>141.71166870796301</c:v>
                </c:pt>
                <c:pt idx="3486">
                  <c:v>149.03279140262401</c:v>
                </c:pt>
                <c:pt idx="3487">
                  <c:v>130.085931481355</c:v>
                </c:pt>
                <c:pt idx="3488">
                  <c:v>92.536078532279106</c:v>
                </c:pt>
                <c:pt idx="3489">
                  <c:v>153.064058569308</c:v>
                </c:pt>
                <c:pt idx="3490">
                  <c:v>97.686387691422098</c:v>
                </c:pt>
                <c:pt idx="3491">
                  <c:v>83.409349981271504</c:v>
                </c:pt>
                <c:pt idx="3492">
                  <c:v>49.687879854175598</c:v>
                </c:pt>
                <c:pt idx="3493">
                  <c:v>80.158880923823702</c:v>
                </c:pt>
                <c:pt idx="3494">
                  <c:v>126.63405111378501</c:v>
                </c:pt>
                <c:pt idx="3495">
                  <c:v>106.789842474099</c:v>
                </c:pt>
                <c:pt idx="3496">
                  <c:v>92.536078532279106</c:v>
                </c:pt>
                <c:pt idx="3497">
                  <c:v>110.985010975999</c:v>
                </c:pt>
                <c:pt idx="3498">
                  <c:v>62.490044483126397</c:v>
                </c:pt>
                <c:pt idx="3499">
                  <c:v>88.620028484400706</c:v>
                </c:pt>
                <c:pt idx="3500">
                  <c:v>79.127375731686698</c:v>
                </c:pt>
                <c:pt idx="3501">
                  <c:v>112.57989726662299</c:v>
                </c:pt>
                <c:pt idx="3502">
                  <c:v>94.060852736169096</c:v>
                </c:pt>
                <c:pt idx="3503">
                  <c:v>111.82499212830101</c:v>
                </c:pt>
                <c:pt idx="3504">
                  <c:v>45.035288256881302</c:v>
                </c:pt>
                <c:pt idx="3505">
                  <c:v>102.535441421684</c:v>
                </c:pt>
                <c:pt idx="3506">
                  <c:v>58.696018851027397</c:v>
                </c:pt>
                <c:pt idx="3507">
                  <c:v>71.212255810776696</c:v>
                </c:pt>
                <c:pt idx="3508">
                  <c:v>47.2741966143494</c:v>
                </c:pt>
                <c:pt idx="3509">
                  <c:v>85.839477402605496</c:v>
                </c:pt>
                <c:pt idx="3510">
                  <c:v>127.098417601802</c:v>
                </c:pt>
                <c:pt idx="3511">
                  <c:v>74.579204037315293</c:v>
                </c:pt>
                <c:pt idx="3512">
                  <c:v>74.968027922235706</c:v>
                </c:pt>
                <c:pt idx="3513">
                  <c:v>90.577190562098593</c:v>
                </c:pt>
                <c:pt idx="3514">
                  <c:v>99.864548118991394</c:v>
                </c:pt>
                <c:pt idx="3515">
                  <c:v>120.143015205202</c:v>
                </c:pt>
                <c:pt idx="3516">
                  <c:v>72.053512613657404</c:v>
                </c:pt>
                <c:pt idx="3517">
                  <c:v>68.6580910952989</c:v>
                </c:pt>
                <c:pt idx="3518">
                  <c:v>-29.445857778959098</c:v>
                </c:pt>
                <c:pt idx="3519">
                  <c:v>120.143015205202</c:v>
                </c:pt>
                <c:pt idx="3520">
                  <c:v>57.5383084193599</c:v>
                </c:pt>
                <c:pt idx="3521">
                  <c:v>74.320026055472198</c:v>
                </c:pt>
                <c:pt idx="3522">
                  <c:v>92.536078532279106</c:v>
                </c:pt>
                <c:pt idx="3523">
                  <c:v>65.267877278654794</c:v>
                </c:pt>
                <c:pt idx="3524">
                  <c:v>68.884290379829494</c:v>
                </c:pt>
                <c:pt idx="3525">
                  <c:v>39.224777158808102</c:v>
                </c:pt>
                <c:pt idx="3526">
                  <c:v>-2.7749734484495998</c:v>
                </c:pt>
                <c:pt idx="3527">
                  <c:v>51.1977772560803</c:v>
                </c:pt>
                <c:pt idx="3528">
                  <c:v>55.194482720487898</c:v>
                </c:pt>
                <c:pt idx="3529">
                  <c:v>127.235014306588</c:v>
                </c:pt>
                <c:pt idx="3530">
                  <c:v>105.376779163885</c:v>
                </c:pt>
                <c:pt idx="3531">
                  <c:v>113.978544163143</c:v>
                </c:pt>
                <c:pt idx="3532">
                  <c:v>40.006066738697797</c:v>
                </c:pt>
                <c:pt idx="3533">
                  <c:v>32.285114964921299</c:v>
                </c:pt>
                <c:pt idx="3534">
                  <c:v>72.671422423492899</c:v>
                </c:pt>
                <c:pt idx="3535">
                  <c:v>27.181333380897701</c:v>
                </c:pt>
                <c:pt idx="3536">
                  <c:v>30.4723637563065</c:v>
                </c:pt>
                <c:pt idx="3537">
                  <c:v>14.369439765826399</c:v>
                </c:pt>
                <c:pt idx="3538">
                  <c:v>16.1354863444184</c:v>
                </c:pt>
                <c:pt idx="3539">
                  <c:v>15.504591455316501</c:v>
                </c:pt>
                <c:pt idx="3540">
                  <c:v>-16.306846022030999</c:v>
                </c:pt>
                <c:pt idx="3541">
                  <c:v>70.200818208958395</c:v>
                </c:pt>
                <c:pt idx="3542">
                  <c:v>-45.090620546533501</c:v>
                </c:pt>
                <c:pt idx="3543">
                  <c:v>-14.5655312108719</c:v>
                </c:pt>
                <c:pt idx="3544">
                  <c:v>15.031539866746201</c:v>
                </c:pt>
                <c:pt idx="3545">
                  <c:v>24.847148443138298</c:v>
                </c:pt>
                <c:pt idx="3546">
                  <c:v>5.1210733031866704</c:v>
                </c:pt>
                <c:pt idx="3547">
                  <c:v>2.0469841484018598</c:v>
                </c:pt>
                <c:pt idx="3548">
                  <c:v>-5.8379352458869098</c:v>
                </c:pt>
                <c:pt idx="3549">
                  <c:v>-16.574616525645901</c:v>
                </c:pt>
                <c:pt idx="3550">
                  <c:v>49.066965531390402</c:v>
                </c:pt>
                <c:pt idx="3551">
                  <c:v>-55.435021109718001</c:v>
                </c:pt>
                <c:pt idx="3552">
                  <c:v>-16.102058024403</c:v>
                </c:pt>
                <c:pt idx="3553">
                  <c:v>-42.885108107047003</c:v>
                </c:pt>
                <c:pt idx="3554">
                  <c:v>-35.369441017093699</c:v>
                </c:pt>
                <c:pt idx="3555">
                  <c:v>-37.309580920372298</c:v>
                </c:pt>
                <c:pt idx="3556">
                  <c:v>-22.390453389940301</c:v>
                </c:pt>
                <c:pt idx="3557">
                  <c:v>-24.497105783503599</c:v>
                </c:pt>
                <c:pt idx="3558">
                  <c:v>-51.659294921968403</c:v>
                </c:pt>
                <c:pt idx="3559">
                  <c:v>42.798657527448903</c:v>
                </c:pt>
                <c:pt idx="3560">
                  <c:v>-99.951657088777196</c:v>
                </c:pt>
                <c:pt idx="3561">
                  <c:v>-23.258146831309201</c:v>
                </c:pt>
                <c:pt idx="3562">
                  <c:v>-37.668674724040102</c:v>
                </c:pt>
                <c:pt idx="3563">
                  <c:v>-34.383304801267499</c:v>
                </c:pt>
                <c:pt idx="3564">
                  <c:v>-36.950427337477699</c:v>
                </c:pt>
                <c:pt idx="3565">
                  <c:v>-30.0636561022447</c:v>
                </c:pt>
                <c:pt idx="3566">
                  <c:v>-64.502347663166802</c:v>
                </c:pt>
                <c:pt idx="3567">
                  <c:v>-79.978269621365996</c:v>
                </c:pt>
                <c:pt idx="3568">
                  <c:v>-31.0517661973381</c:v>
                </c:pt>
                <c:pt idx="3569">
                  <c:v>-38.259993066824698</c:v>
                </c:pt>
                <c:pt idx="3570">
                  <c:v>-52.340234323814002</c:v>
                </c:pt>
                <c:pt idx="3571">
                  <c:v>-11.9509349513191</c:v>
                </c:pt>
                <c:pt idx="3572">
                  <c:v>-69.845249068955994</c:v>
                </c:pt>
                <c:pt idx="3573">
                  <c:v>2.5871690236372098</c:v>
                </c:pt>
                <c:pt idx="3574">
                  <c:v>-89.883237825826598</c:v>
                </c:pt>
                <c:pt idx="3575">
                  <c:v>-7.4614290905919898</c:v>
                </c:pt>
                <c:pt idx="3576">
                  <c:v>-58.996079756666397</c:v>
                </c:pt>
                <c:pt idx="3577">
                  <c:v>-72.5722722976152</c:v>
                </c:pt>
                <c:pt idx="3578">
                  <c:v>-45.911367404077197</c:v>
                </c:pt>
                <c:pt idx="3579">
                  <c:v>-61.947623703993401</c:v>
                </c:pt>
                <c:pt idx="3580">
                  <c:v>-57.0730512261025</c:v>
                </c:pt>
                <c:pt idx="3581">
                  <c:v>-53.0890186470305</c:v>
                </c:pt>
                <c:pt idx="3582">
                  <c:v>-41.399710223548901</c:v>
                </c:pt>
                <c:pt idx="3583">
                  <c:v>-22.3904533899412</c:v>
                </c:pt>
                <c:pt idx="3584">
                  <c:v>-42.014096663260702</c:v>
                </c:pt>
                <c:pt idx="3585">
                  <c:v>-9.3331847758918194</c:v>
                </c:pt>
                <c:pt idx="3586">
                  <c:v>-96.6008067588145</c:v>
                </c:pt>
                <c:pt idx="3587">
                  <c:v>-74.690890343907</c:v>
                </c:pt>
                <c:pt idx="3588">
                  <c:v>-70.451554530760404</c:v>
                </c:pt>
                <c:pt idx="3589">
                  <c:v>-55.242229540431197</c:v>
                </c:pt>
                <c:pt idx="3590">
                  <c:v>-80.506288711243499</c:v>
                </c:pt>
                <c:pt idx="3591">
                  <c:v>-88.761580592145904</c:v>
                </c:pt>
                <c:pt idx="3592">
                  <c:v>-60.944939952406401</c:v>
                </c:pt>
                <c:pt idx="3593">
                  <c:v>-63.651111137824898</c:v>
                </c:pt>
                <c:pt idx="3594">
                  <c:v>-38.259993066824698</c:v>
                </c:pt>
                <c:pt idx="3595">
                  <c:v>-20.2196972120509</c:v>
                </c:pt>
                <c:pt idx="3596">
                  <c:v>-60.694195778872199</c:v>
                </c:pt>
                <c:pt idx="3597">
                  <c:v>-45.848244135850102</c:v>
                </c:pt>
                <c:pt idx="3598">
                  <c:v>-51.899651101137302</c:v>
                </c:pt>
                <c:pt idx="3599">
                  <c:v>-48.876075024703802</c:v>
                </c:pt>
                <c:pt idx="3600">
                  <c:v>-76.6446768095593</c:v>
                </c:pt>
                <c:pt idx="3601">
                  <c:v>-27.258383312728199</c:v>
                </c:pt>
                <c:pt idx="3602">
                  <c:v>-43.6106821078792</c:v>
                </c:pt>
                <c:pt idx="3603">
                  <c:v>-40.744171600261303</c:v>
                </c:pt>
                <c:pt idx="3604">
                  <c:v>-53.409846386372898</c:v>
                </c:pt>
                <c:pt idx="3605">
                  <c:v>31.649546965967598</c:v>
                </c:pt>
                <c:pt idx="3606">
                  <c:v>-72.083062369229907</c:v>
                </c:pt>
                <c:pt idx="3607">
                  <c:v>-48.2708495191618</c:v>
                </c:pt>
                <c:pt idx="3608">
                  <c:v>-86.516494154432607</c:v>
                </c:pt>
                <c:pt idx="3609">
                  <c:v>-12.698284032827299</c:v>
                </c:pt>
                <c:pt idx="3610">
                  <c:v>-30.187194576769699</c:v>
                </c:pt>
                <c:pt idx="3611">
                  <c:v>-87.960035349578902</c:v>
                </c:pt>
                <c:pt idx="3612">
                  <c:v>-22.863783837869001</c:v>
                </c:pt>
                <c:pt idx="3613">
                  <c:v>-65.043867710924104</c:v>
                </c:pt>
                <c:pt idx="3614">
                  <c:v>-57.0730512261025</c:v>
                </c:pt>
                <c:pt idx="3615">
                  <c:v>-35.923944714562801</c:v>
                </c:pt>
                <c:pt idx="3616">
                  <c:v>-63.551593897384898</c:v>
                </c:pt>
                <c:pt idx="3617">
                  <c:v>-65.140553326002106</c:v>
                </c:pt>
                <c:pt idx="3618">
                  <c:v>-80.330296850783199</c:v>
                </c:pt>
                <c:pt idx="3619">
                  <c:v>-70.209052949402505</c:v>
                </c:pt>
                <c:pt idx="3620">
                  <c:v>-79.525577922846395</c:v>
                </c:pt>
                <c:pt idx="3621">
                  <c:v>-88.643477067251297</c:v>
                </c:pt>
                <c:pt idx="3622">
                  <c:v>4.6816519841950104</c:v>
                </c:pt>
                <c:pt idx="3623">
                  <c:v>-58.310663840769799</c:v>
                </c:pt>
                <c:pt idx="3624">
                  <c:v>-52.982065425141599</c:v>
                </c:pt>
                <c:pt idx="3625">
                  <c:v>-24.171132717414299</c:v>
                </c:pt>
                <c:pt idx="3626">
                  <c:v>-120.18336550418</c:v>
                </c:pt>
                <c:pt idx="3627">
                  <c:v>-28.889688262978702</c:v>
                </c:pt>
                <c:pt idx="3628">
                  <c:v>-13.1898207146477</c:v>
                </c:pt>
                <c:pt idx="3629">
                  <c:v>-12.1887557617783</c:v>
                </c:pt>
                <c:pt idx="3630">
                  <c:v>-70.451554530760404</c:v>
                </c:pt>
                <c:pt idx="3631">
                  <c:v>-91.0104631049971</c:v>
                </c:pt>
                <c:pt idx="3632">
                  <c:v>-70.837295897543299</c:v>
                </c:pt>
                <c:pt idx="3633">
                  <c:v>-79.803175653036305</c:v>
                </c:pt>
                <c:pt idx="3634">
                  <c:v>-61.6112491566182</c:v>
                </c:pt>
                <c:pt idx="3635">
                  <c:v>-55.1858718139692</c:v>
                </c:pt>
                <c:pt idx="3636">
                  <c:v>-48.097688791893198</c:v>
                </c:pt>
                <c:pt idx="3637">
                  <c:v>-53.409846386372898</c:v>
                </c:pt>
                <c:pt idx="3638">
                  <c:v>-59.267978919439798</c:v>
                </c:pt>
                <c:pt idx="3639">
                  <c:v>-53.409846386372898</c:v>
                </c:pt>
                <c:pt idx="3640">
                  <c:v>-80.785775392549994</c:v>
                </c:pt>
                <c:pt idx="3641">
                  <c:v>-58.109824487320999</c:v>
                </c:pt>
                <c:pt idx="3642">
                  <c:v>-156.93433445169401</c:v>
                </c:pt>
                <c:pt idx="3643">
                  <c:v>-45.696740741477697</c:v>
                </c:pt>
                <c:pt idx="3644">
                  <c:v>-55.242229540431197</c:v>
                </c:pt>
                <c:pt idx="3645">
                  <c:v>-27.760055240923901</c:v>
                </c:pt>
                <c:pt idx="3646">
                  <c:v>-17.9129730958811</c:v>
                </c:pt>
                <c:pt idx="3647">
                  <c:v>-76.682968506890504</c:v>
                </c:pt>
                <c:pt idx="3648">
                  <c:v>-53.409846386372898</c:v>
                </c:pt>
                <c:pt idx="3649">
                  <c:v>-42.152309478046803</c:v>
                </c:pt>
                <c:pt idx="3650">
                  <c:v>-53.409846386372898</c:v>
                </c:pt>
                <c:pt idx="3651">
                  <c:v>-43.005780451578097</c:v>
                </c:pt>
                <c:pt idx="3652">
                  <c:v>-52.554199316425098</c:v>
                </c:pt>
                <c:pt idx="3653">
                  <c:v>-41.9573914056745</c:v>
                </c:pt>
                <c:pt idx="3654">
                  <c:v>-26.292337083921598</c:v>
                </c:pt>
                <c:pt idx="3655">
                  <c:v>-40.539274891096198</c:v>
                </c:pt>
                <c:pt idx="3656">
                  <c:v>-38.817373353190298</c:v>
                </c:pt>
                <c:pt idx="3657">
                  <c:v>-12.8228171913469</c:v>
                </c:pt>
                <c:pt idx="3658">
                  <c:v>4.3887536730844596</c:v>
                </c:pt>
                <c:pt idx="3659">
                  <c:v>-32.779872159992003</c:v>
                </c:pt>
                <c:pt idx="3660">
                  <c:v>-79.767025433462507</c:v>
                </c:pt>
                <c:pt idx="3661">
                  <c:v>-30.8992198702189</c:v>
                </c:pt>
                <c:pt idx="3662">
                  <c:v>-69.0054656704569</c:v>
                </c:pt>
                <c:pt idx="3663">
                  <c:v>-52.956899187783101</c:v>
                </c:pt>
                <c:pt idx="3664">
                  <c:v>-42.6735587521379</c:v>
                </c:pt>
                <c:pt idx="3665">
                  <c:v>-43.119551043650901</c:v>
                </c:pt>
                <c:pt idx="3666">
                  <c:v>-21.088260826807499</c:v>
                </c:pt>
                <c:pt idx="3667">
                  <c:v>-53.409846386372898</c:v>
                </c:pt>
                <c:pt idx="3668">
                  <c:v>-16.909283149287099</c:v>
                </c:pt>
                <c:pt idx="3669">
                  <c:v>-64.076771645484698</c:v>
                </c:pt>
                <c:pt idx="3670">
                  <c:v>-16.306846022030999</c:v>
                </c:pt>
                <c:pt idx="3671">
                  <c:v>-118.183681761714</c:v>
                </c:pt>
                <c:pt idx="3672">
                  <c:v>-9.8093741992506693</c:v>
                </c:pt>
                <c:pt idx="3673">
                  <c:v>-75.016645414768305</c:v>
                </c:pt>
                <c:pt idx="3674">
                  <c:v>-72.996163784689998</c:v>
                </c:pt>
                <c:pt idx="3675">
                  <c:v>-0.146139509278327</c:v>
                </c:pt>
                <c:pt idx="3676">
                  <c:v>-7.5862629975208602</c:v>
                </c:pt>
                <c:pt idx="3677">
                  <c:v>-36.231940774297001</c:v>
                </c:pt>
                <c:pt idx="3678">
                  <c:v>-64.502347663168607</c:v>
                </c:pt>
                <c:pt idx="3679">
                  <c:v>-86.832352298206303</c:v>
                </c:pt>
                <c:pt idx="3680">
                  <c:v>-36.591213960430601</c:v>
                </c:pt>
                <c:pt idx="3681">
                  <c:v>-26.223943591608901</c:v>
                </c:pt>
                <c:pt idx="3682">
                  <c:v>-48.592396764308397</c:v>
                </c:pt>
                <c:pt idx="3683">
                  <c:v>-66.203807337033993</c:v>
                </c:pt>
                <c:pt idx="3684">
                  <c:v>-29.445857778959098</c:v>
                </c:pt>
                <c:pt idx="3685">
                  <c:v>-29.881969044902601</c:v>
                </c:pt>
                <c:pt idx="3686">
                  <c:v>-38.2210100353931</c:v>
                </c:pt>
                <c:pt idx="3687">
                  <c:v>-37.558190689032898</c:v>
                </c:pt>
                <c:pt idx="3688">
                  <c:v>-63.286192007919396</c:v>
                </c:pt>
                <c:pt idx="3689">
                  <c:v>-55.1201192645985</c:v>
                </c:pt>
                <c:pt idx="3690">
                  <c:v>16.395319571409299</c:v>
                </c:pt>
                <c:pt idx="3691">
                  <c:v>-31.051766197339902</c:v>
                </c:pt>
                <c:pt idx="3692">
                  <c:v>-52.554199316425098</c:v>
                </c:pt>
                <c:pt idx="3693">
                  <c:v>-19.311280876733601</c:v>
                </c:pt>
                <c:pt idx="3694">
                  <c:v>-2.4292557077369499</c:v>
                </c:pt>
                <c:pt idx="3695">
                  <c:v>-26.617176641532701</c:v>
                </c:pt>
                <c:pt idx="3696">
                  <c:v>-37.139462991618501</c:v>
                </c:pt>
                <c:pt idx="3697">
                  <c:v>-49.985213142460402</c:v>
                </c:pt>
                <c:pt idx="3698">
                  <c:v>-33.150000767845</c:v>
                </c:pt>
                <c:pt idx="3699">
                  <c:v>-102.04326017226001</c:v>
                </c:pt>
                <c:pt idx="3700">
                  <c:v>19.292696674105098</c:v>
                </c:pt>
                <c:pt idx="3701">
                  <c:v>-7.2949727217710398</c:v>
                </c:pt>
                <c:pt idx="3702">
                  <c:v>14.243348221915699</c:v>
                </c:pt>
                <c:pt idx="3703">
                  <c:v>-36.4855515854969</c:v>
                </c:pt>
                <c:pt idx="3704">
                  <c:v>-21.088260826807499</c:v>
                </c:pt>
                <c:pt idx="3705">
                  <c:v>-39.104452444868002</c:v>
                </c:pt>
                <c:pt idx="3706">
                  <c:v>-30.835655721740199</c:v>
                </c:pt>
                <c:pt idx="3707">
                  <c:v>-27.014136521403898</c:v>
                </c:pt>
                <c:pt idx="3708">
                  <c:v>-25.425859690084501</c:v>
                </c:pt>
                <c:pt idx="3709">
                  <c:v>-82.541711727650096</c:v>
                </c:pt>
                <c:pt idx="3710">
                  <c:v>-13.0279150483056</c:v>
                </c:pt>
                <c:pt idx="3711">
                  <c:v>-91.564617505503506</c:v>
                </c:pt>
                <c:pt idx="3712">
                  <c:v>-72.269441243728494</c:v>
                </c:pt>
                <c:pt idx="3713">
                  <c:v>-11.7457352685187</c:v>
                </c:pt>
                <c:pt idx="3714">
                  <c:v>0.53149914218738503</c:v>
                </c:pt>
                <c:pt idx="3715">
                  <c:v>-16.897331659530199</c:v>
                </c:pt>
                <c:pt idx="3716">
                  <c:v>-9.0156671344366206</c:v>
                </c:pt>
                <c:pt idx="3717">
                  <c:v>-15.752942980539901</c:v>
                </c:pt>
                <c:pt idx="3718">
                  <c:v>-18.125817280308102</c:v>
                </c:pt>
                <c:pt idx="3719">
                  <c:v>-47.569125082810302</c:v>
                </c:pt>
                <c:pt idx="3720">
                  <c:v>-78.921839736058203</c:v>
                </c:pt>
                <c:pt idx="3721">
                  <c:v>-53.409846386372898</c:v>
                </c:pt>
                <c:pt idx="3722">
                  <c:v>-18.5582379679181</c:v>
                </c:pt>
                <c:pt idx="3723">
                  <c:v>-14.5655312108719</c:v>
                </c:pt>
                <c:pt idx="3724">
                  <c:v>-32.932285739865598</c:v>
                </c:pt>
                <c:pt idx="3725">
                  <c:v>-18.295208936235198</c:v>
                </c:pt>
                <c:pt idx="3726">
                  <c:v>13.4869518584737</c:v>
                </c:pt>
                <c:pt idx="3727">
                  <c:v>-8.0231251858376709</c:v>
                </c:pt>
                <c:pt idx="3728">
                  <c:v>-37.668674724042802</c:v>
                </c:pt>
                <c:pt idx="3729">
                  <c:v>-3.1033544037054499</c:v>
                </c:pt>
                <c:pt idx="3730">
                  <c:v>-23.980959083599299</c:v>
                </c:pt>
                <c:pt idx="3731">
                  <c:v>47.914303543261603</c:v>
                </c:pt>
                <c:pt idx="3732">
                  <c:v>-113.69385629516501</c:v>
                </c:pt>
                <c:pt idx="3733">
                  <c:v>39.6711943086475</c:v>
                </c:pt>
                <c:pt idx="3734">
                  <c:v>-11.354182045119099</c:v>
                </c:pt>
                <c:pt idx="3735">
                  <c:v>13.2793594819804</c:v>
                </c:pt>
                <c:pt idx="3736">
                  <c:v>-40.539274891096198</c:v>
                </c:pt>
                <c:pt idx="3737">
                  <c:v>-15.6851083926485</c:v>
                </c:pt>
                <c:pt idx="3738">
                  <c:v>37.289420446497303</c:v>
                </c:pt>
                <c:pt idx="3739">
                  <c:v>-23.041256076311502</c:v>
                </c:pt>
                <c:pt idx="3740">
                  <c:v>-53.409846386372898</c:v>
                </c:pt>
                <c:pt idx="3741">
                  <c:v>35.245376812395001</c:v>
                </c:pt>
                <c:pt idx="3742">
                  <c:v>-78.076319576565695</c:v>
                </c:pt>
                <c:pt idx="3743">
                  <c:v>-11.849003767879299</c:v>
                </c:pt>
                <c:pt idx="3744">
                  <c:v>-65.353246329200303</c:v>
                </c:pt>
                <c:pt idx="3745">
                  <c:v>9.43548477647618</c:v>
                </c:pt>
                <c:pt idx="3746">
                  <c:v>-9.3331847758927307</c:v>
                </c:pt>
                <c:pt idx="3747">
                  <c:v>-15.4363634121573</c:v>
                </c:pt>
                <c:pt idx="3748">
                  <c:v>-18.295208936235198</c:v>
                </c:pt>
                <c:pt idx="3749">
                  <c:v>-24.125492569433799</c:v>
                </c:pt>
                <c:pt idx="3750">
                  <c:v>-15.685108392647599</c:v>
                </c:pt>
                <c:pt idx="3751">
                  <c:v>-10.8294285454121</c:v>
                </c:pt>
                <c:pt idx="3752">
                  <c:v>-1.23034191337137</c:v>
                </c:pt>
                <c:pt idx="3753">
                  <c:v>7.7594637355896303</c:v>
                </c:pt>
                <c:pt idx="3754">
                  <c:v>-40.969535488934497</c:v>
                </c:pt>
                <c:pt idx="3755">
                  <c:v>-43.978956942090001</c:v>
                </c:pt>
                <c:pt idx="3756">
                  <c:v>-39.391493325564603</c:v>
                </c:pt>
                <c:pt idx="3757">
                  <c:v>12.825319980069199</c:v>
                </c:pt>
                <c:pt idx="3758">
                  <c:v>-31.915991989262601</c:v>
                </c:pt>
                <c:pt idx="3759">
                  <c:v>19.0083608705472</c:v>
                </c:pt>
                <c:pt idx="3760">
                  <c:v>6.4398692472277599</c:v>
                </c:pt>
                <c:pt idx="3761">
                  <c:v>-7.63766310947448</c:v>
                </c:pt>
                <c:pt idx="3762">
                  <c:v>-16.617647986088699</c:v>
                </c:pt>
                <c:pt idx="3763">
                  <c:v>-29.445857778959098</c:v>
                </c:pt>
                <c:pt idx="3764">
                  <c:v>5.6443095055856203</c:v>
                </c:pt>
                <c:pt idx="3765">
                  <c:v>-9.6605762226354202</c:v>
                </c:pt>
                <c:pt idx="3766">
                  <c:v>-13.5602901460752</c:v>
                </c:pt>
                <c:pt idx="3767">
                  <c:v>4.8071918884679601</c:v>
                </c:pt>
                <c:pt idx="3768">
                  <c:v>12.667818138193001</c:v>
                </c:pt>
                <c:pt idx="3769">
                  <c:v>-10.2540722009334</c:v>
                </c:pt>
                <c:pt idx="3770">
                  <c:v>17.019045448819199</c:v>
                </c:pt>
                <c:pt idx="3771">
                  <c:v>-23.258146831309201</c:v>
                </c:pt>
                <c:pt idx="3772">
                  <c:v>0.41759554075997501</c:v>
                </c:pt>
                <c:pt idx="3773">
                  <c:v>0.85984288086910898</c:v>
                </c:pt>
                <c:pt idx="3774">
                  <c:v>15.795751065826099</c:v>
                </c:pt>
                <c:pt idx="3775">
                  <c:v>28.791769734693801</c:v>
                </c:pt>
                <c:pt idx="3776">
                  <c:v>-10.206118954994899</c:v>
                </c:pt>
                <c:pt idx="3777">
                  <c:v>111.612116319148</c:v>
                </c:pt>
                <c:pt idx="3778">
                  <c:v>84.710872890834196</c:v>
                </c:pt>
                <c:pt idx="3779">
                  <c:v>-16.431172154783699</c:v>
                </c:pt>
                <c:pt idx="3780">
                  <c:v>65.267877278654794</c:v>
                </c:pt>
                <c:pt idx="3781">
                  <c:v>42.160038029725001</c:v>
                </c:pt>
                <c:pt idx="3782">
                  <c:v>26.888653967732299</c:v>
                </c:pt>
                <c:pt idx="3783">
                  <c:v>79.882810719660398</c:v>
                </c:pt>
                <c:pt idx="3784">
                  <c:v>60.345928974378602</c:v>
                </c:pt>
                <c:pt idx="3785">
                  <c:v>54.753718753795503</c:v>
                </c:pt>
                <c:pt idx="3786">
                  <c:v>65.267877278655703</c:v>
                </c:pt>
                <c:pt idx="3787">
                  <c:v>-19.785284754309899</c:v>
                </c:pt>
                <c:pt idx="3788">
                  <c:v>-2.3370550279560098</c:v>
                </c:pt>
                <c:pt idx="3789">
                  <c:v>-55.383117389091197</c:v>
                </c:pt>
                <c:pt idx="3790">
                  <c:v>7.3195101342234903</c:v>
                </c:pt>
                <c:pt idx="3791">
                  <c:v>46.256228424607798</c:v>
                </c:pt>
                <c:pt idx="3792">
                  <c:v>-0.60726867429821096</c:v>
                </c:pt>
                <c:pt idx="3793">
                  <c:v>-9.3331847758927307</c:v>
                </c:pt>
                <c:pt idx="3794">
                  <c:v>23.1673373106368</c:v>
                </c:pt>
                <c:pt idx="3795">
                  <c:v>43.916688405937698</c:v>
                </c:pt>
                <c:pt idx="3796">
                  <c:v>20.051106358783699</c:v>
                </c:pt>
                <c:pt idx="3797">
                  <c:v>51.758860143830098</c:v>
                </c:pt>
                <c:pt idx="3798">
                  <c:v>23.964010022113101</c:v>
                </c:pt>
                <c:pt idx="3799">
                  <c:v>11.242227769765099</c:v>
                </c:pt>
                <c:pt idx="3800">
                  <c:v>1.16946949504472</c:v>
                </c:pt>
                <c:pt idx="3801">
                  <c:v>40.981535645857498</c:v>
                </c:pt>
                <c:pt idx="3802">
                  <c:v>23.943952432996401</c:v>
                </c:pt>
                <c:pt idx="3803">
                  <c:v>22.770903375538101</c:v>
                </c:pt>
                <c:pt idx="3804">
                  <c:v>22.770903375538101</c:v>
                </c:pt>
                <c:pt idx="3805">
                  <c:v>-7.1829275994577904</c:v>
                </c:pt>
                <c:pt idx="3806">
                  <c:v>43.916688405937698</c:v>
                </c:pt>
                <c:pt idx="3807">
                  <c:v>68.6580910952989</c:v>
                </c:pt>
                <c:pt idx="3808">
                  <c:v>17.175004748168199</c:v>
                </c:pt>
                <c:pt idx="3809">
                  <c:v>31.257082304125099</c:v>
                </c:pt>
                <c:pt idx="3810">
                  <c:v>32.984452651952701</c:v>
                </c:pt>
                <c:pt idx="3811">
                  <c:v>7.3195101342234903</c:v>
                </c:pt>
                <c:pt idx="3812">
                  <c:v>46.3783597333831</c:v>
                </c:pt>
                <c:pt idx="3813">
                  <c:v>35.9713011334279</c:v>
                </c:pt>
                <c:pt idx="3814">
                  <c:v>38.332215064708997</c:v>
                </c:pt>
                <c:pt idx="3815">
                  <c:v>49.515386080687598</c:v>
                </c:pt>
                <c:pt idx="3816">
                  <c:v>41.878353130567099</c:v>
                </c:pt>
                <c:pt idx="3817">
                  <c:v>38.332215064708997</c:v>
                </c:pt>
                <c:pt idx="3818">
                  <c:v>55.610140936095299</c:v>
                </c:pt>
                <c:pt idx="3819">
                  <c:v>46.615457518965698</c:v>
                </c:pt>
                <c:pt idx="3820">
                  <c:v>48.170398472656402</c:v>
                </c:pt>
                <c:pt idx="3821">
                  <c:v>64.792473856022298</c:v>
                </c:pt>
                <c:pt idx="3822">
                  <c:v>40.357878491573501</c:v>
                </c:pt>
                <c:pt idx="3823">
                  <c:v>62.5594477243394</c:v>
                </c:pt>
                <c:pt idx="3824">
                  <c:v>73.413142066154194</c:v>
                </c:pt>
                <c:pt idx="3825">
                  <c:v>54.136797285274</c:v>
                </c:pt>
                <c:pt idx="3826">
                  <c:v>74.773607442076298</c:v>
                </c:pt>
                <c:pt idx="3827">
                  <c:v>68.397120681078306</c:v>
                </c:pt>
                <c:pt idx="3828">
                  <c:v>29.267807167655501</c:v>
                </c:pt>
                <c:pt idx="3829">
                  <c:v>45.8961371241612</c:v>
                </c:pt>
                <c:pt idx="3830">
                  <c:v>61.102437766078701</c:v>
                </c:pt>
                <c:pt idx="3831">
                  <c:v>40.564300952289997</c:v>
                </c:pt>
                <c:pt idx="3832">
                  <c:v>43.902164878691998</c:v>
                </c:pt>
                <c:pt idx="3833">
                  <c:v>56.252676047863098</c:v>
                </c:pt>
                <c:pt idx="3834">
                  <c:v>48.088910488871903</c:v>
                </c:pt>
                <c:pt idx="3835">
                  <c:v>72.053512613657404</c:v>
                </c:pt>
                <c:pt idx="3836">
                  <c:v>69.789319042306403</c:v>
                </c:pt>
                <c:pt idx="3837">
                  <c:v>72.506629598337895</c:v>
                </c:pt>
                <c:pt idx="3838">
                  <c:v>74.968027922235706</c:v>
                </c:pt>
                <c:pt idx="3839">
                  <c:v>77.811507954717797</c:v>
                </c:pt>
                <c:pt idx="3840">
                  <c:v>97.768234864640306</c:v>
                </c:pt>
                <c:pt idx="3841">
                  <c:v>65.267877278654794</c:v>
                </c:pt>
                <c:pt idx="3842">
                  <c:v>111.612116319148</c:v>
                </c:pt>
                <c:pt idx="3843">
                  <c:v>59.117155191370301</c:v>
                </c:pt>
                <c:pt idx="3844">
                  <c:v>82.0085636001604</c:v>
                </c:pt>
                <c:pt idx="3845">
                  <c:v>83.409349981269699</c:v>
                </c:pt>
                <c:pt idx="3846">
                  <c:v>95.586673456327802</c:v>
                </c:pt>
                <c:pt idx="3847">
                  <c:v>108.59855536779099</c:v>
                </c:pt>
                <c:pt idx="3848">
                  <c:v>90.185620148174095</c:v>
                </c:pt>
                <c:pt idx="3849">
                  <c:v>95.281425539284101</c:v>
                </c:pt>
                <c:pt idx="3850">
                  <c:v>83.059070420678793</c:v>
                </c:pt>
                <c:pt idx="3851">
                  <c:v>68.6580910952989</c:v>
                </c:pt>
                <c:pt idx="3852">
                  <c:v>159.70651309843001</c:v>
                </c:pt>
                <c:pt idx="3853">
                  <c:v>65.267877278654794</c:v>
                </c:pt>
                <c:pt idx="3854">
                  <c:v>53.442967060065698</c:v>
                </c:pt>
                <c:pt idx="3855">
                  <c:v>61.319193812734703</c:v>
                </c:pt>
                <c:pt idx="3856">
                  <c:v>61.3997086244635</c:v>
                </c:pt>
                <c:pt idx="3857">
                  <c:v>51.758860143831001</c:v>
                </c:pt>
                <c:pt idx="3858">
                  <c:v>-20.364482005787</c:v>
                </c:pt>
                <c:pt idx="3859">
                  <c:v>44.204274007552101</c:v>
                </c:pt>
                <c:pt idx="3860">
                  <c:v>41.138632773441699</c:v>
                </c:pt>
                <c:pt idx="3861">
                  <c:v>40.006066738697797</c:v>
                </c:pt>
                <c:pt idx="3862">
                  <c:v>26.291938727509599</c:v>
                </c:pt>
                <c:pt idx="3863">
                  <c:v>11.7230457260839</c:v>
                </c:pt>
                <c:pt idx="3864">
                  <c:v>9.8347273480940203</c:v>
                </c:pt>
                <c:pt idx="3865">
                  <c:v>23.964010022113101</c:v>
                </c:pt>
                <c:pt idx="3866">
                  <c:v>2.9248526383107598</c:v>
                </c:pt>
                <c:pt idx="3867">
                  <c:v>-17.637496646138899</c:v>
                </c:pt>
                <c:pt idx="3868">
                  <c:v>-46.269030972048299</c:v>
                </c:pt>
                <c:pt idx="3869">
                  <c:v>70.694718314389306</c:v>
                </c:pt>
                <c:pt idx="3870">
                  <c:v>-12.931777841908101</c:v>
                </c:pt>
                <c:pt idx="3871">
                  <c:v>61.575387501764403</c:v>
                </c:pt>
                <c:pt idx="3872">
                  <c:v>33.220108640045503</c:v>
                </c:pt>
                <c:pt idx="3873">
                  <c:v>20.556859028785698</c:v>
                </c:pt>
                <c:pt idx="3874">
                  <c:v>22.454474066325002</c:v>
                </c:pt>
                <c:pt idx="3875">
                  <c:v>2.0469841484018598</c:v>
                </c:pt>
                <c:pt idx="3876">
                  <c:v>0.53149914218647598</c:v>
                </c:pt>
                <c:pt idx="3877">
                  <c:v>-13.694349207536099</c:v>
                </c:pt>
                <c:pt idx="3878">
                  <c:v>11.7230457260839</c:v>
                </c:pt>
                <c:pt idx="3879">
                  <c:v>22.770903375537198</c:v>
                </c:pt>
                <c:pt idx="3880">
                  <c:v>-41.399710223547999</c:v>
                </c:pt>
                <c:pt idx="3881">
                  <c:v>-1.46095358368893</c:v>
                </c:pt>
                <c:pt idx="3882">
                  <c:v>-0.99146833795475597</c:v>
                </c:pt>
                <c:pt idx="3883">
                  <c:v>-10.4357801528612</c:v>
                </c:pt>
                <c:pt idx="3884">
                  <c:v>1.16946949504472</c:v>
                </c:pt>
                <c:pt idx="3885">
                  <c:v>4.9918225379069501</c:v>
                </c:pt>
                <c:pt idx="3886">
                  <c:v>28.618690859236199</c:v>
                </c:pt>
                <c:pt idx="3887">
                  <c:v>20.1545462507165</c:v>
                </c:pt>
                <c:pt idx="3888">
                  <c:v>-28.355194492883101</c:v>
                </c:pt>
                <c:pt idx="3889">
                  <c:v>1.37591170940413</c:v>
                </c:pt>
                <c:pt idx="3890">
                  <c:v>6.5864514094964699</c:v>
                </c:pt>
                <c:pt idx="3891">
                  <c:v>-68.328733920312501</c:v>
                </c:pt>
                <c:pt idx="3892">
                  <c:v>-44.838020106368198</c:v>
                </c:pt>
                <c:pt idx="3893">
                  <c:v>-36.231940774297001</c:v>
                </c:pt>
                <c:pt idx="3894">
                  <c:v>8.5969001989724306E-2</c:v>
                </c:pt>
                <c:pt idx="3895">
                  <c:v>-26.972897328142601</c:v>
                </c:pt>
                <c:pt idx="3896">
                  <c:v>-19.584757309689799</c:v>
                </c:pt>
                <c:pt idx="3897">
                  <c:v>0.51156558159527699</c:v>
                </c:pt>
                <c:pt idx="3898">
                  <c:v>-1.71866711124675</c:v>
                </c:pt>
                <c:pt idx="3899">
                  <c:v>4.5218843869179102</c:v>
                </c:pt>
                <c:pt idx="3900">
                  <c:v>-20.0596606530471</c:v>
                </c:pt>
                <c:pt idx="3901">
                  <c:v>-14.5655312108719</c:v>
                </c:pt>
                <c:pt idx="3902">
                  <c:v>-66.203807337033993</c:v>
                </c:pt>
                <c:pt idx="3903">
                  <c:v>-51.144155480140398</c:v>
                </c:pt>
                <c:pt idx="3904">
                  <c:v>26.465963873159101</c:v>
                </c:pt>
                <c:pt idx="3905">
                  <c:v>-33.150000767844098</c:v>
                </c:pt>
                <c:pt idx="3906">
                  <c:v>-36.458857114203902</c:v>
                </c:pt>
                <c:pt idx="3907">
                  <c:v>-67.054030887612498</c:v>
                </c:pt>
                <c:pt idx="3908">
                  <c:v>8.1995061447069002</c:v>
                </c:pt>
                <c:pt idx="3909">
                  <c:v>-28.5901530871697</c:v>
                </c:pt>
                <c:pt idx="3910">
                  <c:v>0.85984288087001903</c:v>
                </c:pt>
                <c:pt idx="3911">
                  <c:v>-24.125492569432001</c:v>
                </c:pt>
                <c:pt idx="3912">
                  <c:v>24.987190928315599</c:v>
                </c:pt>
                <c:pt idx="3913">
                  <c:v>23.7780285203789</c:v>
                </c:pt>
                <c:pt idx="3914">
                  <c:v>-45.451426928600902</c:v>
                </c:pt>
                <c:pt idx="3915">
                  <c:v>47.618846432006599</c:v>
                </c:pt>
                <c:pt idx="3916">
                  <c:v>48.2175771059146</c:v>
                </c:pt>
                <c:pt idx="3917">
                  <c:v>-14.5655312108719</c:v>
                </c:pt>
                <c:pt idx="3918">
                  <c:v>-65.353246329198498</c:v>
                </c:pt>
                <c:pt idx="3919">
                  <c:v>-31.298723131735599</c:v>
                </c:pt>
                <c:pt idx="3920">
                  <c:v>-7.3806503868790898</c:v>
                </c:pt>
                <c:pt idx="3921">
                  <c:v>-14.5655312108719</c:v>
                </c:pt>
                <c:pt idx="3922">
                  <c:v>-20.778099521666199</c:v>
                </c:pt>
                <c:pt idx="3923">
                  <c:v>4.8168491038459198</c:v>
                </c:pt>
                <c:pt idx="3924">
                  <c:v>-28.209731136685999</c:v>
                </c:pt>
                <c:pt idx="3925">
                  <c:v>20.556859028785698</c:v>
                </c:pt>
                <c:pt idx="3926">
                  <c:v>-16.613991751411898</c:v>
                </c:pt>
                <c:pt idx="3927">
                  <c:v>3.8030751788346602</c:v>
                </c:pt>
                <c:pt idx="3928">
                  <c:v>4.6140565706873504</c:v>
                </c:pt>
                <c:pt idx="3929">
                  <c:v>-44.838020106368198</c:v>
                </c:pt>
                <c:pt idx="3930">
                  <c:v>-61.947623703994303</c:v>
                </c:pt>
                <c:pt idx="3931">
                  <c:v>-46.984179899942298</c:v>
                </c:pt>
                <c:pt idx="3932">
                  <c:v>-38.817373353189303</c:v>
                </c:pt>
                <c:pt idx="3933">
                  <c:v>5.56058326880156</c:v>
                </c:pt>
                <c:pt idx="3934">
                  <c:v>-12.5016381761706</c:v>
                </c:pt>
                <c:pt idx="3935">
                  <c:v>-16.741956295966698</c:v>
                </c:pt>
                <c:pt idx="3936">
                  <c:v>7.1503208519643504</c:v>
                </c:pt>
                <c:pt idx="3937">
                  <c:v>3.6003770028928499</c:v>
                </c:pt>
                <c:pt idx="3938">
                  <c:v>-3.2128037033671699</c:v>
                </c:pt>
                <c:pt idx="3939">
                  <c:v>-17.052695886673</c:v>
                </c:pt>
                <c:pt idx="3940">
                  <c:v>-1.46095358368893</c:v>
                </c:pt>
                <c:pt idx="3941">
                  <c:v>-13.6720066059506</c:v>
                </c:pt>
                <c:pt idx="3942">
                  <c:v>-12.452970541397899</c:v>
                </c:pt>
                <c:pt idx="3943">
                  <c:v>-48.592396764308397</c:v>
                </c:pt>
                <c:pt idx="3944">
                  <c:v>-23.464689251222801</c:v>
                </c:pt>
                <c:pt idx="3945">
                  <c:v>-8.0231251858376709</c:v>
                </c:pt>
                <c:pt idx="3946">
                  <c:v>38.332215064708997</c:v>
                </c:pt>
                <c:pt idx="3947">
                  <c:v>-14.5655312108719</c:v>
                </c:pt>
                <c:pt idx="3948">
                  <c:v>65.267877278654794</c:v>
                </c:pt>
                <c:pt idx="3949">
                  <c:v>27.522842147279299</c:v>
                </c:pt>
                <c:pt idx="3950">
                  <c:v>31.331832059981</c:v>
                </c:pt>
                <c:pt idx="3951">
                  <c:v>4.3887536730826398</c:v>
                </c:pt>
                <c:pt idx="3952">
                  <c:v>9.3906546135576701</c:v>
                </c:pt>
                <c:pt idx="3953">
                  <c:v>-16.939704825868802</c:v>
                </c:pt>
                <c:pt idx="3954">
                  <c:v>21.919082575462198</c:v>
                </c:pt>
                <c:pt idx="3955">
                  <c:v>35.184893960139497</c:v>
                </c:pt>
                <c:pt idx="3956">
                  <c:v>-1.46095358368893</c:v>
                </c:pt>
                <c:pt idx="3957">
                  <c:v>13.758448604598</c:v>
                </c:pt>
                <c:pt idx="3958">
                  <c:v>0.85984288087001903</c:v>
                </c:pt>
                <c:pt idx="3959">
                  <c:v>-55.013267079927502</c:v>
                </c:pt>
                <c:pt idx="3960">
                  <c:v>-68.025301990016402</c:v>
                </c:pt>
                <c:pt idx="3961">
                  <c:v>16.1354863444184</c:v>
                </c:pt>
                <c:pt idx="3962">
                  <c:v>-0.58449915737492097</c:v>
                </c:pt>
                <c:pt idx="3963">
                  <c:v>17.608283448988001</c:v>
                </c:pt>
                <c:pt idx="3964">
                  <c:v>-1.46095358368893</c:v>
                </c:pt>
                <c:pt idx="3965">
                  <c:v>-7.0868843236330497</c:v>
                </c:pt>
                <c:pt idx="3966">
                  <c:v>28.013022475901298</c:v>
                </c:pt>
                <c:pt idx="3967">
                  <c:v>-8.0231251858376709</c:v>
                </c:pt>
                <c:pt idx="3968">
                  <c:v>42.798657527448</c:v>
                </c:pt>
                <c:pt idx="3969">
                  <c:v>15.2522845223102</c:v>
                </c:pt>
                <c:pt idx="3970">
                  <c:v>31.204758991862899</c:v>
                </c:pt>
                <c:pt idx="3971">
                  <c:v>6.5433379853911902</c:v>
                </c:pt>
                <c:pt idx="3972">
                  <c:v>34.033877583160503</c:v>
                </c:pt>
                <c:pt idx="3973">
                  <c:v>-3.6505458193341802</c:v>
                </c:pt>
                <c:pt idx="3974">
                  <c:v>-12.931777841908101</c:v>
                </c:pt>
                <c:pt idx="3975">
                  <c:v>-46.269030972048299</c:v>
                </c:pt>
                <c:pt idx="3976">
                  <c:v>36.923644984222797</c:v>
                </c:pt>
                <c:pt idx="3977">
                  <c:v>17.426962522040402</c:v>
                </c:pt>
                <c:pt idx="3978">
                  <c:v>68.092694137002496</c:v>
                </c:pt>
                <c:pt idx="3979">
                  <c:v>51.758860143831001</c:v>
                </c:pt>
                <c:pt idx="3980">
                  <c:v>20.051106358781901</c:v>
                </c:pt>
                <c:pt idx="3981">
                  <c:v>11.7230457260839</c:v>
                </c:pt>
                <c:pt idx="3982">
                  <c:v>87.055539932597597</c:v>
                </c:pt>
                <c:pt idx="3983">
                  <c:v>26.318041617501802</c:v>
                </c:pt>
                <c:pt idx="3984">
                  <c:v>21.442207800771001</c:v>
                </c:pt>
                <c:pt idx="3985">
                  <c:v>11.7230457260839</c:v>
                </c:pt>
                <c:pt idx="3986">
                  <c:v>23.720466021142698</c:v>
                </c:pt>
                <c:pt idx="3987">
                  <c:v>52.432348381475002</c:v>
                </c:pt>
                <c:pt idx="3988">
                  <c:v>38.332215064708997</c:v>
                </c:pt>
                <c:pt idx="3989">
                  <c:v>40.7673303951996</c:v>
                </c:pt>
                <c:pt idx="3990">
                  <c:v>59.022662476927501</c:v>
                </c:pt>
                <c:pt idx="3991">
                  <c:v>48.298457116628001</c:v>
                </c:pt>
                <c:pt idx="3992">
                  <c:v>20.556859028782998</c:v>
                </c:pt>
                <c:pt idx="3993">
                  <c:v>61.575387501764403</c:v>
                </c:pt>
                <c:pt idx="3994">
                  <c:v>61.657375764075297</c:v>
                </c:pt>
                <c:pt idx="3995">
                  <c:v>-3.2128037033699002</c:v>
                </c:pt>
                <c:pt idx="3996">
                  <c:v>62.258716104890397</c:v>
                </c:pt>
                <c:pt idx="3997">
                  <c:v>38.332215064708997</c:v>
                </c:pt>
                <c:pt idx="3998">
                  <c:v>-7.1493129358887</c:v>
                </c:pt>
                <c:pt idx="3999">
                  <c:v>72.506629598337895</c:v>
                </c:pt>
                <c:pt idx="4000">
                  <c:v>59.629061088856297</c:v>
                </c:pt>
                <c:pt idx="4001">
                  <c:v>61.8291705719611</c:v>
                </c:pt>
                <c:pt idx="4002">
                  <c:v>44.669138372286397</c:v>
                </c:pt>
                <c:pt idx="4003">
                  <c:v>51.758860143831001</c:v>
                </c:pt>
                <c:pt idx="4004">
                  <c:v>21.568715464010801</c:v>
                </c:pt>
                <c:pt idx="4005">
                  <c:v>69.789319042304598</c:v>
                </c:pt>
                <c:pt idx="4006">
                  <c:v>87.642093942606095</c:v>
                </c:pt>
                <c:pt idx="4007">
                  <c:v>36.102396405049099</c:v>
                </c:pt>
                <c:pt idx="4008">
                  <c:v>92.536078532279106</c:v>
                </c:pt>
                <c:pt idx="4009">
                  <c:v>25.378533611975399</c:v>
                </c:pt>
                <c:pt idx="4010">
                  <c:v>67.660429329433995</c:v>
                </c:pt>
                <c:pt idx="4011">
                  <c:v>49.987506436989797</c:v>
                </c:pt>
                <c:pt idx="4012">
                  <c:v>85.687516430060896</c:v>
                </c:pt>
                <c:pt idx="4013">
                  <c:v>40.5643009522909</c:v>
                </c:pt>
                <c:pt idx="4014">
                  <c:v>60.755672372538299</c:v>
                </c:pt>
                <c:pt idx="4015">
                  <c:v>41.681195187418702</c:v>
                </c:pt>
                <c:pt idx="4016">
                  <c:v>46.6769314877656</c:v>
                </c:pt>
                <c:pt idx="4017">
                  <c:v>85.553441860808505</c:v>
                </c:pt>
                <c:pt idx="4018">
                  <c:v>70.112633368901697</c:v>
                </c:pt>
                <c:pt idx="4019">
                  <c:v>31.204758991862001</c:v>
                </c:pt>
                <c:pt idx="4020">
                  <c:v>72.053512613657404</c:v>
                </c:pt>
                <c:pt idx="4021">
                  <c:v>61.575387501764403</c:v>
                </c:pt>
                <c:pt idx="4022">
                  <c:v>67.353547062926694</c:v>
                </c:pt>
                <c:pt idx="4023">
                  <c:v>105.311077085546</c:v>
                </c:pt>
                <c:pt idx="4024">
                  <c:v>77.267018646790305</c:v>
                </c:pt>
                <c:pt idx="4025">
                  <c:v>59.682696201028101</c:v>
                </c:pt>
                <c:pt idx="4026">
                  <c:v>103.11370062733</c:v>
                </c:pt>
                <c:pt idx="4027">
                  <c:v>94.496694678877205</c:v>
                </c:pt>
                <c:pt idx="4028">
                  <c:v>128.259755207041</c:v>
                </c:pt>
                <c:pt idx="4029">
                  <c:v>92.536078532279106</c:v>
                </c:pt>
                <c:pt idx="4030">
                  <c:v>101.70044307731099</c:v>
                </c:pt>
                <c:pt idx="4031">
                  <c:v>154.35411475398601</c:v>
                </c:pt>
                <c:pt idx="4032">
                  <c:v>111.662202918253</c:v>
                </c:pt>
                <c:pt idx="4033">
                  <c:v>19.6718686250533</c:v>
                </c:pt>
                <c:pt idx="4034">
                  <c:v>110.244113609333</c:v>
                </c:pt>
                <c:pt idx="4035">
                  <c:v>116.67340795848899</c:v>
                </c:pt>
                <c:pt idx="4036">
                  <c:v>138.37988342233601</c:v>
                </c:pt>
                <c:pt idx="4037">
                  <c:v>91.621715889955297</c:v>
                </c:pt>
                <c:pt idx="4038">
                  <c:v>56.252676047864902</c:v>
                </c:pt>
                <c:pt idx="4039">
                  <c:v>103.07835825795</c:v>
                </c:pt>
                <c:pt idx="4040">
                  <c:v>118.249834561342</c:v>
                </c:pt>
                <c:pt idx="4041">
                  <c:v>85.361920814339101</c:v>
                </c:pt>
                <c:pt idx="4042">
                  <c:v>91.573601961396804</c:v>
                </c:pt>
                <c:pt idx="4043">
                  <c:v>101.430363569162</c:v>
                </c:pt>
                <c:pt idx="4044">
                  <c:v>45.207431069834399</c:v>
                </c:pt>
                <c:pt idx="4045">
                  <c:v>77.620921470732299</c:v>
                </c:pt>
                <c:pt idx="4046">
                  <c:v>70.694718314387501</c:v>
                </c:pt>
                <c:pt idx="4047">
                  <c:v>128.49209499551901</c:v>
                </c:pt>
                <c:pt idx="4048">
                  <c:v>102.66731188636</c:v>
                </c:pt>
                <c:pt idx="4049">
                  <c:v>84.016632302709695</c:v>
                </c:pt>
                <c:pt idx="4050">
                  <c:v>71.847581025574002</c:v>
                </c:pt>
                <c:pt idx="4051">
                  <c:v>102.356486849424</c:v>
                </c:pt>
                <c:pt idx="4052">
                  <c:v>113.209179947815</c:v>
                </c:pt>
                <c:pt idx="4053">
                  <c:v>100.78230636964599</c:v>
                </c:pt>
                <c:pt idx="4054">
                  <c:v>36.102396405047301</c:v>
                </c:pt>
                <c:pt idx="4055">
                  <c:v>94.104433085681194</c:v>
                </c:pt>
                <c:pt idx="4056">
                  <c:v>103.788526138205</c:v>
                </c:pt>
                <c:pt idx="4057">
                  <c:v>57.5383084193599</c:v>
                </c:pt>
                <c:pt idx="4058">
                  <c:v>126.76671742826601</c:v>
                </c:pt>
                <c:pt idx="4059">
                  <c:v>141.07432756563901</c:v>
                </c:pt>
                <c:pt idx="4060">
                  <c:v>78.989877979839505</c:v>
                </c:pt>
                <c:pt idx="4061">
                  <c:v>117.499016540696</c:v>
                </c:pt>
                <c:pt idx="4062">
                  <c:v>81.133521312319303</c:v>
                </c:pt>
                <c:pt idx="4063">
                  <c:v>65.267877278654794</c:v>
                </c:pt>
                <c:pt idx="4064">
                  <c:v>27.407521543043899</c:v>
                </c:pt>
                <c:pt idx="4065">
                  <c:v>82.953997340290698</c:v>
                </c:pt>
                <c:pt idx="4066">
                  <c:v>78.033879580855597</c:v>
                </c:pt>
                <c:pt idx="4067">
                  <c:v>98.461649353724994</c:v>
                </c:pt>
                <c:pt idx="4068">
                  <c:v>58.953370392477098</c:v>
                </c:pt>
                <c:pt idx="4069">
                  <c:v>148.09503858653801</c:v>
                </c:pt>
                <c:pt idx="4070">
                  <c:v>127.098417601802</c:v>
                </c:pt>
                <c:pt idx="4071">
                  <c:v>91.631761786737101</c:v>
                </c:pt>
                <c:pt idx="4072">
                  <c:v>46.714255807116302</c:v>
                </c:pt>
                <c:pt idx="4073">
                  <c:v>128.093812967004</c:v>
                </c:pt>
                <c:pt idx="4074">
                  <c:v>106.29681167265301</c:v>
                </c:pt>
                <c:pt idx="4075">
                  <c:v>100.994150472033</c:v>
                </c:pt>
                <c:pt idx="4076">
                  <c:v>136.739140116192</c:v>
                </c:pt>
                <c:pt idx="4077">
                  <c:v>150.25967339384701</c:v>
                </c:pt>
                <c:pt idx="4078">
                  <c:v>90.707729373767506</c:v>
                </c:pt>
                <c:pt idx="4079">
                  <c:v>145.93248415866799</c:v>
                </c:pt>
                <c:pt idx="4080">
                  <c:v>72.506629598337895</c:v>
                </c:pt>
                <c:pt idx="4081">
                  <c:v>38.332215064708997</c:v>
                </c:pt>
                <c:pt idx="4082">
                  <c:v>69.573802420565698</c:v>
                </c:pt>
                <c:pt idx="4083">
                  <c:v>84.071848032245697</c:v>
                </c:pt>
                <c:pt idx="4084">
                  <c:v>61.206478011336898</c:v>
                </c:pt>
                <c:pt idx="4085">
                  <c:v>36.4208032489177</c:v>
                </c:pt>
                <c:pt idx="4086">
                  <c:v>50.749013873261902</c:v>
                </c:pt>
                <c:pt idx="4087">
                  <c:v>67.301381315676693</c:v>
                </c:pt>
                <c:pt idx="4088">
                  <c:v>17.426962522040402</c:v>
                </c:pt>
                <c:pt idx="4089">
                  <c:v>41.904642193165202</c:v>
                </c:pt>
                <c:pt idx="4090">
                  <c:v>70.694718314389306</c:v>
                </c:pt>
                <c:pt idx="4091">
                  <c:v>71.082860082192298</c:v>
                </c:pt>
                <c:pt idx="4092">
                  <c:v>38.969722388777797</c:v>
                </c:pt>
                <c:pt idx="4093">
                  <c:v>48.5545967663911</c:v>
                </c:pt>
                <c:pt idx="4094">
                  <c:v>39.705537848840301</c:v>
                </c:pt>
                <c:pt idx="4095">
                  <c:v>67.204505337875105</c:v>
                </c:pt>
                <c:pt idx="4096">
                  <c:v>79.686482250028305</c:v>
                </c:pt>
                <c:pt idx="4097">
                  <c:v>61.575387501764403</c:v>
                </c:pt>
                <c:pt idx="4098">
                  <c:v>71.435775356129795</c:v>
                </c:pt>
                <c:pt idx="4099">
                  <c:v>53.6836589139156</c:v>
                </c:pt>
                <c:pt idx="4100">
                  <c:v>83.637061366648595</c:v>
                </c:pt>
                <c:pt idx="4101">
                  <c:v>55.610140936095299</c:v>
                </c:pt>
                <c:pt idx="4102">
                  <c:v>66.300534307018097</c:v>
                </c:pt>
                <c:pt idx="4103">
                  <c:v>65.267877278654794</c:v>
                </c:pt>
                <c:pt idx="4104">
                  <c:v>92.536078532279106</c:v>
                </c:pt>
                <c:pt idx="4105">
                  <c:v>46.154457514723603</c:v>
                </c:pt>
                <c:pt idx="4106">
                  <c:v>94.365933124432502</c:v>
                </c:pt>
                <c:pt idx="4107">
                  <c:v>77.620921470732299</c:v>
                </c:pt>
                <c:pt idx="4108">
                  <c:v>92.536078532279106</c:v>
                </c:pt>
                <c:pt idx="4109">
                  <c:v>103.11370062733</c:v>
                </c:pt>
                <c:pt idx="4110">
                  <c:v>130.584237946868</c:v>
                </c:pt>
                <c:pt idx="4111">
                  <c:v>45.8961371241612</c:v>
                </c:pt>
                <c:pt idx="4112">
                  <c:v>87.968024262657295</c:v>
                </c:pt>
                <c:pt idx="4113">
                  <c:v>105.37677916388699</c:v>
                </c:pt>
                <c:pt idx="4114">
                  <c:v>80.906066884782305</c:v>
                </c:pt>
                <c:pt idx="4115">
                  <c:v>90.426578387835406</c:v>
                </c:pt>
                <c:pt idx="4116">
                  <c:v>51.230778174175597</c:v>
                </c:pt>
                <c:pt idx="4117">
                  <c:v>54.004622298829403</c:v>
                </c:pt>
                <c:pt idx="4118">
                  <c:v>61.142071566820903</c:v>
                </c:pt>
                <c:pt idx="4119">
                  <c:v>78.860026826614501</c:v>
                </c:pt>
                <c:pt idx="4120">
                  <c:v>50.412501358766299</c:v>
                </c:pt>
                <c:pt idx="4121">
                  <c:v>60.455186440482002</c:v>
                </c:pt>
                <c:pt idx="4122">
                  <c:v>80.808593560403096</c:v>
                </c:pt>
                <c:pt idx="4123">
                  <c:v>74.320026055472198</c:v>
                </c:pt>
                <c:pt idx="4124">
                  <c:v>66.128391275554307</c:v>
                </c:pt>
                <c:pt idx="4125">
                  <c:v>22.7368241735903</c:v>
                </c:pt>
                <c:pt idx="4126">
                  <c:v>67.2045053378788</c:v>
                </c:pt>
                <c:pt idx="4127">
                  <c:v>76.722396360410102</c:v>
                </c:pt>
                <c:pt idx="4128">
                  <c:v>65.025918106661194</c:v>
                </c:pt>
                <c:pt idx="4129">
                  <c:v>68.6580910952989</c:v>
                </c:pt>
                <c:pt idx="4130">
                  <c:v>69.142832193641794</c:v>
                </c:pt>
                <c:pt idx="4131">
                  <c:v>128.576588165815</c:v>
                </c:pt>
                <c:pt idx="4132">
                  <c:v>80.056312127004205</c:v>
                </c:pt>
                <c:pt idx="4133">
                  <c:v>54.004622298829403</c:v>
                </c:pt>
                <c:pt idx="4134">
                  <c:v>15.504591455316501</c:v>
                </c:pt>
                <c:pt idx="4135">
                  <c:v>147.37395610546099</c:v>
                </c:pt>
                <c:pt idx="4136">
                  <c:v>-21.088260826807499</c:v>
                </c:pt>
                <c:pt idx="4137">
                  <c:v>71.298523835770496</c:v>
                </c:pt>
                <c:pt idx="4138">
                  <c:v>103.99744213295099</c:v>
                </c:pt>
                <c:pt idx="4139">
                  <c:v>97.768234864640306</c:v>
                </c:pt>
                <c:pt idx="4140">
                  <c:v>58.503024900267498</c:v>
                </c:pt>
                <c:pt idx="4141">
                  <c:v>102.84864652378801</c:v>
                </c:pt>
                <c:pt idx="4142">
                  <c:v>34.988336206465597</c:v>
                </c:pt>
                <c:pt idx="4143">
                  <c:v>95.968292280804206</c:v>
                </c:pt>
                <c:pt idx="4144">
                  <c:v>48.874813263704702</c:v>
                </c:pt>
                <c:pt idx="4145">
                  <c:v>57.3113776333239</c:v>
                </c:pt>
                <c:pt idx="4146">
                  <c:v>63.2362437037254</c:v>
                </c:pt>
                <c:pt idx="4147">
                  <c:v>115.518068213462</c:v>
                </c:pt>
                <c:pt idx="4148">
                  <c:v>66.773996816017601</c:v>
                </c:pt>
                <c:pt idx="4149">
                  <c:v>69.963405497360299</c:v>
                </c:pt>
                <c:pt idx="4150">
                  <c:v>22.327915158730299</c:v>
                </c:pt>
                <c:pt idx="4151">
                  <c:v>156.7660901557</c:v>
                </c:pt>
                <c:pt idx="4152">
                  <c:v>140.60705894528101</c:v>
                </c:pt>
                <c:pt idx="4153">
                  <c:v>79.273216005340103</c:v>
                </c:pt>
                <c:pt idx="4154">
                  <c:v>44.425072323761903</c:v>
                </c:pt>
                <c:pt idx="4155">
                  <c:v>161.259238482385</c:v>
                </c:pt>
                <c:pt idx="4156">
                  <c:v>77.156435610684596</c:v>
                </c:pt>
                <c:pt idx="4157">
                  <c:v>68.884290379829494</c:v>
                </c:pt>
                <c:pt idx="4158">
                  <c:v>87.9680242626591</c:v>
                </c:pt>
                <c:pt idx="4159">
                  <c:v>117.499016540694</c:v>
                </c:pt>
                <c:pt idx="4160">
                  <c:v>70.530072688653405</c:v>
                </c:pt>
                <c:pt idx="4161">
                  <c:v>69.093110265664095</c:v>
                </c:pt>
                <c:pt idx="4162">
                  <c:v>73.660437208523007</c:v>
                </c:pt>
                <c:pt idx="4163">
                  <c:v>63.0106219883709</c:v>
                </c:pt>
                <c:pt idx="4164">
                  <c:v>103.53785280044799</c:v>
                </c:pt>
                <c:pt idx="4165">
                  <c:v>67.979632099457305</c:v>
                </c:pt>
                <c:pt idx="4166">
                  <c:v>101.70044307731099</c:v>
                </c:pt>
                <c:pt idx="4167">
                  <c:v>110.902676897323</c:v>
                </c:pt>
                <c:pt idx="4168">
                  <c:v>89.272224218619101</c:v>
                </c:pt>
                <c:pt idx="4169">
                  <c:v>93.908328240318895</c:v>
                </c:pt>
                <c:pt idx="4170">
                  <c:v>80.808593560403096</c:v>
                </c:pt>
                <c:pt idx="4171">
                  <c:v>99.935131476484401</c:v>
                </c:pt>
                <c:pt idx="4172">
                  <c:v>117.580323729117</c:v>
                </c:pt>
                <c:pt idx="4173">
                  <c:v>45.645673600310097</c:v>
                </c:pt>
                <c:pt idx="4174">
                  <c:v>98.488619838184604</c:v>
                </c:pt>
                <c:pt idx="4175">
                  <c:v>121.406026710714</c:v>
                </c:pt>
                <c:pt idx="4176">
                  <c:v>-17.829350017942399</c:v>
                </c:pt>
                <c:pt idx="4177">
                  <c:v>111.741129537322</c:v>
                </c:pt>
                <c:pt idx="4178">
                  <c:v>113.83864004166399</c:v>
                </c:pt>
                <c:pt idx="4179">
                  <c:v>182.51010291164599</c:v>
                </c:pt>
                <c:pt idx="4180">
                  <c:v>76.239659734576804</c:v>
                </c:pt>
                <c:pt idx="4181">
                  <c:v>95.031708405574093</c:v>
                </c:pt>
                <c:pt idx="4182">
                  <c:v>96.459041289862398</c:v>
                </c:pt>
                <c:pt idx="4183">
                  <c:v>100.57048242177299</c:v>
                </c:pt>
                <c:pt idx="4184">
                  <c:v>109.45409416356399</c:v>
                </c:pt>
                <c:pt idx="4185">
                  <c:v>74.773607442076298</c:v>
                </c:pt>
                <c:pt idx="4186">
                  <c:v>83.409349981269699</c:v>
                </c:pt>
                <c:pt idx="4187">
                  <c:v>80.808593560403096</c:v>
                </c:pt>
                <c:pt idx="4188">
                  <c:v>98.030166053094007</c:v>
                </c:pt>
                <c:pt idx="4189">
                  <c:v>73.024591243690296</c:v>
                </c:pt>
                <c:pt idx="4190">
                  <c:v>120.143015205202</c:v>
                </c:pt>
                <c:pt idx="4191">
                  <c:v>130.971886248819</c:v>
                </c:pt>
                <c:pt idx="4192">
                  <c:v>-34.9996927271768</c:v>
                </c:pt>
                <c:pt idx="4193">
                  <c:v>85.687516430059006</c:v>
                </c:pt>
                <c:pt idx="4194">
                  <c:v>148.09503858653599</c:v>
                </c:pt>
                <c:pt idx="4195">
                  <c:v>122.790143788224</c:v>
                </c:pt>
                <c:pt idx="4196">
                  <c:v>104.15065964663501</c:v>
                </c:pt>
                <c:pt idx="4197">
                  <c:v>120.606036609179</c:v>
                </c:pt>
                <c:pt idx="4198">
                  <c:v>137.405547459709</c:v>
                </c:pt>
                <c:pt idx="4199">
                  <c:v>103.23151257503601</c:v>
                </c:pt>
                <c:pt idx="4200">
                  <c:v>70.651595656131505</c:v>
                </c:pt>
                <c:pt idx="4201">
                  <c:v>85.687516430059006</c:v>
                </c:pt>
                <c:pt idx="4202">
                  <c:v>89.109157326156406</c:v>
                </c:pt>
                <c:pt idx="4203">
                  <c:v>117.829345396091</c:v>
                </c:pt>
                <c:pt idx="4204">
                  <c:v>157.49018632014</c:v>
                </c:pt>
                <c:pt idx="4205">
                  <c:v>116.67340795848899</c:v>
                </c:pt>
                <c:pt idx="4206">
                  <c:v>65.267877278654794</c:v>
                </c:pt>
                <c:pt idx="4207">
                  <c:v>47.274196614347602</c:v>
                </c:pt>
                <c:pt idx="4208">
                  <c:v>90.707729373765602</c:v>
                </c:pt>
                <c:pt idx="4209">
                  <c:v>78.860026826614501</c:v>
                </c:pt>
                <c:pt idx="4210">
                  <c:v>62.172800310299799</c:v>
                </c:pt>
                <c:pt idx="4211">
                  <c:v>38.602650108803502</c:v>
                </c:pt>
                <c:pt idx="4212">
                  <c:v>69.789319042304598</c:v>
                </c:pt>
                <c:pt idx="4213">
                  <c:v>65.267877278655703</c:v>
                </c:pt>
                <c:pt idx="4214">
                  <c:v>9.5201664875503393</c:v>
                </c:pt>
                <c:pt idx="4215">
                  <c:v>118.159723080585</c:v>
                </c:pt>
                <c:pt idx="4216">
                  <c:v>113.20917994781701</c:v>
                </c:pt>
                <c:pt idx="4217">
                  <c:v>9.9605643967079196</c:v>
                </c:pt>
                <c:pt idx="4218">
                  <c:v>92.536078532279106</c:v>
                </c:pt>
                <c:pt idx="4219">
                  <c:v>38.332215064709999</c:v>
                </c:pt>
                <c:pt idx="4220">
                  <c:v>85.612374739537699</c:v>
                </c:pt>
                <c:pt idx="4221">
                  <c:v>46.378359733381302</c:v>
                </c:pt>
                <c:pt idx="4222">
                  <c:v>60.582310109793902</c:v>
                </c:pt>
                <c:pt idx="4223">
                  <c:v>44.076453539468197</c:v>
                </c:pt>
                <c:pt idx="4224">
                  <c:v>49.515386080687598</c:v>
                </c:pt>
                <c:pt idx="4225">
                  <c:v>47.274196614347602</c:v>
                </c:pt>
                <c:pt idx="4226">
                  <c:v>13.6129997198186</c:v>
                </c:pt>
                <c:pt idx="4227">
                  <c:v>86.664590019278805</c:v>
                </c:pt>
                <c:pt idx="4228">
                  <c:v>43.693036726335698</c:v>
                </c:pt>
                <c:pt idx="4229">
                  <c:v>41.799487830133302</c:v>
                </c:pt>
                <c:pt idx="4230">
                  <c:v>24.987190928315599</c:v>
                </c:pt>
                <c:pt idx="4231">
                  <c:v>64.364698255327298</c:v>
                </c:pt>
                <c:pt idx="4232">
                  <c:v>40.628108183521299</c:v>
                </c:pt>
                <c:pt idx="4233">
                  <c:v>31.649546965967598</c:v>
                </c:pt>
                <c:pt idx="4234">
                  <c:v>59.1785776266724</c:v>
                </c:pt>
                <c:pt idx="4235">
                  <c:v>85.687516430059006</c:v>
                </c:pt>
                <c:pt idx="4236">
                  <c:v>25.874334810914601</c:v>
                </c:pt>
                <c:pt idx="4237">
                  <c:v>65.267877278654794</c:v>
                </c:pt>
                <c:pt idx="4238">
                  <c:v>9.07985749377894</c:v>
                </c:pt>
                <c:pt idx="4239">
                  <c:v>11.093424636554101</c:v>
                </c:pt>
                <c:pt idx="4240">
                  <c:v>-15.3572112974934</c:v>
                </c:pt>
                <c:pt idx="4241">
                  <c:v>69.185925435859602</c:v>
                </c:pt>
                <c:pt idx="4242">
                  <c:v>22.401740298230798</c:v>
                </c:pt>
                <c:pt idx="4243">
                  <c:v>23.509416479721899</c:v>
                </c:pt>
                <c:pt idx="4244">
                  <c:v>43.693036726335698</c:v>
                </c:pt>
                <c:pt idx="4245">
                  <c:v>-36.478305975941097</c:v>
                </c:pt>
                <c:pt idx="4246">
                  <c:v>-4.8959450442043799</c:v>
                </c:pt>
                <c:pt idx="4247">
                  <c:v>-27.085366002986099</c:v>
                </c:pt>
                <c:pt idx="4248">
                  <c:v>17.019045448817401</c:v>
                </c:pt>
                <c:pt idx="4249">
                  <c:v>-35.153762211959403</c:v>
                </c:pt>
                <c:pt idx="4250">
                  <c:v>14.1287258647471</c:v>
                </c:pt>
                <c:pt idx="4251">
                  <c:v>-35.369441017095497</c:v>
                </c:pt>
                <c:pt idx="4252">
                  <c:v>39.0276867803559</c:v>
                </c:pt>
                <c:pt idx="4253">
                  <c:v>13.781074857712101</c:v>
                </c:pt>
                <c:pt idx="4254">
                  <c:v>7.3195101342216704</c:v>
                </c:pt>
                <c:pt idx="4255">
                  <c:v>29.426509302288601</c:v>
                </c:pt>
                <c:pt idx="4256">
                  <c:v>60.755672372540097</c:v>
                </c:pt>
                <c:pt idx="4257">
                  <c:v>29.426509302288601</c:v>
                </c:pt>
                <c:pt idx="4258">
                  <c:v>-53.409846386372898</c:v>
                </c:pt>
                <c:pt idx="4259">
                  <c:v>31.649546965967598</c:v>
                </c:pt>
                <c:pt idx="4260">
                  <c:v>-8.4598995273436195</c:v>
                </c:pt>
                <c:pt idx="4261">
                  <c:v>12.944059652088001</c:v>
                </c:pt>
                <c:pt idx="4262">
                  <c:v>36.845417590658101</c:v>
                </c:pt>
                <c:pt idx="4263">
                  <c:v>-17.176979250967602</c:v>
                </c:pt>
                <c:pt idx="4264">
                  <c:v>-9.5346622772167393</c:v>
                </c:pt>
                <c:pt idx="4265">
                  <c:v>52.827985116144099</c:v>
                </c:pt>
                <c:pt idx="4266">
                  <c:v>-2.65554989676547</c:v>
                </c:pt>
                <c:pt idx="4267">
                  <c:v>2.9248526383107598</c:v>
                </c:pt>
                <c:pt idx="4268">
                  <c:v>11.7230457260839</c:v>
                </c:pt>
                <c:pt idx="4269">
                  <c:v>-6.6328040810312796</c:v>
                </c:pt>
                <c:pt idx="4270">
                  <c:v>14.663681690728399</c:v>
                </c:pt>
                <c:pt idx="4271">
                  <c:v>15.332560839015001</c:v>
                </c:pt>
                <c:pt idx="4272">
                  <c:v>-6.8314758645856202</c:v>
                </c:pt>
                <c:pt idx="4273">
                  <c:v>15.504591455316501</c:v>
                </c:pt>
                <c:pt idx="4274">
                  <c:v>-10.206118954994899</c:v>
                </c:pt>
                <c:pt idx="4275">
                  <c:v>1.16946949504472</c:v>
                </c:pt>
                <c:pt idx="4276">
                  <c:v>-2.1910626241706201</c:v>
                </c:pt>
                <c:pt idx="4277">
                  <c:v>-37.309580920372298</c:v>
                </c:pt>
                <c:pt idx="4278">
                  <c:v>-21.088260826807499</c:v>
                </c:pt>
                <c:pt idx="4279">
                  <c:v>-42.689719505020499</c:v>
                </c:pt>
                <c:pt idx="4280">
                  <c:v>-85.252593641352107</c:v>
                </c:pt>
                <c:pt idx="4281">
                  <c:v>-40.539274891096198</c:v>
                </c:pt>
                <c:pt idx="4282">
                  <c:v>-59.511721303932902</c:v>
                </c:pt>
                <c:pt idx="4283">
                  <c:v>-18.5210438814883</c:v>
                </c:pt>
                <c:pt idx="4284">
                  <c:v>18.8552722964168</c:v>
                </c:pt>
                <c:pt idx="4285">
                  <c:v>9.07985749377894</c:v>
                </c:pt>
                <c:pt idx="4286">
                  <c:v>-14.5655312108719</c:v>
                </c:pt>
                <c:pt idx="4287">
                  <c:v>-47.903308112136003</c:v>
                </c:pt>
                <c:pt idx="4288">
                  <c:v>-13.615133490759</c:v>
                </c:pt>
                <c:pt idx="4289">
                  <c:v>-64.015968174977303</c:v>
                </c:pt>
                <c:pt idx="4290">
                  <c:v>-36.231940774297001</c:v>
                </c:pt>
                <c:pt idx="4291">
                  <c:v>-1.46095358368893</c:v>
                </c:pt>
                <c:pt idx="4292">
                  <c:v>-29.538538786401599</c:v>
                </c:pt>
                <c:pt idx="4293">
                  <c:v>-59.816360364647103</c:v>
                </c:pt>
                <c:pt idx="4294">
                  <c:v>-11.2373161103369</c:v>
                </c:pt>
                <c:pt idx="4295">
                  <c:v>-26.147948285898501</c:v>
                </c:pt>
                <c:pt idx="4296">
                  <c:v>-51.270089851069301</c:v>
                </c:pt>
                <c:pt idx="4297">
                  <c:v>29.426509302287698</c:v>
                </c:pt>
                <c:pt idx="4298">
                  <c:v>-41.973143015778</c:v>
                </c:pt>
                <c:pt idx="4299">
                  <c:v>-35.369441017093699</c:v>
                </c:pt>
                <c:pt idx="4300">
                  <c:v>24.987190928315599</c:v>
                </c:pt>
                <c:pt idx="4301">
                  <c:v>-75.295824559076195</c:v>
                </c:pt>
                <c:pt idx="4302">
                  <c:v>8.7863675487369601</c:v>
                </c:pt>
                <c:pt idx="4303">
                  <c:v>-66.203807337033993</c:v>
                </c:pt>
                <c:pt idx="4304">
                  <c:v>-22.863783837869899</c:v>
                </c:pt>
                <c:pt idx="4305">
                  <c:v>-57.682978473274403</c:v>
                </c:pt>
                <c:pt idx="4306">
                  <c:v>-76.202905131983201</c:v>
                </c:pt>
                <c:pt idx="4307">
                  <c:v>-125.949633786745</c:v>
                </c:pt>
                <c:pt idx="4308">
                  <c:v>-50.352399103709999</c:v>
                </c:pt>
                <c:pt idx="4309">
                  <c:v>-53.550854418894197</c:v>
                </c:pt>
                <c:pt idx="4310">
                  <c:v>-92.824781985924304</c:v>
                </c:pt>
                <c:pt idx="4311">
                  <c:v>-20.496096147428901</c:v>
                </c:pt>
                <c:pt idx="4312">
                  <c:v>-24.4971057835055</c:v>
                </c:pt>
                <c:pt idx="4313">
                  <c:v>-34.075044829752102</c:v>
                </c:pt>
                <c:pt idx="4314">
                  <c:v>-15.4363634121546</c:v>
                </c:pt>
                <c:pt idx="4315">
                  <c:v>-53.409846386372898</c:v>
                </c:pt>
                <c:pt idx="4316">
                  <c:v>-11.296793309893401</c:v>
                </c:pt>
                <c:pt idx="4317">
                  <c:v>-42.382644472506399</c:v>
                </c:pt>
                <c:pt idx="4318">
                  <c:v>-66.203807337033993</c:v>
                </c:pt>
                <c:pt idx="4319">
                  <c:v>-121.60421403877901</c:v>
                </c:pt>
                <c:pt idx="4320">
                  <c:v>-14.5655312108719</c:v>
                </c:pt>
                <c:pt idx="4321">
                  <c:v>-45.696740741476702</c:v>
                </c:pt>
                <c:pt idx="4322">
                  <c:v>-14.5655312108719</c:v>
                </c:pt>
                <c:pt idx="4323">
                  <c:v>-54.835168295994599</c:v>
                </c:pt>
                <c:pt idx="4324">
                  <c:v>-64.380763135217407</c:v>
                </c:pt>
                <c:pt idx="4325">
                  <c:v>-82.089563150492694</c:v>
                </c:pt>
                <c:pt idx="4326">
                  <c:v>-54.835168295994599</c:v>
                </c:pt>
                <c:pt idx="4327">
                  <c:v>-99.951657088777196</c:v>
                </c:pt>
                <c:pt idx="4328">
                  <c:v>-135.23125404740799</c:v>
                </c:pt>
                <c:pt idx="4329">
                  <c:v>-153.67272404053199</c:v>
                </c:pt>
                <c:pt idx="4330">
                  <c:v>-74.690890343907</c:v>
                </c:pt>
                <c:pt idx="4331">
                  <c:v>-116.627065201403</c:v>
                </c:pt>
                <c:pt idx="4332">
                  <c:v>-53.409846386372898</c:v>
                </c:pt>
                <c:pt idx="4333">
                  <c:v>-96.600806758816304</c:v>
                </c:pt>
                <c:pt idx="4334">
                  <c:v>-37.955906735963197</c:v>
                </c:pt>
                <c:pt idx="4335">
                  <c:v>-58.5365856581938</c:v>
                </c:pt>
                <c:pt idx="4336">
                  <c:v>-73.8436948922417</c:v>
                </c:pt>
                <c:pt idx="4337">
                  <c:v>-43.487909837868699</c:v>
                </c:pt>
                <c:pt idx="4338">
                  <c:v>-99.672621123903795</c:v>
                </c:pt>
                <c:pt idx="4339">
                  <c:v>-49.128202084159</c:v>
                </c:pt>
                <c:pt idx="4340">
                  <c:v>-64.380763135217407</c:v>
                </c:pt>
                <c:pt idx="4341">
                  <c:v>-43.119551043650901</c:v>
                </c:pt>
                <c:pt idx="4342">
                  <c:v>-43.764137606816803</c:v>
                </c:pt>
                <c:pt idx="4343">
                  <c:v>-84.550103003853096</c:v>
                </c:pt>
                <c:pt idx="4344">
                  <c:v>-73.328104076514094</c:v>
                </c:pt>
                <c:pt idx="4345">
                  <c:v>-85.252593641351197</c:v>
                </c:pt>
                <c:pt idx="4346">
                  <c:v>-40.539274891096198</c:v>
                </c:pt>
                <c:pt idx="4347">
                  <c:v>-83.144427568146</c:v>
                </c:pt>
                <c:pt idx="4348">
                  <c:v>-84.198770936443907</c:v>
                </c:pt>
                <c:pt idx="4349">
                  <c:v>-47.903308112134198</c:v>
                </c:pt>
                <c:pt idx="4350">
                  <c:v>-26.941967417113101</c:v>
                </c:pt>
                <c:pt idx="4351">
                  <c:v>-49.128202084159</c:v>
                </c:pt>
                <c:pt idx="4352">
                  <c:v>-57.682978473274403</c:v>
                </c:pt>
                <c:pt idx="4353">
                  <c:v>-45.696740741476702</c:v>
                </c:pt>
                <c:pt idx="4354">
                  <c:v>-99.951657088777196</c:v>
                </c:pt>
                <c:pt idx="4355">
                  <c:v>-40.539274891096198</c:v>
                </c:pt>
                <c:pt idx="4356">
                  <c:v>-72.5722722976152</c:v>
                </c:pt>
                <c:pt idx="4357">
                  <c:v>-104.13280661554199</c:v>
                </c:pt>
                <c:pt idx="4358">
                  <c:v>-78.921839736058203</c:v>
                </c:pt>
                <c:pt idx="4359">
                  <c:v>-148.420211944909</c:v>
                </c:pt>
                <c:pt idx="4360">
                  <c:v>-68.328733920311606</c:v>
                </c:pt>
                <c:pt idx="4361">
                  <c:v>-91.564617505503506</c:v>
                </c:pt>
                <c:pt idx="4362">
                  <c:v>-104.325584248469</c:v>
                </c:pt>
                <c:pt idx="4363">
                  <c:v>-59.816360364647103</c:v>
                </c:pt>
                <c:pt idx="4364">
                  <c:v>-27.591402666120299</c:v>
                </c:pt>
                <c:pt idx="4365">
                  <c:v>-84.349348905498104</c:v>
                </c:pt>
                <c:pt idx="4366">
                  <c:v>-65.069650968027403</c:v>
                </c:pt>
                <c:pt idx="4367">
                  <c:v>-69.845249068955994</c:v>
                </c:pt>
                <c:pt idx="4368">
                  <c:v>-64.7860180818315</c:v>
                </c:pt>
                <c:pt idx="4369">
                  <c:v>-45.042508461178798</c:v>
                </c:pt>
                <c:pt idx="4370">
                  <c:v>-46.064659065701498</c:v>
                </c:pt>
                <c:pt idx="4371">
                  <c:v>-68.328733920311606</c:v>
                </c:pt>
                <c:pt idx="4372">
                  <c:v>-25.735355746315602</c:v>
                </c:pt>
                <c:pt idx="4373">
                  <c:v>-49.128202084159</c:v>
                </c:pt>
                <c:pt idx="4374">
                  <c:v>-21.088260826807499</c:v>
                </c:pt>
                <c:pt idx="4375">
                  <c:v>-104.13280661554199</c:v>
                </c:pt>
                <c:pt idx="4376">
                  <c:v>-82.089563150492694</c:v>
                </c:pt>
                <c:pt idx="4377">
                  <c:v>-83.9879439282021</c:v>
                </c:pt>
                <c:pt idx="4378">
                  <c:v>-90.991568936801698</c:v>
                </c:pt>
                <c:pt idx="4379">
                  <c:v>-88.410941629631395</c:v>
                </c:pt>
                <c:pt idx="4380">
                  <c:v>-43.815287010703202</c:v>
                </c:pt>
                <c:pt idx="4381">
                  <c:v>-84.801019069208394</c:v>
                </c:pt>
                <c:pt idx="4382">
                  <c:v>-24.8348806062031</c:v>
                </c:pt>
                <c:pt idx="4383">
                  <c:v>-93.600875876159904</c:v>
                </c:pt>
                <c:pt idx="4384">
                  <c:v>-43.764137606816803</c:v>
                </c:pt>
                <c:pt idx="4385">
                  <c:v>-31.915991989260799</c:v>
                </c:pt>
                <c:pt idx="4386">
                  <c:v>-69.390407276417093</c:v>
                </c:pt>
                <c:pt idx="4387">
                  <c:v>-95.762268843732201</c:v>
                </c:pt>
                <c:pt idx="4388">
                  <c:v>-95.882080206030807</c:v>
                </c:pt>
                <c:pt idx="4389">
                  <c:v>-78.793752124822205</c:v>
                </c:pt>
                <c:pt idx="4390">
                  <c:v>-14.5655312108719</c:v>
                </c:pt>
                <c:pt idx="4391">
                  <c:v>-71.838415460774698</c:v>
                </c:pt>
                <c:pt idx="4392">
                  <c:v>-18.916198407058801</c:v>
                </c:pt>
                <c:pt idx="4393">
                  <c:v>-49.128202084159902</c:v>
                </c:pt>
                <c:pt idx="4394">
                  <c:v>-46.269030972050103</c:v>
                </c:pt>
                <c:pt idx="4395">
                  <c:v>-82.0192203203232</c:v>
                </c:pt>
                <c:pt idx="4396">
                  <c:v>-30.6588219808772</c:v>
                </c:pt>
                <c:pt idx="4397">
                  <c:v>-53.776448030532201</c:v>
                </c:pt>
                <c:pt idx="4398">
                  <c:v>-53.409846386372898</c:v>
                </c:pt>
                <c:pt idx="4399">
                  <c:v>-61.663577550516401</c:v>
                </c:pt>
                <c:pt idx="4400">
                  <c:v>-42.364032457991001</c:v>
                </c:pt>
                <c:pt idx="4401">
                  <c:v>-66.203807337033993</c:v>
                </c:pt>
                <c:pt idx="4402">
                  <c:v>-87.960035349578902</c:v>
                </c:pt>
                <c:pt idx="4403">
                  <c:v>-70.837295897543299</c:v>
                </c:pt>
                <c:pt idx="4404">
                  <c:v>-7.0868843236348704</c:v>
                </c:pt>
                <c:pt idx="4405">
                  <c:v>-63.651111137824898</c:v>
                </c:pt>
                <c:pt idx="4406">
                  <c:v>-67.266534071095506</c:v>
                </c:pt>
                <c:pt idx="4407">
                  <c:v>-56.615492083182197</c:v>
                </c:pt>
                <c:pt idx="4408">
                  <c:v>-46.984179899942298</c:v>
                </c:pt>
                <c:pt idx="4409">
                  <c:v>-52.798704663396997</c:v>
                </c:pt>
                <c:pt idx="4410">
                  <c:v>-20.364482005787</c:v>
                </c:pt>
                <c:pt idx="4411">
                  <c:v>-39.247977661114398</c:v>
                </c:pt>
                <c:pt idx="4412">
                  <c:v>-78.921839736058203</c:v>
                </c:pt>
                <c:pt idx="4413">
                  <c:v>-45.228390117759702</c:v>
                </c:pt>
                <c:pt idx="4414">
                  <c:v>-37.015732435976098</c:v>
                </c:pt>
                <c:pt idx="4415">
                  <c:v>-45.911367404075399</c:v>
                </c:pt>
                <c:pt idx="4416">
                  <c:v>-31.915991989262601</c:v>
                </c:pt>
                <c:pt idx="4417">
                  <c:v>-53.776448030532201</c:v>
                </c:pt>
                <c:pt idx="4418">
                  <c:v>-49.128202084159902</c:v>
                </c:pt>
                <c:pt idx="4419">
                  <c:v>-93.503023378253602</c:v>
                </c:pt>
                <c:pt idx="4420">
                  <c:v>-46.984179899942298</c:v>
                </c:pt>
                <c:pt idx="4421">
                  <c:v>-49.787471660337303</c:v>
                </c:pt>
                <c:pt idx="4422">
                  <c:v>-37.309580920372298</c:v>
                </c:pt>
                <c:pt idx="4423">
                  <c:v>-50.199412570523201</c:v>
                </c:pt>
                <c:pt idx="4424">
                  <c:v>-55.242229540433001</c:v>
                </c:pt>
                <c:pt idx="4425">
                  <c:v>-25.8424786807945</c:v>
                </c:pt>
                <c:pt idx="4426">
                  <c:v>-49.128202084159</c:v>
                </c:pt>
                <c:pt idx="4427">
                  <c:v>-20.157643623330799</c:v>
                </c:pt>
                <c:pt idx="4428">
                  <c:v>-85.991327736254703</c:v>
                </c:pt>
                <c:pt idx="4429">
                  <c:v>-49.556750288893397</c:v>
                </c:pt>
                <c:pt idx="4430">
                  <c:v>-9.3331847758927307</c:v>
                </c:pt>
                <c:pt idx="4431">
                  <c:v>-64.502347663166802</c:v>
                </c:pt>
                <c:pt idx="4432">
                  <c:v>-2.7749734484495998</c:v>
                </c:pt>
                <c:pt idx="4433">
                  <c:v>-86.210162791298899</c:v>
                </c:pt>
                <c:pt idx="4434">
                  <c:v>-6.7122749744266903</c:v>
                </c:pt>
                <c:pt idx="4435">
                  <c:v>-45.228390117761499</c:v>
                </c:pt>
                <c:pt idx="4436">
                  <c:v>24.987190928315599</c:v>
                </c:pt>
                <c:pt idx="4437">
                  <c:v>-37.829368674565501</c:v>
                </c:pt>
                <c:pt idx="4438">
                  <c:v>-20.364482005787</c:v>
                </c:pt>
                <c:pt idx="4439">
                  <c:v>-19.847349011042699</c:v>
                </c:pt>
                <c:pt idx="4440">
                  <c:v>-19.495628042333902</c:v>
                </c:pt>
                <c:pt idx="4441">
                  <c:v>-21.172842564590599</c:v>
                </c:pt>
                <c:pt idx="4442">
                  <c:v>-17.466946056755599</c:v>
                </c:pt>
                <c:pt idx="4443">
                  <c:v>0.73084479022782001</c:v>
                </c:pt>
                <c:pt idx="4444">
                  <c:v>-3.9872105644253599</c:v>
                </c:pt>
                <c:pt idx="4445">
                  <c:v>2.0807417768846701</c:v>
                </c:pt>
                <c:pt idx="4446">
                  <c:v>-57.682978473274403</c:v>
                </c:pt>
                <c:pt idx="4447">
                  <c:v>-66.841506625601994</c:v>
                </c:pt>
                <c:pt idx="4448">
                  <c:v>1.35747857279511</c:v>
                </c:pt>
                <c:pt idx="4449">
                  <c:v>-28.457013019031301</c:v>
                </c:pt>
                <c:pt idx="4450">
                  <c:v>-36.231940774295197</c:v>
                </c:pt>
                <c:pt idx="4451">
                  <c:v>15.031539866746201</c:v>
                </c:pt>
                <c:pt idx="4452">
                  <c:v>-27.591402666120299</c:v>
                </c:pt>
                <c:pt idx="4453">
                  <c:v>-38.817373353189303</c:v>
                </c:pt>
                <c:pt idx="4454">
                  <c:v>-16.198054806881299</c:v>
                </c:pt>
                <c:pt idx="4455">
                  <c:v>-13.6321085307345</c:v>
                </c:pt>
                <c:pt idx="4456">
                  <c:v>4.6816519841968303</c:v>
                </c:pt>
                <c:pt idx="4457">
                  <c:v>-36.5635796850883</c:v>
                </c:pt>
                <c:pt idx="4458">
                  <c:v>-17.236293799048301</c:v>
                </c:pt>
                <c:pt idx="4459">
                  <c:v>-8.9589626698143494</c:v>
                </c:pt>
                <c:pt idx="4460">
                  <c:v>-18.481524465097198</c:v>
                </c:pt>
                <c:pt idx="4461">
                  <c:v>-21.088260826807499</c:v>
                </c:pt>
                <c:pt idx="4462">
                  <c:v>-42.382644472506399</c:v>
                </c:pt>
                <c:pt idx="4463">
                  <c:v>-8.0231251858376709</c:v>
                </c:pt>
                <c:pt idx="4464">
                  <c:v>21.361706734443</c:v>
                </c:pt>
                <c:pt idx="4465">
                  <c:v>-12.5545830446226</c:v>
                </c:pt>
                <c:pt idx="4466">
                  <c:v>0.41759554075997501</c:v>
                </c:pt>
                <c:pt idx="4467">
                  <c:v>20.036233051305299</c:v>
                </c:pt>
                <c:pt idx="4468">
                  <c:v>-85.738797849665303</c:v>
                </c:pt>
                <c:pt idx="4469">
                  <c:v>23.087378464454499</c:v>
                </c:pt>
                <c:pt idx="4470">
                  <c:v>15.795751065826099</c:v>
                </c:pt>
                <c:pt idx="4471">
                  <c:v>-37.309580920372298</c:v>
                </c:pt>
                <c:pt idx="4472">
                  <c:v>18.676682512048501</c:v>
                </c:pt>
                <c:pt idx="4473">
                  <c:v>9.8347273480940203</c:v>
                </c:pt>
                <c:pt idx="4474">
                  <c:v>42.798657527448</c:v>
                </c:pt>
                <c:pt idx="4475">
                  <c:v>29.93443340072</c:v>
                </c:pt>
                <c:pt idx="4476">
                  <c:v>-26.3542150468529</c:v>
                </c:pt>
                <c:pt idx="4477">
                  <c:v>-24.342274699822099</c:v>
                </c:pt>
                <c:pt idx="4478">
                  <c:v>-55.508627872471997</c:v>
                </c:pt>
                <c:pt idx="4479">
                  <c:v>-58.339629504976003</c:v>
                </c:pt>
                <c:pt idx="4480">
                  <c:v>-55.575222294327403</c:v>
                </c:pt>
                <c:pt idx="4481">
                  <c:v>-37.8896258200147</c:v>
                </c:pt>
                <c:pt idx="4482">
                  <c:v>-16.431172154783699</c:v>
                </c:pt>
                <c:pt idx="4483">
                  <c:v>9.5201664875503393</c:v>
                </c:pt>
                <c:pt idx="4484">
                  <c:v>0</c:v>
                </c:pt>
                <c:pt idx="4485">
                  <c:v>0.793500050764123</c:v>
                </c:pt>
                <c:pt idx="4486">
                  <c:v>-11.9509349513191</c:v>
                </c:pt>
                <c:pt idx="4487">
                  <c:v>17.019045448821</c:v>
                </c:pt>
                <c:pt idx="4488">
                  <c:v>50.032907962473402</c:v>
                </c:pt>
                <c:pt idx="4489">
                  <c:v>-34.506596466866498</c:v>
                </c:pt>
                <c:pt idx="4490">
                  <c:v>34.988336206465597</c:v>
                </c:pt>
                <c:pt idx="4491">
                  <c:v>-47.479143862451501</c:v>
                </c:pt>
                <c:pt idx="4492">
                  <c:v>-1.2032095213517</c:v>
                </c:pt>
                <c:pt idx="4493">
                  <c:v>0.41759554075997501</c:v>
                </c:pt>
                <c:pt idx="4494">
                  <c:v>-9.6605762226354202</c:v>
                </c:pt>
                <c:pt idx="4495">
                  <c:v>-33.643406916819004</c:v>
                </c:pt>
                <c:pt idx="4496">
                  <c:v>7.3195101342216704</c:v>
                </c:pt>
                <c:pt idx="4497">
                  <c:v>6.06298895366489</c:v>
                </c:pt>
                <c:pt idx="4498">
                  <c:v>20.556859028785698</c:v>
                </c:pt>
                <c:pt idx="4499">
                  <c:v>-8.0231251858376709</c:v>
                </c:pt>
                <c:pt idx="4500">
                  <c:v>28.059606405670799</c:v>
                </c:pt>
                <c:pt idx="4501">
                  <c:v>-64.786018081833305</c:v>
                </c:pt>
                <c:pt idx="4502">
                  <c:v>-66.203807337033993</c:v>
                </c:pt>
                <c:pt idx="4503">
                  <c:v>45.994541314051197</c:v>
                </c:pt>
                <c:pt idx="4504">
                  <c:v>-10.5417694348079</c:v>
                </c:pt>
                <c:pt idx="4505">
                  <c:v>-59.440035240550898</c:v>
                </c:pt>
                <c:pt idx="4506">
                  <c:v>-42.885108107047003</c:v>
                </c:pt>
                <c:pt idx="4507">
                  <c:v>-24.249370731695301</c:v>
                </c:pt>
                <c:pt idx="4508">
                  <c:v>-48.688576775239198</c:v>
                </c:pt>
                <c:pt idx="4509">
                  <c:v>-71.300093803704797</c:v>
                </c:pt>
                <c:pt idx="4510">
                  <c:v>-43.6106821078792</c:v>
                </c:pt>
                <c:pt idx="4511">
                  <c:v>-53.409846386372898</c:v>
                </c:pt>
                <c:pt idx="4512">
                  <c:v>-83.847381017551896</c:v>
                </c:pt>
                <c:pt idx="4513">
                  <c:v>-81.456394235508895</c:v>
                </c:pt>
                <c:pt idx="4514">
                  <c:v>-37.955906735963197</c:v>
                </c:pt>
                <c:pt idx="4515">
                  <c:v>-43.6106821078792</c:v>
                </c:pt>
                <c:pt idx="4516">
                  <c:v>-40.539274891096198</c:v>
                </c:pt>
                <c:pt idx="4517">
                  <c:v>-68.165352837478096</c:v>
                </c:pt>
                <c:pt idx="4518">
                  <c:v>5.6282080563423698</c:v>
                </c:pt>
                <c:pt idx="4519">
                  <c:v>-49.439881971434197</c:v>
                </c:pt>
                <c:pt idx="4520">
                  <c:v>-49.787471660337303</c:v>
                </c:pt>
                <c:pt idx="4521">
                  <c:v>-52.554199316423301</c:v>
                </c:pt>
                <c:pt idx="4522">
                  <c:v>-40.539274891098998</c:v>
                </c:pt>
                <c:pt idx="4523">
                  <c:v>-73.728142237792696</c:v>
                </c:pt>
                <c:pt idx="4524">
                  <c:v>-47.479143862451501</c:v>
                </c:pt>
                <c:pt idx="4525">
                  <c:v>-72.5722722976152</c:v>
                </c:pt>
                <c:pt idx="4526">
                  <c:v>-27.591402666117499</c:v>
                </c:pt>
                <c:pt idx="4527">
                  <c:v>-52.554199316423301</c:v>
                </c:pt>
                <c:pt idx="4528">
                  <c:v>-54.187411888663497</c:v>
                </c:pt>
                <c:pt idx="4529">
                  <c:v>-52.283924207372301</c:v>
                </c:pt>
                <c:pt idx="4530">
                  <c:v>-63.418897058622797</c:v>
                </c:pt>
                <c:pt idx="4531">
                  <c:v>-57.682978473272598</c:v>
                </c:pt>
                <c:pt idx="4532">
                  <c:v>-118.010780869683</c:v>
                </c:pt>
                <c:pt idx="4533">
                  <c:v>-50.5713924664933</c:v>
                </c:pt>
                <c:pt idx="4534">
                  <c:v>-44.838020106368198</c:v>
                </c:pt>
                <c:pt idx="4535">
                  <c:v>-34.794249640041002</c:v>
                </c:pt>
                <c:pt idx="4536">
                  <c:v>-42.057458500575102</c:v>
                </c:pt>
                <c:pt idx="4537">
                  <c:v>-41.121561933177802</c:v>
                </c:pt>
                <c:pt idx="4538">
                  <c:v>-61.947623703993401</c:v>
                </c:pt>
                <c:pt idx="4539">
                  <c:v>-33.486426280000103</c:v>
                </c:pt>
                <c:pt idx="4540">
                  <c:v>-34.455830163171399</c:v>
                </c:pt>
                <c:pt idx="4541">
                  <c:v>-44.224438524360203</c:v>
                </c:pt>
                <c:pt idx="4542">
                  <c:v>-59.479651518910899</c:v>
                </c:pt>
                <c:pt idx="4543">
                  <c:v>-63.801353907398102</c:v>
                </c:pt>
                <c:pt idx="4544">
                  <c:v>-34.075044829753097</c:v>
                </c:pt>
                <c:pt idx="4545">
                  <c:v>-66.203807337034903</c:v>
                </c:pt>
                <c:pt idx="4546">
                  <c:v>-32.275984051075199</c:v>
                </c:pt>
                <c:pt idx="4547">
                  <c:v>-78.921839736058203</c:v>
                </c:pt>
                <c:pt idx="4548">
                  <c:v>-62.722103910168698</c:v>
                </c:pt>
                <c:pt idx="4549">
                  <c:v>-29.663924412065999</c:v>
                </c:pt>
                <c:pt idx="4550">
                  <c:v>-73.707507178382002</c:v>
                </c:pt>
                <c:pt idx="4551">
                  <c:v>-37.955906735965002</c:v>
                </c:pt>
                <c:pt idx="4552">
                  <c:v>30.6965403849299</c:v>
                </c:pt>
                <c:pt idx="4553">
                  <c:v>-49.457862125815097</c:v>
                </c:pt>
                <c:pt idx="4554">
                  <c:v>20.003698043985398</c:v>
                </c:pt>
                <c:pt idx="4555">
                  <c:v>-47.6770975818471</c:v>
                </c:pt>
                <c:pt idx="4556">
                  <c:v>-31.3758913849605</c:v>
                </c:pt>
                <c:pt idx="4557">
                  <c:v>-34.8316043829509</c:v>
                </c:pt>
                <c:pt idx="4558">
                  <c:v>-49.9522574910552</c:v>
                </c:pt>
                <c:pt idx="4559">
                  <c:v>-5.8379352458860003</c:v>
                </c:pt>
                <c:pt idx="4560">
                  <c:v>-32.029680174673501</c:v>
                </c:pt>
                <c:pt idx="4561">
                  <c:v>17.4609590496338</c:v>
                </c:pt>
                <c:pt idx="4562">
                  <c:v>-61.095372392491299</c:v>
                </c:pt>
                <c:pt idx="4563">
                  <c:v>-40.539274891096198</c:v>
                </c:pt>
                <c:pt idx="4564">
                  <c:v>-41.030994278783503</c:v>
                </c:pt>
                <c:pt idx="4565">
                  <c:v>-40.539274891095303</c:v>
                </c:pt>
                <c:pt idx="4566">
                  <c:v>9.3200150148868399</c:v>
                </c:pt>
                <c:pt idx="4567">
                  <c:v>-11.8132373056705</c:v>
                </c:pt>
                <c:pt idx="4568">
                  <c:v>58.503024900267498</c:v>
                </c:pt>
                <c:pt idx="4569">
                  <c:v>-42.689719505020499</c:v>
                </c:pt>
                <c:pt idx="4570">
                  <c:v>-32.995788223659403</c:v>
                </c:pt>
                <c:pt idx="4571">
                  <c:v>-36.231940774295197</c:v>
                </c:pt>
                <c:pt idx="4572">
                  <c:v>-46.984179899942298</c:v>
                </c:pt>
                <c:pt idx="4573">
                  <c:v>-12.4265505111088</c:v>
                </c:pt>
                <c:pt idx="4574">
                  <c:v>-29.1986889946938</c:v>
                </c:pt>
                <c:pt idx="4575">
                  <c:v>-45.374760630443198</c:v>
                </c:pt>
                <c:pt idx="4576">
                  <c:v>-33.486426280000103</c:v>
                </c:pt>
                <c:pt idx="4577">
                  <c:v>-25.859141771610599</c:v>
                </c:pt>
                <c:pt idx="4578">
                  <c:v>26.761838370739401</c:v>
                </c:pt>
                <c:pt idx="4579">
                  <c:v>-0.58449915737310199</c:v>
                </c:pt>
                <c:pt idx="4580">
                  <c:v>-4.4921099507764604</c:v>
                </c:pt>
                <c:pt idx="4581">
                  <c:v>-47.413155243296302</c:v>
                </c:pt>
                <c:pt idx="4582">
                  <c:v>-15.6540168305946</c:v>
                </c:pt>
                <c:pt idx="4583">
                  <c:v>-30.835655721740199</c:v>
                </c:pt>
                <c:pt idx="4584">
                  <c:v>-4.3799202205382199</c:v>
                </c:pt>
                <c:pt idx="4585">
                  <c:v>-31.915991989260799</c:v>
                </c:pt>
                <c:pt idx="4586">
                  <c:v>-30.142848244620801</c:v>
                </c:pt>
                <c:pt idx="4587">
                  <c:v>-27.591402666120299</c:v>
                </c:pt>
                <c:pt idx="4588">
                  <c:v>-38.817373353190298</c:v>
                </c:pt>
                <c:pt idx="4589">
                  <c:v>-49.128202084159</c:v>
                </c:pt>
                <c:pt idx="4590">
                  <c:v>-49.907317152731501</c:v>
                </c:pt>
                <c:pt idx="4591">
                  <c:v>-2.5873049227184302</c:v>
                </c:pt>
                <c:pt idx="4592">
                  <c:v>33.8748415206746</c:v>
                </c:pt>
                <c:pt idx="4593">
                  <c:v>38.890023848965001</c:v>
                </c:pt>
                <c:pt idx="4594">
                  <c:v>-5.3234533814729703</c:v>
                </c:pt>
                <c:pt idx="4595">
                  <c:v>-32.409680108769798</c:v>
                </c:pt>
                <c:pt idx="4596">
                  <c:v>-26.5921907153006</c:v>
                </c:pt>
                <c:pt idx="4597">
                  <c:v>-36.231940774297001</c:v>
                </c:pt>
                <c:pt idx="4598">
                  <c:v>-49.740387675811597</c:v>
                </c:pt>
                <c:pt idx="4599">
                  <c:v>36.4208032489177</c:v>
                </c:pt>
                <c:pt idx="4600">
                  <c:v>-40.208246756670597</c:v>
                </c:pt>
                <c:pt idx="4601">
                  <c:v>-28.132449747710702</c:v>
                </c:pt>
                <c:pt idx="4602">
                  <c:v>-1.46095358368893</c:v>
                </c:pt>
                <c:pt idx="4603">
                  <c:v>-27.591402666120299</c:v>
                </c:pt>
                <c:pt idx="4604">
                  <c:v>-13.615133490759</c:v>
                </c:pt>
                <c:pt idx="4605">
                  <c:v>-27.591402666120299</c:v>
                </c:pt>
                <c:pt idx="4606">
                  <c:v>-24.084198272768798</c:v>
                </c:pt>
                <c:pt idx="4607">
                  <c:v>-37.955906735963197</c:v>
                </c:pt>
                <c:pt idx="4608">
                  <c:v>-26.072937313892901</c:v>
                </c:pt>
                <c:pt idx="4609">
                  <c:v>-3.3378818719647798</c:v>
                </c:pt>
                <c:pt idx="4610">
                  <c:v>2.4084165445783499</c:v>
                </c:pt>
                <c:pt idx="4611">
                  <c:v>-35.7780365007483</c:v>
                </c:pt>
                <c:pt idx="4612">
                  <c:v>2.9248526383125801</c:v>
                </c:pt>
                <c:pt idx="4613">
                  <c:v>35.245376812395001</c:v>
                </c:pt>
                <c:pt idx="4614">
                  <c:v>-41.1259725983927</c:v>
                </c:pt>
                <c:pt idx="4615">
                  <c:v>-12.241601291449999</c:v>
                </c:pt>
                <c:pt idx="4616">
                  <c:v>-30.372489047561402</c:v>
                </c:pt>
                <c:pt idx="4617">
                  <c:v>1.16946949504472</c:v>
                </c:pt>
                <c:pt idx="4618">
                  <c:v>-33.355600364410698</c:v>
                </c:pt>
                <c:pt idx="4619">
                  <c:v>-35.217199391816301</c:v>
                </c:pt>
                <c:pt idx="4620">
                  <c:v>-41.551516105069801</c:v>
                </c:pt>
                <c:pt idx="4621">
                  <c:v>-51.270089851069301</c:v>
                </c:pt>
                <c:pt idx="4622">
                  <c:v>6.2200144883354298</c:v>
                </c:pt>
                <c:pt idx="4623">
                  <c:v>48.394505991080202</c:v>
                </c:pt>
                <c:pt idx="4624">
                  <c:v>41.681195187418702</c:v>
                </c:pt>
                <c:pt idx="4625">
                  <c:v>27.205725097976</c:v>
                </c:pt>
                <c:pt idx="4626">
                  <c:v>29.426509302288601</c:v>
                </c:pt>
                <c:pt idx="4627">
                  <c:v>38.332215064709999</c:v>
                </c:pt>
                <c:pt idx="4628">
                  <c:v>-18.295208936235198</c:v>
                </c:pt>
                <c:pt idx="4629">
                  <c:v>23.3247648300493</c:v>
                </c:pt>
                <c:pt idx="4630">
                  <c:v>-59.714818815504202</c:v>
                </c:pt>
                <c:pt idx="4631">
                  <c:v>-16.102058024403</c:v>
                </c:pt>
                <c:pt idx="4632">
                  <c:v>-5.1651267643764998</c:v>
                </c:pt>
                <c:pt idx="4633">
                  <c:v>-9.5346622772167393</c:v>
                </c:pt>
                <c:pt idx="4634">
                  <c:v>13.4869518584737</c:v>
                </c:pt>
                <c:pt idx="4635">
                  <c:v>-31.195827839601399</c:v>
                </c:pt>
                <c:pt idx="4636">
                  <c:v>-33.084688564044797</c:v>
                </c:pt>
                <c:pt idx="4637">
                  <c:v>-52.554199316423301</c:v>
                </c:pt>
                <c:pt idx="4638">
                  <c:v>-44.086358576693698</c:v>
                </c:pt>
                <c:pt idx="4639">
                  <c:v>-10.206118954994899</c:v>
                </c:pt>
                <c:pt idx="4640">
                  <c:v>40.117702230576398</c:v>
                </c:pt>
                <c:pt idx="4641">
                  <c:v>-23.691863150211201</c:v>
                </c:pt>
                <c:pt idx="4642">
                  <c:v>-51.659294921968403</c:v>
                </c:pt>
                <c:pt idx="4643">
                  <c:v>-42.259802205909999</c:v>
                </c:pt>
                <c:pt idx="4644">
                  <c:v>-46.008917906033197</c:v>
                </c:pt>
                <c:pt idx="4645">
                  <c:v>-27.591402666120299</c:v>
                </c:pt>
                <c:pt idx="4646">
                  <c:v>-50.734817836640097</c:v>
                </c:pt>
                <c:pt idx="4647">
                  <c:v>-64.895112094753998</c:v>
                </c:pt>
                <c:pt idx="4648">
                  <c:v>-4.4921099507764604</c:v>
                </c:pt>
                <c:pt idx="4649">
                  <c:v>-15.752942980539901</c:v>
                </c:pt>
                <c:pt idx="4650">
                  <c:v>-14.5655312108719</c:v>
                </c:pt>
                <c:pt idx="4651">
                  <c:v>-21.522412036208099</c:v>
                </c:pt>
                <c:pt idx="4652">
                  <c:v>-33.535483954956298</c:v>
                </c:pt>
                <c:pt idx="4653">
                  <c:v>-19.785284754309</c:v>
                </c:pt>
                <c:pt idx="4654">
                  <c:v>-18.125817280308102</c:v>
                </c:pt>
                <c:pt idx="4655">
                  <c:v>26.888653967732299</c:v>
                </c:pt>
                <c:pt idx="4656">
                  <c:v>-1.46095358368893</c:v>
                </c:pt>
                <c:pt idx="4657">
                  <c:v>-38.2210100353931</c:v>
                </c:pt>
                <c:pt idx="4658">
                  <c:v>9.8347273480940203</c:v>
                </c:pt>
                <c:pt idx="4659">
                  <c:v>-26.292337083919801</c:v>
                </c:pt>
                <c:pt idx="4660">
                  <c:v>-46.399075721373201</c:v>
                </c:pt>
                <c:pt idx="4661">
                  <c:v>-10.6424544596529</c:v>
                </c:pt>
                <c:pt idx="4662">
                  <c:v>17.834955770249501</c:v>
                </c:pt>
                <c:pt idx="4663">
                  <c:v>-40.539274891096198</c:v>
                </c:pt>
                <c:pt idx="4664">
                  <c:v>-19.311280876732699</c:v>
                </c:pt>
                <c:pt idx="4665">
                  <c:v>-35.153762211959403</c:v>
                </c:pt>
                <c:pt idx="4666">
                  <c:v>-68.907893720927802</c:v>
                </c:pt>
                <c:pt idx="4667">
                  <c:v>-18.983063582001702</c:v>
                </c:pt>
                <c:pt idx="4668">
                  <c:v>61.657375764075297</c:v>
                </c:pt>
                <c:pt idx="4669">
                  <c:v>-39.2479776611126</c:v>
                </c:pt>
                <c:pt idx="4670">
                  <c:v>0.41759554075997501</c:v>
                </c:pt>
                <c:pt idx="4671">
                  <c:v>-56.2595453452195</c:v>
                </c:pt>
                <c:pt idx="4672">
                  <c:v>-63.164538496817798</c:v>
                </c:pt>
                <c:pt idx="4673">
                  <c:v>-47.520385722076703</c:v>
                </c:pt>
                <c:pt idx="4674">
                  <c:v>-41.0454549158585</c:v>
                </c:pt>
                <c:pt idx="4675">
                  <c:v>-43.764137606816803</c:v>
                </c:pt>
                <c:pt idx="4676">
                  <c:v>-63.689811039595902</c:v>
                </c:pt>
                <c:pt idx="4677">
                  <c:v>-33.486426280000103</c:v>
                </c:pt>
                <c:pt idx="4678">
                  <c:v>-29.445857778959098</c:v>
                </c:pt>
                <c:pt idx="4679">
                  <c:v>-5.5015570405948804</c:v>
                </c:pt>
                <c:pt idx="4680">
                  <c:v>-40.539274891096198</c:v>
                </c:pt>
                <c:pt idx="4681">
                  <c:v>-31.915991989260799</c:v>
                </c:pt>
                <c:pt idx="4682">
                  <c:v>-13.9911647920962</c:v>
                </c:pt>
                <c:pt idx="4683">
                  <c:v>-11.660229673968299</c:v>
                </c:pt>
                <c:pt idx="4684">
                  <c:v>-52.554199316423301</c:v>
                </c:pt>
                <c:pt idx="4685">
                  <c:v>-11.7457352685187</c:v>
                </c:pt>
                <c:pt idx="4686">
                  <c:v>-12.8228171913451</c:v>
                </c:pt>
                <c:pt idx="4687">
                  <c:v>-9.9494100388983497</c:v>
                </c:pt>
                <c:pt idx="4688">
                  <c:v>-39.104452444868002</c:v>
                </c:pt>
                <c:pt idx="4689">
                  <c:v>-27.5914026661221</c:v>
                </c:pt>
                <c:pt idx="4690">
                  <c:v>19.6718686250533</c:v>
                </c:pt>
                <c:pt idx="4691">
                  <c:v>-35.839938159851897</c:v>
                </c:pt>
                <c:pt idx="4692">
                  <c:v>-66.431578869077299</c:v>
                </c:pt>
                <c:pt idx="4693">
                  <c:v>-45.696740741476702</c:v>
                </c:pt>
                <c:pt idx="4694">
                  <c:v>-59.389853571577</c:v>
                </c:pt>
                <c:pt idx="4695">
                  <c:v>-64.502347663168607</c:v>
                </c:pt>
                <c:pt idx="4696">
                  <c:v>-68.42986834573</c:v>
                </c:pt>
                <c:pt idx="4697">
                  <c:v>-37.668674724042802</c:v>
                </c:pt>
                <c:pt idx="4698">
                  <c:v>-60.308378288242203</c:v>
                </c:pt>
                <c:pt idx="4699">
                  <c:v>-38.817373353190298</c:v>
                </c:pt>
                <c:pt idx="4700">
                  <c:v>-32.779872159992898</c:v>
                </c:pt>
                <c:pt idx="4701">
                  <c:v>-57.553614441964697</c:v>
                </c:pt>
                <c:pt idx="4702">
                  <c:v>-111.28139377447</c:v>
                </c:pt>
                <c:pt idx="4703">
                  <c:v>-23.6712119628891</c:v>
                </c:pt>
                <c:pt idx="4704">
                  <c:v>-107.71011012644099</c:v>
                </c:pt>
                <c:pt idx="4705">
                  <c:v>40.564300952289997</c:v>
                </c:pt>
                <c:pt idx="4706">
                  <c:v>-73.480508387071495</c:v>
                </c:pt>
                <c:pt idx="4707">
                  <c:v>-64.608728468975599</c:v>
                </c:pt>
                <c:pt idx="4708">
                  <c:v>-58.170795562765299</c:v>
                </c:pt>
                <c:pt idx="4709">
                  <c:v>-94.938383098310595</c:v>
                </c:pt>
                <c:pt idx="4710">
                  <c:v>-84.349348905498104</c:v>
                </c:pt>
                <c:pt idx="4711">
                  <c:v>-88.320768002523394</c:v>
                </c:pt>
                <c:pt idx="4712">
                  <c:v>-43.978956942088097</c:v>
                </c:pt>
                <c:pt idx="4713">
                  <c:v>-82.300577736509695</c:v>
                </c:pt>
                <c:pt idx="4714">
                  <c:v>-50.117030699340802</c:v>
                </c:pt>
                <c:pt idx="4715">
                  <c:v>-109.97262111561299</c:v>
                </c:pt>
                <c:pt idx="4716">
                  <c:v>-76.384275076869898</c:v>
                </c:pt>
                <c:pt idx="4717">
                  <c:v>-83.987943928201204</c:v>
                </c:pt>
                <c:pt idx="4718">
                  <c:v>-33.643406916819004</c:v>
                </c:pt>
                <c:pt idx="4719">
                  <c:v>-58.902313438445098</c:v>
                </c:pt>
                <c:pt idx="4720">
                  <c:v>-123.73369886014</c:v>
                </c:pt>
                <c:pt idx="4721">
                  <c:v>-34.075044829752102</c:v>
                </c:pt>
                <c:pt idx="4722">
                  <c:v>-34.999692727174903</c:v>
                </c:pt>
                <c:pt idx="4723">
                  <c:v>-75.687161413073198</c:v>
                </c:pt>
                <c:pt idx="4724">
                  <c:v>-49.128202084159</c:v>
                </c:pt>
                <c:pt idx="4725">
                  <c:v>-39.924467896814299</c:v>
                </c:pt>
                <c:pt idx="4726">
                  <c:v>-36.9926838033861</c:v>
                </c:pt>
                <c:pt idx="4727">
                  <c:v>-57.682978473274403</c:v>
                </c:pt>
                <c:pt idx="4728">
                  <c:v>-52.126248034799502</c:v>
                </c:pt>
                <c:pt idx="4729">
                  <c:v>-38.386683053396098</c:v>
                </c:pt>
                <c:pt idx="4730">
                  <c:v>-30.475423555177201</c:v>
                </c:pt>
                <c:pt idx="4731">
                  <c:v>-42.885108107047003</c:v>
                </c:pt>
                <c:pt idx="4732">
                  <c:v>-51.575899765459297</c:v>
                </c:pt>
                <c:pt idx="4733">
                  <c:v>-49.556750288893397</c:v>
                </c:pt>
                <c:pt idx="4734">
                  <c:v>-91.144396960251399</c:v>
                </c:pt>
                <c:pt idx="4735">
                  <c:v>-85.252593641351197</c:v>
                </c:pt>
                <c:pt idx="4736">
                  <c:v>-62.431706603155298</c:v>
                </c:pt>
                <c:pt idx="4737">
                  <c:v>-42.360966934299498</c:v>
                </c:pt>
                <c:pt idx="4738">
                  <c:v>-43.822726822821998</c:v>
                </c:pt>
                <c:pt idx="4739">
                  <c:v>-46.269030972048299</c:v>
                </c:pt>
                <c:pt idx="4740">
                  <c:v>-42.9967507821884</c:v>
                </c:pt>
                <c:pt idx="4741">
                  <c:v>-49.740387675812599</c:v>
                </c:pt>
                <c:pt idx="4742">
                  <c:v>-45.307111629985201</c:v>
                </c:pt>
                <c:pt idx="4743">
                  <c:v>-61.726292274207402</c:v>
                </c:pt>
                <c:pt idx="4744">
                  <c:v>-74.690890343908904</c:v>
                </c:pt>
                <c:pt idx="4745">
                  <c:v>-31.483922308912</c:v>
                </c:pt>
                <c:pt idx="4746">
                  <c:v>-30.187194576769699</c:v>
                </c:pt>
                <c:pt idx="4747">
                  <c:v>-34.075044829750297</c:v>
                </c:pt>
                <c:pt idx="4748">
                  <c:v>-48.908400657805899</c:v>
                </c:pt>
                <c:pt idx="4749">
                  <c:v>-24.150997476666799</c:v>
                </c:pt>
                <c:pt idx="4750">
                  <c:v>-68.753466420003804</c:v>
                </c:pt>
                <c:pt idx="4751">
                  <c:v>-39.357725793211102</c:v>
                </c:pt>
                <c:pt idx="4752">
                  <c:v>-25.116319350541701</c:v>
                </c:pt>
                <c:pt idx="4753">
                  <c:v>-49.705074011116203</c:v>
                </c:pt>
                <c:pt idx="4754">
                  <c:v>-59.914772973906103</c:v>
                </c:pt>
                <c:pt idx="4755">
                  <c:v>-27.591402666120299</c:v>
                </c:pt>
                <c:pt idx="4756">
                  <c:v>-26.869795904373799</c:v>
                </c:pt>
                <c:pt idx="4757">
                  <c:v>-11.514862431387799</c:v>
                </c:pt>
                <c:pt idx="4758">
                  <c:v>-2.5560252605637199</c:v>
                </c:pt>
                <c:pt idx="4759">
                  <c:v>-34.075044829752102</c:v>
                </c:pt>
                <c:pt idx="4760">
                  <c:v>11.7230457260839</c:v>
                </c:pt>
                <c:pt idx="4761">
                  <c:v>-40.539274891096198</c:v>
                </c:pt>
                <c:pt idx="4762">
                  <c:v>-21.471339940993801</c:v>
                </c:pt>
                <c:pt idx="4763">
                  <c:v>-1.4609535836871099</c:v>
                </c:pt>
                <c:pt idx="4764">
                  <c:v>-0.26570089901088001</c:v>
                </c:pt>
                <c:pt idx="4765">
                  <c:v>-5.8379352458860003</c:v>
                </c:pt>
                <c:pt idx="4766">
                  <c:v>-6.7122749744266903</c:v>
                </c:pt>
                <c:pt idx="4767">
                  <c:v>1.6708631253713899</c:v>
                </c:pt>
                <c:pt idx="4768">
                  <c:v>7.9480424635094096</c:v>
                </c:pt>
                <c:pt idx="4769">
                  <c:v>-27.591402666120299</c:v>
                </c:pt>
                <c:pt idx="4770">
                  <c:v>-17.278660339628001</c:v>
                </c:pt>
                <c:pt idx="4771">
                  <c:v>-37.519448193956102</c:v>
                </c:pt>
                <c:pt idx="4772">
                  <c:v>-27.591402666120299</c:v>
                </c:pt>
                <c:pt idx="4773">
                  <c:v>-19.785284754309899</c:v>
                </c:pt>
                <c:pt idx="4774">
                  <c:v>-13.8777850249507</c:v>
                </c:pt>
                <c:pt idx="4775">
                  <c:v>-29.699334865702401</c:v>
                </c:pt>
                <c:pt idx="4776">
                  <c:v>-19.384211301145999</c:v>
                </c:pt>
                <c:pt idx="4777">
                  <c:v>-1.1238975120877499</c:v>
                </c:pt>
                <c:pt idx="4778">
                  <c:v>50.308969395000503</c:v>
                </c:pt>
                <c:pt idx="4779">
                  <c:v>71.082860082192298</c:v>
                </c:pt>
                <c:pt idx="4780">
                  <c:v>47.871623953079499</c:v>
                </c:pt>
                <c:pt idx="4781">
                  <c:v>-7.6782412861375597</c:v>
                </c:pt>
                <c:pt idx="4782">
                  <c:v>38.332215064708997</c:v>
                </c:pt>
                <c:pt idx="4783">
                  <c:v>16.766563520402901</c:v>
                </c:pt>
                <c:pt idx="4784">
                  <c:v>20.556859028783901</c:v>
                </c:pt>
                <c:pt idx="4785">
                  <c:v>6.5433379853911902</c:v>
                </c:pt>
                <c:pt idx="4786">
                  <c:v>10.070677770182501</c:v>
                </c:pt>
                <c:pt idx="4787">
                  <c:v>-17.176979250967602</c:v>
                </c:pt>
                <c:pt idx="4788">
                  <c:v>-25.2288845983011</c:v>
                </c:pt>
                <c:pt idx="4789">
                  <c:v>-2.3370550279560098</c:v>
                </c:pt>
                <c:pt idx="4790">
                  <c:v>-25.7353557463166</c:v>
                </c:pt>
                <c:pt idx="4791">
                  <c:v>-15.6540168305946</c:v>
                </c:pt>
                <c:pt idx="4792">
                  <c:v>0.73084479022782001</c:v>
                </c:pt>
                <c:pt idx="4793">
                  <c:v>44.140362844432197</c:v>
                </c:pt>
                <c:pt idx="4794">
                  <c:v>-21.088260826807499</c:v>
                </c:pt>
                <c:pt idx="4795">
                  <c:v>42.5356740794277</c:v>
                </c:pt>
                <c:pt idx="4796">
                  <c:v>39.8200201954687</c:v>
                </c:pt>
                <c:pt idx="4797">
                  <c:v>15.841046049720701</c:v>
                </c:pt>
                <c:pt idx="4798">
                  <c:v>-15.333930713899401</c:v>
                </c:pt>
                <c:pt idx="4799">
                  <c:v>-11.5484095823539</c:v>
                </c:pt>
                <c:pt idx="4800">
                  <c:v>-29.445857778959098</c:v>
                </c:pt>
                <c:pt idx="4801">
                  <c:v>-11.709090426220399</c:v>
                </c:pt>
                <c:pt idx="4802">
                  <c:v>-19.459418229974201</c:v>
                </c:pt>
                <c:pt idx="4803">
                  <c:v>3.1831166232759598</c:v>
                </c:pt>
                <c:pt idx="4804">
                  <c:v>-49.740387675812599</c:v>
                </c:pt>
                <c:pt idx="4805">
                  <c:v>-5.2193808547599398E-2</c:v>
                </c:pt>
                <c:pt idx="4806">
                  <c:v>-14.5655312108719</c:v>
                </c:pt>
                <c:pt idx="4807">
                  <c:v>8.7863675487387791</c:v>
                </c:pt>
                <c:pt idx="4808">
                  <c:v>7.3195101342234903</c:v>
                </c:pt>
                <c:pt idx="4809">
                  <c:v>-17.9846474516862</c:v>
                </c:pt>
                <c:pt idx="4810">
                  <c:v>-17.922529813623399</c:v>
                </c:pt>
                <c:pt idx="4811">
                  <c:v>-4.7445156759340499</c:v>
                </c:pt>
                <c:pt idx="4812">
                  <c:v>-18.088172891862001</c:v>
                </c:pt>
                <c:pt idx="4813">
                  <c:v>-16.306846022030999</c:v>
                </c:pt>
                <c:pt idx="4814">
                  <c:v>-13.2251062434452</c:v>
                </c:pt>
                <c:pt idx="4815">
                  <c:v>2.6055867796185299</c:v>
                </c:pt>
                <c:pt idx="4816">
                  <c:v>-6.5105354920269702</c:v>
                </c:pt>
                <c:pt idx="4817">
                  <c:v>1.9216032537369701</c:v>
                </c:pt>
                <c:pt idx="4818">
                  <c:v>-21.088260826807499</c:v>
                </c:pt>
                <c:pt idx="4819">
                  <c:v>-16.741956295967601</c:v>
                </c:pt>
                <c:pt idx="4820">
                  <c:v>-12.5545830446226</c:v>
                </c:pt>
                <c:pt idx="4821">
                  <c:v>77.951281799412698</c:v>
                </c:pt>
                <c:pt idx="4822">
                  <c:v>-28.457013019031301</c:v>
                </c:pt>
                <c:pt idx="4823">
                  <c:v>42.798657527448</c:v>
                </c:pt>
                <c:pt idx="4824">
                  <c:v>-19.311280876733601</c:v>
                </c:pt>
                <c:pt idx="4825">
                  <c:v>59.526670404980898</c:v>
                </c:pt>
                <c:pt idx="4826">
                  <c:v>14.663681690728399</c:v>
                </c:pt>
                <c:pt idx="4827">
                  <c:v>-13.2454218936281</c:v>
                </c:pt>
                <c:pt idx="4828">
                  <c:v>-31.051766197339902</c:v>
                </c:pt>
                <c:pt idx="4829">
                  <c:v>-21.088260826807499</c:v>
                </c:pt>
                <c:pt idx="4830">
                  <c:v>-58.536585658195598</c:v>
                </c:pt>
                <c:pt idx="4831">
                  <c:v>-32.580545863099303</c:v>
                </c:pt>
                <c:pt idx="4832">
                  <c:v>-54.4789264359678</c:v>
                </c:pt>
                <c:pt idx="4833">
                  <c:v>-21.088260826807499</c:v>
                </c:pt>
                <c:pt idx="4834">
                  <c:v>-12.386919862506099</c:v>
                </c:pt>
                <c:pt idx="4835">
                  <c:v>-24.125492569432001</c:v>
                </c:pt>
                <c:pt idx="4836">
                  <c:v>-53.409846386372898</c:v>
                </c:pt>
                <c:pt idx="4837">
                  <c:v>-35.503879238357499</c:v>
                </c:pt>
                <c:pt idx="4838">
                  <c:v>-35.615904693075201</c:v>
                </c:pt>
                <c:pt idx="4839">
                  <c:v>-17.148299107090601</c:v>
                </c:pt>
                <c:pt idx="4840">
                  <c:v>-36.264358855213601</c:v>
                </c:pt>
                <c:pt idx="4841">
                  <c:v>-36.0050005710645</c:v>
                </c:pt>
                <c:pt idx="4842">
                  <c:v>-38.489236163960399</c:v>
                </c:pt>
                <c:pt idx="4843">
                  <c:v>-12.8228171913451</c:v>
                </c:pt>
                <c:pt idx="4844">
                  <c:v>-24.125492569432001</c:v>
                </c:pt>
                <c:pt idx="4845">
                  <c:v>-11.347118898054701</c:v>
                </c:pt>
                <c:pt idx="4846">
                  <c:v>-43.516242521190101</c:v>
                </c:pt>
                <c:pt idx="4847">
                  <c:v>13.956803612051701</c:v>
                </c:pt>
                <c:pt idx="4848">
                  <c:v>-27.591402666117499</c:v>
                </c:pt>
                <c:pt idx="4849">
                  <c:v>-28.457013019031301</c:v>
                </c:pt>
                <c:pt idx="4850">
                  <c:v>-19.785284754309899</c:v>
                </c:pt>
                <c:pt idx="4851">
                  <c:v>-7.0868843236348704</c:v>
                </c:pt>
                <c:pt idx="4852">
                  <c:v>-13.8395705088478</c:v>
                </c:pt>
                <c:pt idx="4853">
                  <c:v>3.3214893619515302E-2</c:v>
                </c:pt>
                <c:pt idx="4854">
                  <c:v>-41.973143015779897</c:v>
                </c:pt>
                <c:pt idx="4855">
                  <c:v>-47.699091315736901</c:v>
                </c:pt>
                <c:pt idx="4856">
                  <c:v>-24.806734718184899</c:v>
                </c:pt>
                <c:pt idx="4857">
                  <c:v>-38.973966686006797</c:v>
                </c:pt>
                <c:pt idx="4858">
                  <c:v>-14.5655312108719</c:v>
                </c:pt>
                <c:pt idx="4859">
                  <c:v>-4.3799202205382199</c:v>
                </c:pt>
                <c:pt idx="4860">
                  <c:v>-51.575899765459297</c:v>
                </c:pt>
                <c:pt idx="4861">
                  <c:v>-31.915991989262601</c:v>
                </c:pt>
                <c:pt idx="4862">
                  <c:v>-12.698284032827299</c:v>
                </c:pt>
                <c:pt idx="4863">
                  <c:v>-37.668674724042802</c:v>
                </c:pt>
                <c:pt idx="4864">
                  <c:v>-37.094095945098999</c:v>
                </c:pt>
                <c:pt idx="4865">
                  <c:v>-42.474771577129999</c:v>
                </c:pt>
                <c:pt idx="4866">
                  <c:v>-23.258146831309201</c:v>
                </c:pt>
                <c:pt idx="4867">
                  <c:v>-34.7942496400428</c:v>
                </c:pt>
                <c:pt idx="4868">
                  <c:v>-21.154046908360201</c:v>
                </c:pt>
                <c:pt idx="4869">
                  <c:v>-11.296793309893401</c:v>
                </c:pt>
                <c:pt idx="4870">
                  <c:v>-8.3804925435724709</c:v>
                </c:pt>
                <c:pt idx="4871">
                  <c:v>12.090408616187201</c:v>
                </c:pt>
                <c:pt idx="4872">
                  <c:v>2.9248526383125801</c:v>
                </c:pt>
                <c:pt idx="4873">
                  <c:v>64.446790177709701</c:v>
                </c:pt>
                <c:pt idx="4874">
                  <c:v>13.0458416556184</c:v>
                </c:pt>
                <c:pt idx="4875">
                  <c:v>-4.0881998229560796</c:v>
                </c:pt>
                <c:pt idx="4876">
                  <c:v>-56.906677362040597</c:v>
                </c:pt>
                <c:pt idx="4877">
                  <c:v>-27.591402666120299</c:v>
                </c:pt>
                <c:pt idx="4878">
                  <c:v>-29.445857778959098</c:v>
                </c:pt>
                <c:pt idx="4879">
                  <c:v>-40.047443321948698</c:v>
                </c:pt>
                <c:pt idx="4880">
                  <c:v>-28.1369957882379</c:v>
                </c:pt>
                <c:pt idx="4881">
                  <c:v>-40.539274891096198</c:v>
                </c:pt>
                <c:pt idx="4882">
                  <c:v>1.16946949504472</c:v>
                </c:pt>
                <c:pt idx="4883">
                  <c:v>-15.752942980539901</c:v>
                </c:pt>
                <c:pt idx="4884">
                  <c:v>-44.057067752873003</c:v>
                </c:pt>
                <c:pt idx="4885">
                  <c:v>26.693556091554399</c:v>
                </c:pt>
                <c:pt idx="4886">
                  <c:v>26.6004473244247</c:v>
                </c:pt>
                <c:pt idx="4887">
                  <c:v>-15.2780562934858</c:v>
                </c:pt>
                <c:pt idx="4888">
                  <c:v>8.4195606605762805</c:v>
                </c:pt>
                <c:pt idx="4889">
                  <c:v>-8.61870478559376</c:v>
                </c:pt>
                <c:pt idx="4890">
                  <c:v>0.18268818896831299</c:v>
                </c:pt>
                <c:pt idx="4891">
                  <c:v>-32.580545863099303</c:v>
                </c:pt>
                <c:pt idx="4892">
                  <c:v>-5.8379352458869098</c:v>
                </c:pt>
                <c:pt idx="4893">
                  <c:v>16.1354863444203</c:v>
                </c:pt>
                <c:pt idx="4894">
                  <c:v>-20.157643623330799</c:v>
                </c:pt>
                <c:pt idx="4895">
                  <c:v>-1.0626089790184701</c:v>
                </c:pt>
                <c:pt idx="4896">
                  <c:v>-11.296793309893401</c:v>
                </c:pt>
                <c:pt idx="4897">
                  <c:v>-13.2251062434452</c:v>
                </c:pt>
                <c:pt idx="4898">
                  <c:v>50.636837319386302</c:v>
                </c:pt>
                <c:pt idx="4899">
                  <c:v>-55.547474869425898</c:v>
                </c:pt>
                <c:pt idx="4900">
                  <c:v>-13.0803517290542</c:v>
                </c:pt>
                <c:pt idx="4901">
                  <c:v>-15.4363634121573</c:v>
                </c:pt>
                <c:pt idx="4902">
                  <c:v>-0.52188175717674301</c:v>
                </c:pt>
                <c:pt idx="4903">
                  <c:v>2.7318841603800998</c:v>
                </c:pt>
                <c:pt idx="4904">
                  <c:v>60.755672372540097</c:v>
                </c:pt>
                <c:pt idx="4905">
                  <c:v>27.407521543043899</c:v>
                </c:pt>
                <c:pt idx="4906">
                  <c:v>-23.2581468313073</c:v>
                </c:pt>
                <c:pt idx="4907">
                  <c:v>2.6020657259887199</c:v>
                </c:pt>
                <c:pt idx="4908">
                  <c:v>7.00531191901882</c:v>
                </c:pt>
                <c:pt idx="4909">
                  <c:v>28.618690859236199</c:v>
                </c:pt>
                <c:pt idx="4910">
                  <c:v>91.012349768363407</c:v>
                </c:pt>
                <c:pt idx="4911">
                  <c:v>7.3195101342216704</c:v>
                </c:pt>
                <c:pt idx="4912">
                  <c:v>18.029265049110101</c:v>
                </c:pt>
                <c:pt idx="4913">
                  <c:v>-15.6616266946821</c:v>
                </c:pt>
                <c:pt idx="4914">
                  <c:v>8.7496840829762697</c:v>
                </c:pt>
                <c:pt idx="4915">
                  <c:v>33.318306110532802</c:v>
                </c:pt>
                <c:pt idx="4916">
                  <c:v>-21.522412036208099</c:v>
                </c:pt>
                <c:pt idx="4917">
                  <c:v>20.556859028783901</c:v>
                </c:pt>
                <c:pt idx="4918">
                  <c:v>32.391060882202503</c:v>
                </c:pt>
                <c:pt idx="4919">
                  <c:v>-22.715879190198301</c:v>
                </c:pt>
                <c:pt idx="4920">
                  <c:v>-2.9209266616162401</c:v>
                </c:pt>
                <c:pt idx="4921">
                  <c:v>0.417595540761794</c:v>
                </c:pt>
                <c:pt idx="4922">
                  <c:v>-12.6048794730686</c:v>
                </c:pt>
                <c:pt idx="4923">
                  <c:v>-3.6505458193323599</c:v>
                </c:pt>
                <c:pt idx="4924">
                  <c:v>27.6497018265745</c:v>
                </c:pt>
                <c:pt idx="4925">
                  <c:v>45.9945413140521</c:v>
                </c:pt>
                <c:pt idx="4926">
                  <c:v>18.855272296417699</c:v>
                </c:pt>
                <c:pt idx="4927">
                  <c:v>21.6636010143174</c:v>
                </c:pt>
                <c:pt idx="4928">
                  <c:v>3.8030751788346602</c:v>
                </c:pt>
                <c:pt idx="4929">
                  <c:v>11.7230457260848</c:v>
                </c:pt>
                <c:pt idx="4930">
                  <c:v>9.0798574937798495</c:v>
                </c:pt>
                <c:pt idx="4931">
                  <c:v>38.332215064708997</c:v>
                </c:pt>
                <c:pt idx="4932">
                  <c:v>72.506629598337895</c:v>
                </c:pt>
                <c:pt idx="4933">
                  <c:v>49.963898013833301</c:v>
                </c:pt>
                <c:pt idx="4934">
                  <c:v>30.6965403849299</c:v>
                </c:pt>
                <c:pt idx="4935">
                  <c:v>15.6938407866236</c:v>
                </c:pt>
                <c:pt idx="4936">
                  <c:v>2.7680644474194098</c:v>
                </c:pt>
                <c:pt idx="4937">
                  <c:v>8.8186172591722407</c:v>
                </c:pt>
                <c:pt idx="4938">
                  <c:v>12.667818138193899</c:v>
                </c:pt>
                <c:pt idx="4939">
                  <c:v>22.032639516412001</c:v>
                </c:pt>
                <c:pt idx="4940">
                  <c:v>47.2741966143494</c:v>
                </c:pt>
                <c:pt idx="4941">
                  <c:v>106.29681167265301</c:v>
                </c:pt>
                <c:pt idx="4942">
                  <c:v>17.155009343987299</c:v>
                </c:pt>
                <c:pt idx="4943">
                  <c:v>38.332215064708997</c:v>
                </c:pt>
                <c:pt idx="4944">
                  <c:v>-2.0675229357048002</c:v>
                </c:pt>
                <c:pt idx="4945">
                  <c:v>20.556859028783901</c:v>
                </c:pt>
                <c:pt idx="4946">
                  <c:v>69.377896447884197</c:v>
                </c:pt>
                <c:pt idx="4947">
                  <c:v>12.9828331889984</c:v>
                </c:pt>
                <c:pt idx="4948">
                  <c:v>-12.664319203599</c:v>
                </c:pt>
                <c:pt idx="4949">
                  <c:v>31.136338083647299</c:v>
                </c:pt>
                <c:pt idx="4950">
                  <c:v>30.6965403849299</c:v>
                </c:pt>
                <c:pt idx="4951">
                  <c:v>19.292696674105098</c:v>
                </c:pt>
                <c:pt idx="4952">
                  <c:v>13.6129997198195</c:v>
                </c:pt>
                <c:pt idx="4953">
                  <c:v>3.9285644563451498</c:v>
                </c:pt>
                <c:pt idx="4954">
                  <c:v>11.3452512691947</c:v>
                </c:pt>
                <c:pt idx="4955">
                  <c:v>24.353736815908601</c:v>
                </c:pt>
                <c:pt idx="4956">
                  <c:v>19.6718686250533</c:v>
                </c:pt>
                <c:pt idx="4957">
                  <c:v>45.035288256881302</c:v>
                </c:pt>
                <c:pt idx="4958">
                  <c:v>55.824298494481802</c:v>
                </c:pt>
                <c:pt idx="4959">
                  <c:v>50.9039337500516</c:v>
                </c:pt>
                <c:pt idx="4960">
                  <c:v>59.514799328799199</c:v>
                </c:pt>
                <c:pt idx="4961">
                  <c:v>54.791180262686701</c:v>
                </c:pt>
                <c:pt idx="4962">
                  <c:v>45.166925665994299</c:v>
                </c:pt>
                <c:pt idx="4963">
                  <c:v>57.070718987531102</c:v>
                </c:pt>
                <c:pt idx="4964">
                  <c:v>35.010175087144397</c:v>
                </c:pt>
                <c:pt idx="4965">
                  <c:v>11.7230457260839</c:v>
                </c:pt>
                <c:pt idx="4966">
                  <c:v>78.860026826613606</c:v>
                </c:pt>
                <c:pt idx="4967">
                  <c:v>61.697019532809399</c:v>
                </c:pt>
                <c:pt idx="4968">
                  <c:v>2.3395676526315499</c:v>
                </c:pt>
                <c:pt idx="4969">
                  <c:v>48.5545967663911</c:v>
                </c:pt>
                <c:pt idx="4970">
                  <c:v>60.755672372538299</c:v>
                </c:pt>
                <c:pt idx="4971">
                  <c:v>44.699648533648499</c:v>
                </c:pt>
                <c:pt idx="4972">
                  <c:v>100.38893507704999</c:v>
                </c:pt>
                <c:pt idx="4973">
                  <c:v>89.109157326156406</c:v>
                </c:pt>
                <c:pt idx="4974">
                  <c:v>16.048882137198198</c:v>
                </c:pt>
                <c:pt idx="4975">
                  <c:v>73.413142066154194</c:v>
                </c:pt>
                <c:pt idx="4976">
                  <c:v>58.824690868085703</c:v>
                </c:pt>
                <c:pt idx="4977">
                  <c:v>47.368516460898697</c:v>
                </c:pt>
                <c:pt idx="4978">
                  <c:v>28.572095037026799</c:v>
                </c:pt>
                <c:pt idx="4979">
                  <c:v>37.926624954696301</c:v>
                </c:pt>
                <c:pt idx="4980">
                  <c:v>22.581040297080101</c:v>
                </c:pt>
                <c:pt idx="4981">
                  <c:v>81.5885001964634</c:v>
                </c:pt>
                <c:pt idx="4982">
                  <c:v>56.252676047864902</c:v>
                </c:pt>
                <c:pt idx="4983">
                  <c:v>26.439068174180601</c:v>
                </c:pt>
                <c:pt idx="4984">
                  <c:v>41.904642193163397</c:v>
                </c:pt>
                <c:pt idx="4985">
                  <c:v>44.114047023240303</c:v>
                </c:pt>
                <c:pt idx="4986">
                  <c:v>34.267775097943698</c:v>
                </c:pt>
                <c:pt idx="4987">
                  <c:v>29.426509302287698</c:v>
                </c:pt>
                <c:pt idx="4988">
                  <c:v>93.908328240317104</c:v>
                </c:pt>
                <c:pt idx="4989">
                  <c:v>71.600488423772703</c:v>
                </c:pt>
                <c:pt idx="4990">
                  <c:v>90.250877090458701</c:v>
                </c:pt>
                <c:pt idx="4991">
                  <c:v>29.426509302288601</c:v>
                </c:pt>
                <c:pt idx="4992">
                  <c:v>129.421695165811</c:v>
                </c:pt>
                <c:pt idx="4993">
                  <c:v>74.320026055472198</c:v>
                </c:pt>
                <c:pt idx="4994">
                  <c:v>68.049208053462195</c:v>
                </c:pt>
                <c:pt idx="4995">
                  <c:v>58.264643923611402</c:v>
                </c:pt>
                <c:pt idx="4996">
                  <c:v>80.513246023569906</c:v>
                </c:pt>
                <c:pt idx="4997">
                  <c:v>54.154421215948702</c:v>
                </c:pt>
                <c:pt idx="4998">
                  <c:v>77.3456588318667</c:v>
                </c:pt>
                <c:pt idx="4999">
                  <c:v>83.409349981271504</c:v>
                </c:pt>
                <c:pt idx="5000">
                  <c:v>85.065966256076507</c:v>
                </c:pt>
                <c:pt idx="5001">
                  <c:v>42.798657527448903</c:v>
                </c:pt>
                <c:pt idx="5002">
                  <c:v>69.789319042306403</c:v>
                </c:pt>
                <c:pt idx="5003">
                  <c:v>26.7618383707376</c:v>
                </c:pt>
                <c:pt idx="5004">
                  <c:v>53.255780465363301</c:v>
                </c:pt>
                <c:pt idx="5005">
                  <c:v>84.176471078753806</c:v>
                </c:pt>
                <c:pt idx="5006">
                  <c:v>46.3783597333831</c:v>
                </c:pt>
                <c:pt idx="5007">
                  <c:v>35.131132824721099</c:v>
                </c:pt>
                <c:pt idx="5008">
                  <c:v>63.0106219883709</c:v>
                </c:pt>
                <c:pt idx="5009">
                  <c:v>129.421695165811</c:v>
                </c:pt>
                <c:pt idx="5010">
                  <c:v>52.656890238847097</c:v>
                </c:pt>
                <c:pt idx="5011">
                  <c:v>16.1354863444203</c:v>
                </c:pt>
                <c:pt idx="5012">
                  <c:v>36.659638706280901</c:v>
                </c:pt>
                <c:pt idx="5013">
                  <c:v>138.738955916279</c:v>
                </c:pt>
                <c:pt idx="5014">
                  <c:v>72.671422423492899</c:v>
                </c:pt>
                <c:pt idx="5015">
                  <c:v>11.7230457260839</c:v>
                </c:pt>
                <c:pt idx="5016">
                  <c:v>74.878293270993694</c:v>
                </c:pt>
                <c:pt idx="5017">
                  <c:v>16.537059814924699</c:v>
                </c:pt>
                <c:pt idx="5018">
                  <c:v>127.098417601802</c:v>
                </c:pt>
                <c:pt idx="5019">
                  <c:v>48.592266876923503</c:v>
                </c:pt>
                <c:pt idx="5020">
                  <c:v>48.768069253542301</c:v>
                </c:pt>
                <c:pt idx="5021">
                  <c:v>-9.3331847758927307</c:v>
                </c:pt>
                <c:pt idx="5022">
                  <c:v>52.983537448045297</c:v>
                </c:pt>
                <c:pt idx="5023">
                  <c:v>117.693321719163</c:v>
                </c:pt>
                <c:pt idx="5024">
                  <c:v>68.884290379830404</c:v>
                </c:pt>
                <c:pt idx="5025">
                  <c:v>35.515978412448902</c:v>
                </c:pt>
                <c:pt idx="5026">
                  <c:v>72.053512613657404</c:v>
                </c:pt>
                <c:pt idx="5027">
                  <c:v>69.789319042306403</c:v>
                </c:pt>
                <c:pt idx="5028">
                  <c:v>75.832325594887095</c:v>
                </c:pt>
                <c:pt idx="5029">
                  <c:v>73.753180012206002</c:v>
                </c:pt>
                <c:pt idx="5030">
                  <c:v>46.5850589385308</c:v>
                </c:pt>
                <c:pt idx="5031">
                  <c:v>86.664590019278805</c:v>
                </c:pt>
                <c:pt idx="5032">
                  <c:v>-3.3378818719647798</c:v>
                </c:pt>
                <c:pt idx="5033">
                  <c:v>42.798657527448903</c:v>
                </c:pt>
                <c:pt idx="5034">
                  <c:v>25.874334810914601</c:v>
                </c:pt>
                <c:pt idx="5035">
                  <c:v>127.465090747136</c:v>
                </c:pt>
                <c:pt idx="5036">
                  <c:v>109.25663300755799</c:v>
                </c:pt>
                <c:pt idx="5037">
                  <c:v>24.1004065043407</c:v>
                </c:pt>
                <c:pt idx="5038">
                  <c:v>9.4572597595561092</c:v>
                </c:pt>
                <c:pt idx="5039">
                  <c:v>-4.0881998229560796</c:v>
                </c:pt>
                <c:pt idx="5040">
                  <c:v>49.835742420708797</c:v>
                </c:pt>
                <c:pt idx="5041">
                  <c:v>36.102396405047301</c:v>
                </c:pt>
                <c:pt idx="5042">
                  <c:v>82.271143649274507</c:v>
                </c:pt>
                <c:pt idx="5043">
                  <c:v>80.808593560403096</c:v>
                </c:pt>
                <c:pt idx="5044">
                  <c:v>48.394505991080202</c:v>
                </c:pt>
                <c:pt idx="5045">
                  <c:v>-33.355600364410698</c:v>
                </c:pt>
                <c:pt idx="5046">
                  <c:v>103.88253591165901</c:v>
                </c:pt>
                <c:pt idx="5047">
                  <c:v>87.699607580873803</c:v>
                </c:pt>
                <c:pt idx="5048">
                  <c:v>-9.6605762226354202</c:v>
                </c:pt>
                <c:pt idx="5049">
                  <c:v>54.753718753795503</c:v>
                </c:pt>
                <c:pt idx="5050">
                  <c:v>25.874334810914601</c:v>
                </c:pt>
                <c:pt idx="5051">
                  <c:v>31.518717603644198</c:v>
                </c:pt>
                <c:pt idx="5052">
                  <c:v>16.687668901890898</c:v>
                </c:pt>
                <c:pt idx="5053">
                  <c:v>77.886385703204695</c:v>
                </c:pt>
                <c:pt idx="5054">
                  <c:v>7.71946428430783</c:v>
                </c:pt>
                <c:pt idx="5055">
                  <c:v>-7.4273822345739902</c:v>
                </c:pt>
                <c:pt idx="5056">
                  <c:v>29.8823332019082</c:v>
                </c:pt>
                <c:pt idx="5057">
                  <c:v>-14.5655312108701</c:v>
                </c:pt>
                <c:pt idx="5058">
                  <c:v>72.924973817254795</c:v>
                </c:pt>
                <c:pt idx="5059">
                  <c:v>28.791769734693801</c:v>
                </c:pt>
                <c:pt idx="5060">
                  <c:v>-0.67440817032274902</c:v>
                </c:pt>
                <c:pt idx="5061">
                  <c:v>16.881324415842698</c:v>
                </c:pt>
                <c:pt idx="5062">
                  <c:v>3.76432259842385</c:v>
                </c:pt>
                <c:pt idx="5063">
                  <c:v>-19.123155352680399</c:v>
                </c:pt>
                <c:pt idx="5064">
                  <c:v>8.5969001991543295E-2</c:v>
                </c:pt>
                <c:pt idx="5065">
                  <c:v>24.987190928315599</c:v>
                </c:pt>
                <c:pt idx="5066">
                  <c:v>20.556859028783901</c:v>
                </c:pt>
                <c:pt idx="5067">
                  <c:v>11.2508128755771</c:v>
                </c:pt>
                <c:pt idx="5068">
                  <c:v>-20.654022560816799</c:v>
                </c:pt>
                <c:pt idx="5069">
                  <c:v>18.243025214789601</c:v>
                </c:pt>
                <c:pt idx="5070">
                  <c:v>-26.725445653075401</c:v>
                </c:pt>
                <c:pt idx="5071">
                  <c:v>0.19650556659780699</c:v>
                </c:pt>
                <c:pt idx="5072">
                  <c:v>-4.3799202205400398</c:v>
                </c:pt>
                <c:pt idx="5073">
                  <c:v>29.426509302287698</c:v>
                </c:pt>
                <c:pt idx="5074">
                  <c:v>-5.8379352458869098</c:v>
                </c:pt>
                <c:pt idx="5075">
                  <c:v>15.583443350340501</c:v>
                </c:pt>
                <c:pt idx="5076">
                  <c:v>25.430717923629299</c:v>
                </c:pt>
                <c:pt idx="5077">
                  <c:v>9.7014960332517095</c:v>
                </c:pt>
                <c:pt idx="5078">
                  <c:v>23.964010022113101</c:v>
                </c:pt>
                <c:pt idx="5079">
                  <c:v>43.693036726337503</c:v>
                </c:pt>
                <c:pt idx="5080">
                  <c:v>10.7786822178522</c:v>
                </c:pt>
                <c:pt idx="5081">
                  <c:v>0.56216651499744297</c:v>
                </c:pt>
                <c:pt idx="5082">
                  <c:v>11.2709916760986</c:v>
                </c:pt>
                <c:pt idx="5083">
                  <c:v>8.8597363317485307</c:v>
                </c:pt>
                <c:pt idx="5084">
                  <c:v>37.217022547341898</c:v>
                </c:pt>
                <c:pt idx="5085">
                  <c:v>5.6282080563423698</c:v>
                </c:pt>
                <c:pt idx="5086">
                  <c:v>-7.2949727217701303</c:v>
                </c:pt>
                <c:pt idx="5087">
                  <c:v>3.4737002222373099</c:v>
                </c:pt>
                <c:pt idx="5088">
                  <c:v>13.2793594819804</c:v>
                </c:pt>
                <c:pt idx="5089">
                  <c:v>15.883106518774101</c:v>
                </c:pt>
                <c:pt idx="5090">
                  <c:v>21.237864726468601</c:v>
                </c:pt>
                <c:pt idx="5091">
                  <c:v>37.979987793078998</c:v>
                </c:pt>
                <c:pt idx="5092">
                  <c:v>19.039951911009599</c:v>
                </c:pt>
                <c:pt idx="5093">
                  <c:v>-6.6186125441872701</c:v>
                </c:pt>
                <c:pt idx="5094">
                  <c:v>0.41759554075997501</c:v>
                </c:pt>
                <c:pt idx="5095">
                  <c:v>9.07985749377894</c:v>
                </c:pt>
                <c:pt idx="5096">
                  <c:v>37.3027864736477</c:v>
                </c:pt>
                <c:pt idx="5097">
                  <c:v>27.205725097974199</c:v>
                </c:pt>
                <c:pt idx="5098">
                  <c:v>43.437462670375602</c:v>
                </c:pt>
                <c:pt idx="5099">
                  <c:v>11.1888100926717</c:v>
                </c:pt>
                <c:pt idx="5100">
                  <c:v>50.076040279119297</c:v>
                </c:pt>
                <c:pt idx="5101">
                  <c:v>115.51806821346</c:v>
                </c:pt>
                <c:pt idx="5102">
                  <c:v>11.7230457260839</c:v>
                </c:pt>
                <c:pt idx="5103">
                  <c:v>14.5585907368276</c:v>
                </c:pt>
                <c:pt idx="5104">
                  <c:v>28.791769734692</c:v>
                </c:pt>
                <c:pt idx="5105">
                  <c:v>13.192868485104499</c:v>
                </c:pt>
                <c:pt idx="5106">
                  <c:v>26.508229210563499</c:v>
                </c:pt>
                <c:pt idx="5107">
                  <c:v>19.292696674106899</c:v>
                </c:pt>
                <c:pt idx="5108">
                  <c:v>45.035288256881302</c:v>
                </c:pt>
                <c:pt idx="5109">
                  <c:v>61.399708624461702</c:v>
                </c:pt>
                <c:pt idx="5110">
                  <c:v>0.29230846435711999</c:v>
                </c:pt>
                <c:pt idx="5111">
                  <c:v>2.4858741504121999</c:v>
                </c:pt>
                <c:pt idx="5112">
                  <c:v>19.515731032395699</c:v>
                </c:pt>
                <c:pt idx="5113">
                  <c:v>70.200818208958395</c:v>
                </c:pt>
                <c:pt idx="5114">
                  <c:v>87.968024262657295</c:v>
                </c:pt>
                <c:pt idx="5115">
                  <c:v>35.899797922951599</c:v>
                </c:pt>
                <c:pt idx="5116">
                  <c:v>51.758860143831001</c:v>
                </c:pt>
                <c:pt idx="5117">
                  <c:v>18.345054484102501</c:v>
                </c:pt>
                <c:pt idx="5118">
                  <c:v>55.503069960149297</c:v>
                </c:pt>
                <c:pt idx="5119">
                  <c:v>23.509416479721899</c:v>
                </c:pt>
                <c:pt idx="5120">
                  <c:v>29.084703604877099</c:v>
                </c:pt>
                <c:pt idx="5121">
                  <c:v>23.878766538156899</c:v>
                </c:pt>
                <c:pt idx="5122">
                  <c:v>32.602968077922903</c:v>
                </c:pt>
                <c:pt idx="5123">
                  <c:v>45.551757133328401</c:v>
                </c:pt>
                <c:pt idx="5124">
                  <c:v>15.9777455358344</c:v>
                </c:pt>
                <c:pt idx="5125">
                  <c:v>17.608283448988001</c:v>
                </c:pt>
                <c:pt idx="5126">
                  <c:v>75.144788632678598</c:v>
                </c:pt>
                <c:pt idx="5127">
                  <c:v>11.379593516770001</c:v>
                </c:pt>
                <c:pt idx="5128">
                  <c:v>7.7594637355896303</c:v>
                </c:pt>
                <c:pt idx="5129">
                  <c:v>57.752653387727101</c:v>
                </c:pt>
                <c:pt idx="5130">
                  <c:v>73.564263591435505</c:v>
                </c:pt>
                <c:pt idx="5131">
                  <c:v>13.419082947822901</c:v>
                </c:pt>
                <c:pt idx="5132">
                  <c:v>59.117155191370301</c:v>
                </c:pt>
                <c:pt idx="5133">
                  <c:v>29.426509302287698</c:v>
                </c:pt>
                <c:pt idx="5134">
                  <c:v>104.572062141712</c:v>
                </c:pt>
                <c:pt idx="5135">
                  <c:v>8.3595435899087498</c:v>
                </c:pt>
                <c:pt idx="5136">
                  <c:v>-5.8379352458869098</c:v>
                </c:pt>
                <c:pt idx="5137">
                  <c:v>1.4619350775292299</c:v>
                </c:pt>
                <c:pt idx="5138">
                  <c:v>-41.008645830670503</c:v>
                </c:pt>
                <c:pt idx="5139">
                  <c:v>102.618958476131</c:v>
                </c:pt>
                <c:pt idx="5140">
                  <c:v>66.171425775911302</c:v>
                </c:pt>
                <c:pt idx="5141">
                  <c:v>27.034988784099301</c:v>
                </c:pt>
                <c:pt idx="5142">
                  <c:v>66.773996816017601</c:v>
                </c:pt>
                <c:pt idx="5143">
                  <c:v>83.246713304858503</c:v>
                </c:pt>
                <c:pt idx="5144">
                  <c:v>124.35582958068601</c:v>
                </c:pt>
                <c:pt idx="5145">
                  <c:v>70.694718314387501</c:v>
                </c:pt>
                <c:pt idx="5146">
                  <c:v>108.305474188834</c:v>
                </c:pt>
                <c:pt idx="5147">
                  <c:v>42.160038029723097</c:v>
                </c:pt>
                <c:pt idx="5148">
                  <c:v>48.088910488871903</c:v>
                </c:pt>
                <c:pt idx="5149">
                  <c:v>70.055574464081403</c:v>
                </c:pt>
                <c:pt idx="5150">
                  <c:v>59.117155191370301</c:v>
                </c:pt>
                <c:pt idx="5151">
                  <c:v>40.5643009522909</c:v>
                </c:pt>
                <c:pt idx="5152">
                  <c:v>22.327915158730299</c:v>
                </c:pt>
                <c:pt idx="5153">
                  <c:v>49.3659024118733</c:v>
                </c:pt>
                <c:pt idx="5154">
                  <c:v>57.152539979658201</c:v>
                </c:pt>
                <c:pt idx="5155">
                  <c:v>67.353547062926694</c:v>
                </c:pt>
                <c:pt idx="5156">
                  <c:v>41.629633721016901</c:v>
                </c:pt>
                <c:pt idx="5157">
                  <c:v>78.860026826614501</c:v>
                </c:pt>
                <c:pt idx="5158">
                  <c:v>51.758860143831001</c:v>
                </c:pt>
                <c:pt idx="5159">
                  <c:v>39.001602614772303</c:v>
                </c:pt>
                <c:pt idx="5160">
                  <c:v>19.6718686250533</c:v>
                </c:pt>
                <c:pt idx="5161">
                  <c:v>11.093424636554101</c:v>
                </c:pt>
                <c:pt idx="5162">
                  <c:v>45.345155024759997</c:v>
                </c:pt>
                <c:pt idx="5163">
                  <c:v>39.585036563031203</c:v>
                </c:pt>
                <c:pt idx="5164">
                  <c:v>35.147453030127501</c:v>
                </c:pt>
                <c:pt idx="5165">
                  <c:v>11.7230457260839</c:v>
                </c:pt>
                <c:pt idx="5166">
                  <c:v>72.053512613657404</c:v>
                </c:pt>
                <c:pt idx="5167">
                  <c:v>29.426509302287698</c:v>
                </c:pt>
                <c:pt idx="5168">
                  <c:v>22.918586052732199</c:v>
                </c:pt>
                <c:pt idx="5169">
                  <c:v>63.977734579156198</c:v>
                </c:pt>
                <c:pt idx="5170">
                  <c:v>13.192868485104499</c:v>
                </c:pt>
                <c:pt idx="5171">
                  <c:v>22.484253697060002</c:v>
                </c:pt>
                <c:pt idx="5172">
                  <c:v>37.440015726997402</c:v>
                </c:pt>
                <c:pt idx="5173">
                  <c:v>67.527441781511698</c:v>
                </c:pt>
                <c:pt idx="5174">
                  <c:v>14.873878774124</c:v>
                </c:pt>
                <c:pt idx="5175">
                  <c:v>32.984452651952701</c:v>
                </c:pt>
                <c:pt idx="5176">
                  <c:v>26.888653967732299</c:v>
                </c:pt>
                <c:pt idx="5177">
                  <c:v>41.202456690905798</c:v>
                </c:pt>
                <c:pt idx="5178">
                  <c:v>47.914303543261603</c:v>
                </c:pt>
                <c:pt idx="5179">
                  <c:v>69.789319042306403</c:v>
                </c:pt>
                <c:pt idx="5180">
                  <c:v>15.795751065826099</c:v>
                </c:pt>
                <c:pt idx="5181">
                  <c:v>58.395813336078298</c:v>
                </c:pt>
                <c:pt idx="5182">
                  <c:v>4.4692163186118696</c:v>
                </c:pt>
                <c:pt idx="5183">
                  <c:v>41.010990501482397</c:v>
                </c:pt>
                <c:pt idx="5184">
                  <c:v>42.160038029725001</c:v>
                </c:pt>
                <c:pt idx="5185">
                  <c:v>96.232528292333797</c:v>
                </c:pt>
                <c:pt idx="5186">
                  <c:v>41.4233999561947</c:v>
                </c:pt>
                <c:pt idx="5187">
                  <c:v>70.543792689269097</c:v>
                </c:pt>
                <c:pt idx="5188">
                  <c:v>17.063604112540801</c:v>
                </c:pt>
                <c:pt idx="5189">
                  <c:v>9.07985749377894</c:v>
                </c:pt>
                <c:pt idx="5190">
                  <c:v>49.7192438109523</c:v>
                </c:pt>
                <c:pt idx="5191">
                  <c:v>27.205725097974199</c:v>
                </c:pt>
                <c:pt idx="5192">
                  <c:v>52.721049260272501</c:v>
                </c:pt>
                <c:pt idx="5193">
                  <c:v>47.8013299623507</c:v>
                </c:pt>
                <c:pt idx="5194">
                  <c:v>22.770903375538101</c:v>
                </c:pt>
                <c:pt idx="5195">
                  <c:v>52.721049260272501</c:v>
                </c:pt>
                <c:pt idx="5196">
                  <c:v>22.918586052732199</c:v>
                </c:pt>
                <c:pt idx="5197">
                  <c:v>22.243546621779299</c:v>
                </c:pt>
                <c:pt idx="5198">
                  <c:v>72.671422423492899</c:v>
                </c:pt>
                <c:pt idx="5199">
                  <c:v>8.4195606605762805</c:v>
                </c:pt>
                <c:pt idx="5200">
                  <c:v>3.8030751788346602</c:v>
                </c:pt>
                <c:pt idx="5201">
                  <c:v>17.3978230622788</c:v>
                </c:pt>
                <c:pt idx="5202">
                  <c:v>14.776862221209701</c:v>
                </c:pt>
                <c:pt idx="5203">
                  <c:v>17.6082834489889</c:v>
                </c:pt>
                <c:pt idx="5204">
                  <c:v>-80.0742828013435</c:v>
                </c:pt>
                <c:pt idx="5205">
                  <c:v>46.446099349687699</c:v>
                </c:pt>
                <c:pt idx="5206">
                  <c:v>98.423120657233994</c:v>
                </c:pt>
                <c:pt idx="5207">
                  <c:v>101.70044307731099</c:v>
                </c:pt>
                <c:pt idx="5208">
                  <c:v>118.007235004145</c:v>
                </c:pt>
                <c:pt idx="5209">
                  <c:v>-14.5655312108719</c:v>
                </c:pt>
                <c:pt idx="5210">
                  <c:v>-42.127502702467602</c:v>
                </c:pt>
                <c:pt idx="5211">
                  <c:v>38.332215064708997</c:v>
                </c:pt>
                <c:pt idx="5212">
                  <c:v>24.987190928315599</c:v>
                </c:pt>
                <c:pt idx="5213">
                  <c:v>54.839345995680503</c:v>
                </c:pt>
                <c:pt idx="5214">
                  <c:v>56.852544520017503</c:v>
                </c:pt>
                <c:pt idx="5215">
                  <c:v>-18.916198407058801</c:v>
                </c:pt>
                <c:pt idx="5216">
                  <c:v>95.968292280804206</c:v>
                </c:pt>
                <c:pt idx="5217">
                  <c:v>48.394505991080202</c:v>
                </c:pt>
                <c:pt idx="5218">
                  <c:v>38.332215064707199</c:v>
                </c:pt>
                <c:pt idx="5219">
                  <c:v>57.152539979659103</c:v>
                </c:pt>
                <c:pt idx="5220">
                  <c:v>-0.26570089901088001</c:v>
                </c:pt>
                <c:pt idx="5221">
                  <c:v>41.579635878962101</c:v>
                </c:pt>
                <c:pt idx="5222">
                  <c:v>42.454762427029799</c:v>
                </c:pt>
                <c:pt idx="5223">
                  <c:v>33.8748415206746</c:v>
                </c:pt>
                <c:pt idx="5224">
                  <c:v>54.379138690507702</c:v>
                </c:pt>
                <c:pt idx="5225">
                  <c:v>56.252676047863098</c:v>
                </c:pt>
                <c:pt idx="5226">
                  <c:v>21.821752747278801</c:v>
                </c:pt>
                <c:pt idx="5227">
                  <c:v>12.604820583940599</c:v>
                </c:pt>
                <c:pt idx="5228">
                  <c:v>45.035288256883099</c:v>
                </c:pt>
                <c:pt idx="5229">
                  <c:v>66.020808692168401</c:v>
                </c:pt>
                <c:pt idx="5230">
                  <c:v>45.645673600310097</c:v>
                </c:pt>
                <c:pt idx="5231">
                  <c:v>73.1864791279786</c:v>
                </c:pt>
                <c:pt idx="5232">
                  <c:v>67.850425424278001</c:v>
                </c:pt>
                <c:pt idx="5233">
                  <c:v>60.916663813863998</c:v>
                </c:pt>
                <c:pt idx="5234">
                  <c:v>57.152539979658201</c:v>
                </c:pt>
                <c:pt idx="5235">
                  <c:v>72.671422423492899</c:v>
                </c:pt>
                <c:pt idx="5236">
                  <c:v>59.117155191370301</c:v>
                </c:pt>
                <c:pt idx="5237">
                  <c:v>78.860026826614501</c:v>
                </c:pt>
                <c:pt idx="5238">
                  <c:v>35.656704436510097</c:v>
                </c:pt>
                <c:pt idx="5239">
                  <c:v>31.649546965967598</c:v>
                </c:pt>
                <c:pt idx="5240">
                  <c:v>34.279683275089099</c:v>
                </c:pt>
                <c:pt idx="5241">
                  <c:v>97.768234864640306</c:v>
                </c:pt>
                <c:pt idx="5242">
                  <c:v>63.913247225576001</c:v>
                </c:pt>
                <c:pt idx="5243">
                  <c:v>91.926461634139699</c:v>
                </c:pt>
                <c:pt idx="5244">
                  <c:v>103.11370062733</c:v>
                </c:pt>
                <c:pt idx="5245">
                  <c:v>86.664590019278805</c:v>
                </c:pt>
                <c:pt idx="5246">
                  <c:v>57.377563366532698</c:v>
                </c:pt>
                <c:pt idx="5247">
                  <c:v>120.76039838314399</c:v>
                </c:pt>
                <c:pt idx="5248">
                  <c:v>44.174776316750403</c:v>
                </c:pt>
                <c:pt idx="5249">
                  <c:v>30.6965403849299</c:v>
                </c:pt>
                <c:pt idx="5250">
                  <c:v>17.7422233419938</c:v>
                </c:pt>
                <c:pt idx="5251">
                  <c:v>91.621715889953506</c:v>
                </c:pt>
                <c:pt idx="5252">
                  <c:v>52.721049260274398</c:v>
                </c:pt>
                <c:pt idx="5253">
                  <c:v>74.320026055474003</c:v>
                </c:pt>
                <c:pt idx="5254">
                  <c:v>176.39865974625499</c:v>
                </c:pt>
                <c:pt idx="5255">
                  <c:v>41.010990501483299</c:v>
                </c:pt>
                <c:pt idx="5256">
                  <c:v>122.92258247743</c:v>
                </c:pt>
                <c:pt idx="5257">
                  <c:v>38.332215064708997</c:v>
                </c:pt>
                <c:pt idx="5258">
                  <c:v>89.489665369605902</c:v>
                </c:pt>
                <c:pt idx="5259">
                  <c:v>56.895398514967297</c:v>
                </c:pt>
                <c:pt idx="5260">
                  <c:v>109.059189329085</c:v>
                </c:pt>
                <c:pt idx="5261">
                  <c:v>72.053512613656494</c:v>
                </c:pt>
                <c:pt idx="5262">
                  <c:v>83.409349981271504</c:v>
                </c:pt>
                <c:pt idx="5263">
                  <c:v>83.929867504686598</c:v>
                </c:pt>
                <c:pt idx="5264">
                  <c:v>167.87026165669701</c:v>
                </c:pt>
                <c:pt idx="5265">
                  <c:v>130.351681142356</c:v>
                </c:pt>
                <c:pt idx="5266">
                  <c:v>101.700443077312</c:v>
                </c:pt>
                <c:pt idx="5267">
                  <c:v>129.421695165812</c:v>
                </c:pt>
                <c:pt idx="5268">
                  <c:v>124.777547579309</c:v>
                </c:pt>
                <c:pt idx="5269">
                  <c:v>106.29681167265301</c:v>
                </c:pt>
                <c:pt idx="5270">
                  <c:v>80.808593560403096</c:v>
                </c:pt>
                <c:pt idx="5271">
                  <c:v>93.222097486490298</c:v>
                </c:pt>
                <c:pt idx="5272">
                  <c:v>107.776231273631</c:v>
                </c:pt>
                <c:pt idx="5273">
                  <c:v>126.324526941226</c:v>
                </c:pt>
                <c:pt idx="5274">
                  <c:v>139.517143350297</c:v>
                </c:pt>
                <c:pt idx="5275">
                  <c:v>123.618014226969</c:v>
                </c:pt>
                <c:pt idx="5276">
                  <c:v>145.986522688804</c:v>
                </c:pt>
                <c:pt idx="5277">
                  <c:v>144.26284236366399</c:v>
                </c:pt>
                <c:pt idx="5278">
                  <c:v>122.92258247743</c:v>
                </c:pt>
                <c:pt idx="5279">
                  <c:v>117.25880803647</c:v>
                </c:pt>
                <c:pt idx="5280">
                  <c:v>142.476716783298</c:v>
                </c:pt>
                <c:pt idx="5281">
                  <c:v>179.24861530670501</c:v>
                </c:pt>
                <c:pt idx="5282">
                  <c:v>253.645216429492</c:v>
                </c:pt>
                <c:pt idx="5283">
                  <c:v>118.600302635001</c:v>
                </c:pt>
                <c:pt idx="5284">
                  <c:v>142.476716783298</c:v>
                </c:pt>
                <c:pt idx="5285">
                  <c:v>144.58194275172499</c:v>
                </c:pt>
                <c:pt idx="5286">
                  <c:v>177.34824653291</c:v>
                </c:pt>
                <c:pt idx="5287">
                  <c:v>173.687747213747</c:v>
                </c:pt>
                <c:pt idx="5288">
                  <c:v>176.39865974625499</c:v>
                </c:pt>
                <c:pt idx="5289">
                  <c:v>210.83652579610199</c:v>
                </c:pt>
                <c:pt idx="5290">
                  <c:v>163.382100237212</c:v>
                </c:pt>
                <c:pt idx="5291">
                  <c:v>271.95583944144698</c:v>
                </c:pt>
                <c:pt idx="5292">
                  <c:v>176.39865974625499</c:v>
                </c:pt>
                <c:pt idx="5293">
                  <c:v>158.83555353736099</c:v>
                </c:pt>
                <c:pt idx="5294">
                  <c:v>222.75545543318901</c:v>
                </c:pt>
                <c:pt idx="5295">
                  <c:v>173.11470080096399</c:v>
                </c:pt>
                <c:pt idx="5296">
                  <c:v>152.31800614774599</c:v>
                </c:pt>
                <c:pt idx="5297">
                  <c:v>192.11793183243401</c:v>
                </c:pt>
                <c:pt idx="5298">
                  <c:v>217.11037288979199</c:v>
                </c:pt>
                <c:pt idx="5299">
                  <c:v>188.26620051586701</c:v>
                </c:pt>
                <c:pt idx="5300">
                  <c:v>176.39865974625599</c:v>
                </c:pt>
                <c:pt idx="5301">
                  <c:v>173.01052613443699</c:v>
                </c:pt>
                <c:pt idx="5302">
                  <c:v>191.11870746220799</c:v>
                </c:pt>
                <c:pt idx="5303">
                  <c:v>213.730005346897</c:v>
                </c:pt>
                <c:pt idx="5304">
                  <c:v>208.90957594322501</c:v>
                </c:pt>
                <c:pt idx="5305">
                  <c:v>204.099314076794</c:v>
                </c:pt>
                <c:pt idx="5306">
                  <c:v>204.099314076794</c:v>
                </c:pt>
                <c:pt idx="5307">
                  <c:v>218.56063455886701</c:v>
                </c:pt>
                <c:pt idx="5308">
                  <c:v>169.28942994161801</c:v>
                </c:pt>
                <c:pt idx="5309">
                  <c:v>176.39865974625499</c:v>
                </c:pt>
                <c:pt idx="5310">
                  <c:v>223.998003080122</c:v>
                </c:pt>
                <c:pt idx="5311">
                  <c:v>164.77698467639601</c:v>
                </c:pt>
                <c:pt idx="5312">
                  <c:v>190.68439913286301</c:v>
                </c:pt>
                <c:pt idx="5313">
                  <c:v>252.41797796899601</c:v>
                </c:pt>
                <c:pt idx="5314">
                  <c:v>225.340712864138</c:v>
                </c:pt>
                <c:pt idx="5315">
                  <c:v>205.060554591537</c:v>
                </c:pt>
                <c:pt idx="5316">
                  <c:v>221.46392146996101</c:v>
                </c:pt>
                <c:pt idx="5317">
                  <c:v>191.11870746220799</c:v>
                </c:pt>
                <c:pt idx="5318">
                  <c:v>135.07398696465299</c:v>
                </c:pt>
                <c:pt idx="5319">
                  <c:v>197.86112128917</c:v>
                </c:pt>
                <c:pt idx="5320">
                  <c:v>141.54169339187001</c:v>
                </c:pt>
                <c:pt idx="5321">
                  <c:v>141.92182080273</c:v>
                </c:pt>
                <c:pt idx="5322">
                  <c:v>151.84839618820001</c:v>
                </c:pt>
                <c:pt idx="5323">
                  <c:v>123.319945584184</c:v>
                </c:pt>
                <c:pt idx="5324">
                  <c:v>83.823388072915805</c:v>
                </c:pt>
                <c:pt idx="5325">
                  <c:v>167.600044888654</c:v>
                </c:pt>
                <c:pt idx="5326">
                  <c:v>70.694718314387501</c:v>
                </c:pt>
                <c:pt idx="5327">
                  <c:v>132.07982234313999</c:v>
                </c:pt>
                <c:pt idx="5328">
                  <c:v>145.75236510168901</c:v>
                </c:pt>
                <c:pt idx="5329">
                  <c:v>54.868986970069201</c:v>
                </c:pt>
                <c:pt idx="5330">
                  <c:v>78.650283346890305</c:v>
                </c:pt>
                <c:pt idx="5331">
                  <c:v>87.968024262657295</c:v>
                </c:pt>
                <c:pt idx="5332">
                  <c:v>116.17818919366501</c:v>
                </c:pt>
                <c:pt idx="5333">
                  <c:v>115.458066886656</c:v>
                </c:pt>
                <c:pt idx="5334">
                  <c:v>70.694718314389306</c:v>
                </c:pt>
                <c:pt idx="5335">
                  <c:v>102.35648684942601</c:v>
                </c:pt>
                <c:pt idx="5336">
                  <c:v>121.586515161957</c:v>
                </c:pt>
                <c:pt idx="5337">
                  <c:v>9.3200150148868399</c:v>
                </c:pt>
                <c:pt idx="5338">
                  <c:v>106.69122759068701</c:v>
                </c:pt>
                <c:pt idx="5339">
                  <c:v>120.60603660917999</c:v>
                </c:pt>
                <c:pt idx="5340">
                  <c:v>80.808593560403096</c:v>
                </c:pt>
                <c:pt idx="5341">
                  <c:v>44.289491782311401</c:v>
                </c:pt>
                <c:pt idx="5342">
                  <c:v>33.8748415206746</c:v>
                </c:pt>
                <c:pt idx="5343">
                  <c:v>51.758860143831001</c:v>
                </c:pt>
                <c:pt idx="5344">
                  <c:v>84.110075111727298</c:v>
                </c:pt>
                <c:pt idx="5345">
                  <c:v>141.853324627597</c:v>
                </c:pt>
                <c:pt idx="5346">
                  <c:v>45.645673600310097</c:v>
                </c:pt>
                <c:pt idx="5347">
                  <c:v>35.089591031568403</c:v>
                </c:pt>
                <c:pt idx="5348">
                  <c:v>21.6636010143174</c:v>
                </c:pt>
                <c:pt idx="5349">
                  <c:v>17.252131592925199</c:v>
                </c:pt>
                <c:pt idx="5350">
                  <c:v>31.8878633711183</c:v>
                </c:pt>
                <c:pt idx="5351">
                  <c:v>42.798657527448</c:v>
                </c:pt>
                <c:pt idx="5352">
                  <c:v>59.117155191370301</c:v>
                </c:pt>
                <c:pt idx="5353">
                  <c:v>65.883892981218196</c:v>
                </c:pt>
                <c:pt idx="5354">
                  <c:v>21.6636010143174</c:v>
                </c:pt>
                <c:pt idx="5355">
                  <c:v>27.205725097974199</c:v>
                </c:pt>
                <c:pt idx="5356">
                  <c:v>47.2741966143494</c:v>
                </c:pt>
                <c:pt idx="5357">
                  <c:v>7.3195101342216704</c:v>
                </c:pt>
                <c:pt idx="5358">
                  <c:v>42.798657527448903</c:v>
                </c:pt>
                <c:pt idx="5359">
                  <c:v>45.354992780225899</c:v>
                </c:pt>
                <c:pt idx="5360">
                  <c:v>-14.5655312108719</c:v>
                </c:pt>
                <c:pt idx="5361">
                  <c:v>-22.1011449392917</c:v>
                </c:pt>
                <c:pt idx="5362">
                  <c:v>4.17956470355238</c:v>
                </c:pt>
                <c:pt idx="5363">
                  <c:v>24.987190928315599</c:v>
                </c:pt>
                <c:pt idx="5364">
                  <c:v>6.4398692472268504</c:v>
                </c:pt>
                <c:pt idx="5365">
                  <c:v>10.921741324406799</c:v>
                </c:pt>
                <c:pt idx="5366">
                  <c:v>58.503024900267498</c:v>
                </c:pt>
                <c:pt idx="5367">
                  <c:v>3.56352481582325</c:v>
                </c:pt>
                <c:pt idx="5368">
                  <c:v>-39.997566022986497</c:v>
                </c:pt>
                <c:pt idx="5369">
                  <c:v>-49.128202084159</c:v>
                </c:pt>
                <c:pt idx="5370">
                  <c:v>-64.927839216023997</c:v>
                </c:pt>
                <c:pt idx="5371">
                  <c:v>-72.148296821737802</c:v>
                </c:pt>
                <c:pt idx="5372">
                  <c:v>-58.902313438443301</c:v>
                </c:pt>
                <c:pt idx="5373">
                  <c:v>-21.849377556312898</c:v>
                </c:pt>
                <c:pt idx="5374">
                  <c:v>-21.088260826807499</c:v>
                </c:pt>
                <c:pt idx="5375">
                  <c:v>-68.521804588775893</c:v>
                </c:pt>
                <c:pt idx="5376">
                  <c:v>-91.039328871758698</c:v>
                </c:pt>
                <c:pt idx="5377">
                  <c:v>-54.122625507483399</c:v>
                </c:pt>
                <c:pt idx="5378">
                  <c:v>-55.974745479107597</c:v>
                </c:pt>
                <c:pt idx="5379">
                  <c:v>-78.677974023220401</c:v>
                </c:pt>
                <c:pt idx="5380">
                  <c:v>-57.256047590745702</c:v>
                </c:pt>
                <c:pt idx="5381">
                  <c:v>-43.303738313356</c:v>
                </c:pt>
                <c:pt idx="5382">
                  <c:v>-28.5901530871697</c:v>
                </c:pt>
                <c:pt idx="5383">
                  <c:v>-131.17004318355501</c:v>
                </c:pt>
                <c:pt idx="5384">
                  <c:v>-105.922211804754</c:v>
                </c:pt>
                <c:pt idx="5385">
                  <c:v>-108.60349480665199</c:v>
                </c:pt>
                <c:pt idx="5386">
                  <c:v>-86.757152221099204</c:v>
                </c:pt>
                <c:pt idx="5387">
                  <c:v>-117.19323999897099</c:v>
                </c:pt>
                <c:pt idx="5388">
                  <c:v>-127.32726595756201</c:v>
                </c:pt>
                <c:pt idx="5389">
                  <c:v>-70.516838725121403</c:v>
                </c:pt>
                <c:pt idx="5390">
                  <c:v>-94.363971058923198</c:v>
                </c:pt>
                <c:pt idx="5391">
                  <c:v>-64.502347663166802</c:v>
                </c:pt>
                <c:pt idx="5392">
                  <c:v>-31.0517661973408</c:v>
                </c:pt>
                <c:pt idx="5393">
                  <c:v>-145.09605918606599</c:v>
                </c:pt>
                <c:pt idx="5394">
                  <c:v>-127.499406831125</c:v>
                </c:pt>
                <c:pt idx="5395">
                  <c:v>-136.139022909456</c:v>
                </c:pt>
                <c:pt idx="5396">
                  <c:v>-121.54958366027</c:v>
                </c:pt>
                <c:pt idx="5397">
                  <c:v>-118.84057639064</c:v>
                </c:pt>
                <c:pt idx="5398">
                  <c:v>-142.34326687362901</c:v>
                </c:pt>
                <c:pt idx="5399">
                  <c:v>-144.55100302979699</c:v>
                </c:pt>
                <c:pt idx="5400">
                  <c:v>-168.68414929824999</c:v>
                </c:pt>
                <c:pt idx="5401">
                  <c:v>-114.54979513734899</c:v>
                </c:pt>
                <c:pt idx="5402">
                  <c:v>-158.42754623958999</c:v>
                </c:pt>
                <c:pt idx="5403">
                  <c:v>-141.185908779849</c:v>
                </c:pt>
                <c:pt idx="5404">
                  <c:v>-132.703948643807</c:v>
                </c:pt>
                <c:pt idx="5405">
                  <c:v>-138.16928057270701</c:v>
                </c:pt>
                <c:pt idx="5406">
                  <c:v>-155.508003656635</c:v>
                </c:pt>
                <c:pt idx="5407">
                  <c:v>-147.40710737555301</c:v>
                </c:pt>
                <c:pt idx="5408">
                  <c:v>-160.85637034285901</c:v>
                </c:pt>
                <c:pt idx="5409">
                  <c:v>-152.55965192977601</c:v>
                </c:pt>
                <c:pt idx="5410">
                  <c:v>-161.00422811812399</c:v>
                </c:pt>
                <c:pt idx="5411">
                  <c:v>-157.60350236321</c:v>
                </c:pt>
                <c:pt idx="5412">
                  <c:v>-163.980286365464</c:v>
                </c:pt>
                <c:pt idx="5413">
                  <c:v>-144.911229879914</c:v>
                </c:pt>
                <c:pt idx="5414">
                  <c:v>-179.11152384049601</c:v>
                </c:pt>
                <c:pt idx="5415">
                  <c:v>-184.966408725756</c:v>
                </c:pt>
                <c:pt idx="5416">
                  <c:v>-180.80212066514801</c:v>
                </c:pt>
                <c:pt idx="5417">
                  <c:v>-181.47797591549201</c:v>
                </c:pt>
                <c:pt idx="5418">
                  <c:v>-200.31094571708601</c:v>
                </c:pt>
                <c:pt idx="5419">
                  <c:v>-143.93547277245901</c:v>
                </c:pt>
                <c:pt idx="5420">
                  <c:v>-78.921839736058203</c:v>
                </c:pt>
                <c:pt idx="5421">
                  <c:v>-188.57177862696599</c:v>
                </c:pt>
                <c:pt idx="5422">
                  <c:v>-151.83583852131099</c:v>
                </c:pt>
                <c:pt idx="5423">
                  <c:v>-159.31461609218201</c:v>
                </c:pt>
                <c:pt idx="5424">
                  <c:v>-152.93074153602299</c:v>
                </c:pt>
                <c:pt idx="5425">
                  <c:v>-180.552169134617</c:v>
                </c:pt>
                <c:pt idx="5426">
                  <c:v>-205.37986197042599</c:v>
                </c:pt>
                <c:pt idx="5427">
                  <c:v>-196.74815079801101</c:v>
                </c:pt>
                <c:pt idx="5428">
                  <c:v>-120.836447485202</c:v>
                </c:pt>
                <c:pt idx="5429">
                  <c:v>-161.81725944648301</c:v>
                </c:pt>
                <c:pt idx="5430">
                  <c:v>-165.29810961928899</c:v>
                </c:pt>
                <c:pt idx="5431">
                  <c:v>-180.255312783601</c:v>
                </c:pt>
                <c:pt idx="5432">
                  <c:v>-202.07051080442801</c:v>
                </c:pt>
                <c:pt idx="5433">
                  <c:v>-186.63621661639701</c:v>
                </c:pt>
                <c:pt idx="5434">
                  <c:v>-204.828670008019</c:v>
                </c:pt>
                <c:pt idx="5435">
                  <c:v>-194.08184821539101</c:v>
                </c:pt>
                <c:pt idx="5436">
                  <c:v>-203.56496893010501</c:v>
                </c:pt>
                <c:pt idx="5437">
                  <c:v>-210.98980567260901</c:v>
                </c:pt>
                <c:pt idx="5438">
                  <c:v>-200.361239710935</c:v>
                </c:pt>
                <c:pt idx="5439">
                  <c:v>-152.856528861339</c:v>
                </c:pt>
                <c:pt idx="5440">
                  <c:v>-167.35225874161</c:v>
                </c:pt>
                <c:pt idx="5441">
                  <c:v>-186.46407956489901</c:v>
                </c:pt>
                <c:pt idx="5442">
                  <c:v>-198.471036456023</c:v>
                </c:pt>
                <c:pt idx="5443">
                  <c:v>-206.05334210481601</c:v>
                </c:pt>
                <c:pt idx="5444">
                  <c:v>-222.57663618848599</c:v>
                </c:pt>
                <c:pt idx="5445">
                  <c:v>-184.72278321759401</c:v>
                </c:pt>
                <c:pt idx="5446">
                  <c:v>-180.21056761241101</c:v>
                </c:pt>
                <c:pt idx="5447">
                  <c:v>-206.05334210481601</c:v>
                </c:pt>
                <c:pt idx="5448">
                  <c:v>-187.29814963867199</c:v>
                </c:pt>
                <c:pt idx="5449">
                  <c:v>-199.60111164683599</c:v>
                </c:pt>
                <c:pt idx="5450">
                  <c:v>-170.97754667431099</c:v>
                </c:pt>
                <c:pt idx="5451">
                  <c:v>-182.42434148071101</c:v>
                </c:pt>
                <c:pt idx="5452">
                  <c:v>-181.85804825932499</c:v>
                </c:pt>
                <c:pt idx="5453">
                  <c:v>-160.462031934723</c:v>
                </c:pt>
                <c:pt idx="5454">
                  <c:v>-195.415427072862</c:v>
                </c:pt>
                <c:pt idx="5455">
                  <c:v>-225.06500760135401</c:v>
                </c:pt>
                <c:pt idx="5456">
                  <c:v>-213.081194549739</c:v>
                </c:pt>
                <c:pt idx="5457">
                  <c:v>-206.55065857161401</c:v>
                </c:pt>
                <c:pt idx="5458">
                  <c:v>-219.086132842165</c:v>
                </c:pt>
                <c:pt idx="5459">
                  <c:v>-179.11152384049601</c:v>
                </c:pt>
                <c:pt idx="5460">
                  <c:v>-246.022798213838</c:v>
                </c:pt>
                <c:pt idx="5461">
                  <c:v>-138.11056016351299</c:v>
                </c:pt>
                <c:pt idx="5462">
                  <c:v>-238.10085215088199</c:v>
                </c:pt>
                <c:pt idx="5463">
                  <c:v>-215.11380168076201</c:v>
                </c:pt>
                <c:pt idx="5464">
                  <c:v>-251.31244501187899</c:v>
                </c:pt>
                <c:pt idx="5465">
                  <c:v>-243.28696890680001</c:v>
                </c:pt>
                <c:pt idx="5466">
                  <c:v>-220.59188250033301</c:v>
                </c:pt>
                <c:pt idx="5467">
                  <c:v>-226.51012212945699</c:v>
                </c:pt>
                <c:pt idx="5468">
                  <c:v>-193.95870548879699</c:v>
                </c:pt>
                <c:pt idx="5469">
                  <c:v>-180.50703580463701</c:v>
                </c:pt>
                <c:pt idx="5470">
                  <c:v>-214.413312633506</c:v>
                </c:pt>
                <c:pt idx="5471">
                  <c:v>-251.31244501187999</c:v>
                </c:pt>
                <c:pt idx="5472">
                  <c:v>-202.28795344379799</c:v>
                </c:pt>
                <c:pt idx="5473">
                  <c:v>-205.71824058060199</c:v>
                </c:pt>
                <c:pt idx="5474">
                  <c:v>-249.36521410931701</c:v>
                </c:pt>
                <c:pt idx="5475">
                  <c:v>-243.45658897698499</c:v>
                </c:pt>
                <c:pt idx="5476">
                  <c:v>-216.37301585326401</c:v>
                </c:pt>
                <c:pt idx="5477">
                  <c:v>-244.49370862949201</c:v>
                </c:pt>
                <c:pt idx="5478">
                  <c:v>-258.51607526110001</c:v>
                </c:pt>
                <c:pt idx="5479">
                  <c:v>-231.40978517409101</c:v>
                </c:pt>
                <c:pt idx="5480">
                  <c:v>-242.66061315117301</c:v>
                </c:pt>
                <c:pt idx="5481">
                  <c:v>-232.29237973033401</c:v>
                </c:pt>
                <c:pt idx="5482">
                  <c:v>-227.82298469227999</c:v>
                </c:pt>
                <c:pt idx="5483">
                  <c:v>-203.82612730890199</c:v>
                </c:pt>
                <c:pt idx="5484">
                  <c:v>-188.738964980449</c:v>
                </c:pt>
                <c:pt idx="5485">
                  <c:v>-215.31695260143999</c:v>
                </c:pt>
                <c:pt idx="5486">
                  <c:v>-237.26964951114701</c:v>
                </c:pt>
                <c:pt idx="5487">
                  <c:v>-263.34414259892299</c:v>
                </c:pt>
                <c:pt idx="5488">
                  <c:v>-249.13600653882901</c:v>
                </c:pt>
                <c:pt idx="5489">
                  <c:v>-263.60211336127003</c:v>
                </c:pt>
                <c:pt idx="5490">
                  <c:v>-237.08300683521301</c:v>
                </c:pt>
                <c:pt idx="5491">
                  <c:v>-237.64288407588899</c:v>
                </c:pt>
                <c:pt idx="5492">
                  <c:v>-213.99611487053301</c:v>
                </c:pt>
                <c:pt idx="5493">
                  <c:v>-260.24595234833703</c:v>
                </c:pt>
                <c:pt idx="5494">
                  <c:v>-257.14306342059399</c:v>
                </c:pt>
                <c:pt idx="5495">
                  <c:v>-236.597656629749</c:v>
                </c:pt>
                <c:pt idx="5496">
                  <c:v>-213.436446949116</c:v>
                </c:pt>
                <c:pt idx="5497">
                  <c:v>-196.93847014284</c:v>
                </c:pt>
                <c:pt idx="5498">
                  <c:v>-214.84532164478401</c:v>
                </c:pt>
                <c:pt idx="5499">
                  <c:v>-252.57544799507701</c:v>
                </c:pt>
                <c:pt idx="5500">
                  <c:v>-221.872616750395</c:v>
                </c:pt>
                <c:pt idx="5501">
                  <c:v>-251.70166941210701</c:v>
                </c:pt>
                <c:pt idx="5502">
                  <c:v>-242.48877934156701</c:v>
                </c:pt>
                <c:pt idx="5503">
                  <c:v>-233.489582082217</c:v>
                </c:pt>
                <c:pt idx="5504">
                  <c:v>-228.21668054385901</c:v>
                </c:pt>
                <c:pt idx="5505">
                  <c:v>-228.03498410621</c:v>
                </c:pt>
                <c:pt idx="5506">
                  <c:v>-223.74099518706399</c:v>
                </c:pt>
                <c:pt idx="5507">
                  <c:v>-214.84532164478401</c:v>
                </c:pt>
                <c:pt idx="5508">
                  <c:v>-230.18403291732599</c:v>
                </c:pt>
                <c:pt idx="5509">
                  <c:v>-196.33386607033</c:v>
                </c:pt>
                <c:pt idx="5510">
                  <c:v>-227.54172734496001</c:v>
                </c:pt>
                <c:pt idx="5511">
                  <c:v>-212.01327605359799</c:v>
                </c:pt>
                <c:pt idx="5512">
                  <c:v>-234.28133355160099</c:v>
                </c:pt>
                <c:pt idx="5513">
                  <c:v>-247.903576948042</c:v>
                </c:pt>
                <c:pt idx="5514">
                  <c:v>-215.505574878169</c:v>
                </c:pt>
                <c:pt idx="5515">
                  <c:v>-228.686254480695</c:v>
                </c:pt>
                <c:pt idx="5516">
                  <c:v>-242.046599211531</c:v>
                </c:pt>
                <c:pt idx="5517">
                  <c:v>-253.856036692174</c:v>
                </c:pt>
                <c:pt idx="5518">
                  <c:v>-233.36359354886901</c:v>
                </c:pt>
                <c:pt idx="5519">
                  <c:v>-219.93325204547801</c:v>
                </c:pt>
                <c:pt idx="5520">
                  <c:v>-187.066497011933</c:v>
                </c:pt>
                <c:pt idx="5521">
                  <c:v>-170.739829738776</c:v>
                </c:pt>
                <c:pt idx="5522">
                  <c:v>-240.905800683134</c:v>
                </c:pt>
                <c:pt idx="5523">
                  <c:v>-232.411431003122</c:v>
                </c:pt>
                <c:pt idx="5524">
                  <c:v>-224.71620949182301</c:v>
                </c:pt>
                <c:pt idx="5525">
                  <c:v>-236.964551739505</c:v>
                </c:pt>
                <c:pt idx="5526">
                  <c:v>-250.47814385615101</c:v>
                </c:pt>
                <c:pt idx="5527">
                  <c:v>-254.22982818531801</c:v>
                </c:pt>
                <c:pt idx="5528">
                  <c:v>-228.89652364706399</c:v>
                </c:pt>
                <c:pt idx="5529">
                  <c:v>-223.22430610231399</c:v>
                </c:pt>
                <c:pt idx="5530">
                  <c:v>-208.89354445013899</c:v>
                </c:pt>
                <c:pt idx="5531">
                  <c:v>-245.585310373873</c:v>
                </c:pt>
                <c:pt idx="5532">
                  <c:v>-222.895436614484</c:v>
                </c:pt>
                <c:pt idx="5533">
                  <c:v>-202.07051080442599</c:v>
                </c:pt>
                <c:pt idx="5534">
                  <c:v>-295.59412128339198</c:v>
                </c:pt>
                <c:pt idx="5535">
                  <c:v>-173.97498710517499</c:v>
                </c:pt>
                <c:pt idx="5536">
                  <c:v>-261.44353681187198</c:v>
                </c:pt>
                <c:pt idx="5537">
                  <c:v>-252.57143332024501</c:v>
                </c:pt>
                <c:pt idx="5538">
                  <c:v>-230.071663348925</c:v>
                </c:pt>
                <c:pt idx="5539">
                  <c:v>-196.08189577556001</c:v>
                </c:pt>
                <c:pt idx="5540">
                  <c:v>-231.75656384451301</c:v>
                </c:pt>
                <c:pt idx="5541">
                  <c:v>-231.58813578034</c:v>
                </c:pt>
                <c:pt idx="5542">
                  <c:v>-220.389249338984</c:v>
                </c:pt>
                <c:pt idx="5543">
                  <c:v>-248.58580386773301</c:v>
                </c:pt>
                <c:pt idx="5544">
                  <c:v>-249.89646045292699</c:v>
                </c:pt>
                <c:pt idx="5545">
                  <c:v>-255.61759983272299</c:v>
                </c:pt>
                <c:pt idx="5546">
                  <c:v>-218.62392141374301</c:v>
                </c:pt>
                <c:pt idx="5547">
                  <c:v>-251.03438234027701</c:v>
                </c:pt>
                <c:pt idx="5548">
                  <c:v>-243.009964254247</c:v>
                </c:pt>
                <c:pt idx="5549">
                  <c:v>-243.51241024098701</c:v>
                </c:pt>
                <c:pt idx="5550">
                  <c:v>-212.29665507137901</c:v>
                </c:pt>
                <c:pt idx="5551">
                  <c:v>-241.514782923193</c:v>
                </c:pt>
                <c:pt idx="5552">
                  <c:v>-210.879371924944</c:v>
                </c:pt>
                <c:pt idx="5553">
                  <c:v>-230.28235126420401</c:v>
                </c:pt>
                <c:pt idx="5554">
                  <c:v>-215.824742626138</c:v>
                </c:pt>
                <c:pt idx="5555">
                  <c:v>-241.91329179953601</c:v>
                </c:pt>
                <c:pt idx="5556">
                  <c:v>-219.043767764693</c:v>
                </c:pt>
                <c:pt idx="5557">
                  <c:v>-225.85337736605399</c:v>
                </c:pt>
                <c:pt idx="5558">
                  <c:v>-257.14306342059399</c:v>
                </c:pt>
                <c:pt idx="5559">
                  <c:v>-219.21450656149901</c:v>
                </c:pt>
                <c:pt idx="5560">
                  <c:v>-210.02853614479901</c:v>
                </c:pt>
                <c:pt idx="5561">
                  <c:v>-226.498183181521</c:v>
                </c:pt>
                <c:pt idx="5562">
                  <c:v>-227.035367440085</c:v>
                </c:pt>
                <c:pt idx="5563">
                  <c:v>-224.37493689724801</c:v>
                </c:pt>
                <c:pt idx="5564">
                  <c:v>-245.85553445859099</c:v>
                </c:pt>
                <c:pt idx="5565">
                  <c:v>-229.565924465096</c:v>
                </c:pt>
                <c:pt idx="5566">
                  <c:v>-260.02447337491498</c:v>
                </c:pt>
                <c:pt idx="5567">
                  <c:v>-220.04104230720901</c:v>
                </c:pt>
                <c:pt idx="5568">
                  <c:v>-223.48736397818601</c:v>
                </c:pt>
                <c:pt idx="5569">
                  <c:v>-228.47910269118501</c:v>
                </c:pt>
                <c:pt idx="5570">
                  <c:v>-213.99611487053099</c:v>
                </c:pt>
                <c:pt idx="5571">
                  <c:v>-249.01097343312301</c:v>
                </c:pt>
                <c:pt idx="5572">
                  <c:v>-253.31501766584901</c:v>
                </c:pt>
                <c:pt idx="5573">
                  <c:v>-219.08613284216401</c:v>
                </c:pt>
                <c:pt idx="5574">
                  <c:v>-234.43425045873499</c:v>
                </c:pt>
                <c:pt idx="5575">
                  <c:v>-219.03478112145501</c:v>
                </c:pt>
                <c:pt idx="5576">
                  <c:v>-225.85337736605501</c:v>
                </c:pt>
                <c:pt idx="5577">
                  <c:v>-221.118635715518</c:v>
                </c:pt>
                <c:pt idx="5578">
                  <c:v>-198.65056007100901</c:v>
                </c:pt>
                <c:pt idx="5579">
                  <c:v>-213.203207299935</c:v>
                </c:pt>
                <c:pt idx="5580">
                  <c:v>-192.90445018685199</c:v>
                </c:pt>
                <c:pt idx="5581">
                  <c:v>-192.07987475482599</c:v>
                </c:pt>
                <c:pt idx="5582">
                  <c:v>-219.47715409031599</c:v>
                </c:pt>
                <c:pt idx="5583">
                  <c:v>-193.51005244014499</c:v>
                </c:pt>
                <c:pt idx="5584">
                  <c:v>-211.21960837416901</c:v>
                </c:pt>
                <c:pt idx="5585">
                  <c:v>-219.84204050844301</c:v>
                </c:pt>
                <c:pt idx="5586">
                  <c:v>-225.85337736605501</c:v>
                </c:pt>
                <c:pt idx="5587">
                  <c:v>-229.79071262220199</c:v>
                </c:pt>
                <c:pt idx="5588">
                  <c:v>-217.668356786592</c:v>
                </c:pt>
                <c:pt idx="5589">
                  <c:v>-217.16470951902701</c:v>
                </c:pt>
                <c:pt idx="5590">
                  <c:v>-227.119769391153</c:v>
                </c:pt>
                <c:pt idx="5591">
                  <c:v>-253.39923888277301</c:v>
                </c:pt>
                <c:pt idx="5592">
                  <c:v>-208.04189240875101</c:v>
                </c:pt>
                <c:pt idx="5593">
                  <c:v>-196.74815079800999</c:v>
                </c:pt>
                <c:pt idx="5594">
                  <c:v>-200.07622430033999</c:v>
                </c:pt>
                <c:pt idx="5595">
                  <c:v>-221.764922024984</c:v>
                </c:pt>
                <c:pt idx="5596">
                  <c:v>-217.95610014415601</c:v>
                </c:pt>
                <c:pt idx="5597">
                  <c:v>-217.12991616620701</c:v>
                </c:pt>
                <c:pt idx="5598">
                  <c:v>-250.40860343633599</c:v>
                </c:pt>
                <c:pt idx="5599">
                  <c:v>-228.27036051841401</c:v>
                </c:pt>
                <c:pt idx="5600">
                  <c:v>-206.71640421639401</c:v>
                </c:pt>
                <c:pt idx="5601">
                  <c:v>-151.30918320023201</c:v>
                </c:pt>
                <c:pt idx="5602">
                  <c:v>-193.28129009494501</c:v>
                </c:pt>
                <c:pt idx="5603">
                  <c:v>-154.838166927906</c:v>
                </c:pt>
                <c:pt idx="5604">
                  <c:v>-188.73896498045099</c:v>
                </c:pt>
                <c:pt idx="5605">
                  <c:v>-240.17335015321601</c:v>
                </c:pt>
                <c:pt idx="5606">
                  <c:v>-210.59579883853701</c:v>
                </c:pt>
                <c:pt idx="5607">
                  <c:v>-203.20924319982001</c:v>
                </c:pt>
                <c:pt idx="5608">
                  <c:v>-237.910044509741</c:v>
                </c:pt>
                <c:pt idx="5609">
                  <c:v>-214.99374857615601</c:v>
                </c:pt>
                <c:pt idx="5610">
                  <c:v>-189.13229167818201</c:v>
                </c:pt>
                <c:pt idx="5611">
                  <c:v>-196.938470142841</c:v>
                </c:pt>
                <c:pt idx="5612">
                  <c:v>-211.61648024664601</c:v>
                </c:pt>
                <c:pt idx="5613">
                  <c:v>-205.174673424574</c:v>
                </c:pt>
                <c:pt idx="5614">
                  <c:v>-199.719900003487</c:v>
                </c:pt>
                <c:pt idx="5615">
                  <c:v>-247.41613310613499</c:v>
                </c:pt>
                <c:pt idx="5616">
                  <c:v>-199.67713697801301</c:v>
                </c:pt>
                <c:pt idx="5617">
                  <c:v>-204.601666019758</c:v>
                </c:pt>
                <c:pt idx="5618">
                  <c:v>-229.26616878543101</c:v>
                </c:pt>
                <c:pt idx="5619">
                  <c:v>-176.66712997805001</c:v>
                </c:pt>
                <c:pt idx="5620">
                  <c:v>-193.51005244014499</c:v>
                </c:pt>
                <c:pt idx="5621">
                  <c:v>-188.25256739163899</c:v>
                </c:pt>
                <c:pt idx="5622">
                  <c:v>-142.12050941829801</c:v>
                </c:pt>
                <c:pt idx="5623">
                  <c:v>-184.052666166205</c:v>
                </c:pt>
                <c:pt idx="5624">
                  <c:v>-157.167112722821</c:v>
                </c:pt>
                <c:pt idx="5625">
                  <c:v>-190.547652659867</c:v>
                </c:pt>
                <c:pt idx="5626">
                  <c:v>-194.389673124898</c:v>
                </c:pt>
                <c:pt idx="5627">
                  <c:v>-176.49897269095601</c:v>
                </c:pt>
                <c:pt idx="5628">
                  <c:v>-269.52646969506299</c:v>
                </c:pt>
                <c:pt idx="5629">
                  <c:v>-191.60293023829001</c:v>
                </c:pt>
                <c:pt idx="5630">
                  <c:v>-148.770788253295</c:v>
                </c:pt>
                <c:pt idx="5631">
                  <c:v>-153.67272404053301</c:v>
                </c:pt>
                <c:pt idx="5632">
                  <c:v>-231.75656384451301</c:v>
                </c:pt>
                <c:pt idx="5633">
                  <c:v>-216.37301585326401</c:v>
                </c:pt>
                <c:pt idx="5634">
                  <c:v>-239.32160208557301</c:v>
                </c:pt>
                <c:pt idx="5635">
                  <c:v>-221.77578225190601</c:v>
                </c:pt>
                <c:pt idx="5636">
                  <c:v>-145.086818106446</c:v>
                </c:pt>
                <c:pt idx="5637">
                  <c:v>-191.27854549525901</c:v>
                </c:pt>
                <c:pt idx="5638">
                  <c:v>-209.600804609313</c:v>
                </c:pt>
                <c:pt idx="5639">
                  <c:v>-198.080020213079</c:v>
                </c:pt>
                <c:pt idx="5640">
                  <c:v>-213.99611487053099</c:v>
                </c:pt>
                <c:pt idx="5641">
                  <c:v>-217.56044270079599</c:v>
                </c:pt>
                <c:pt idx="5642">
                  <c:v>-169.59284312750901</c:v>
                </c:pt>
                <c:pt idx="5643">
                  <c:v>-188.35680501341901</c:v>
                </c:pt>
                <c:pt idx="5644">
                  <c:v>-219.02632306859201</c:v>
                </c:pt>
                <c:pt idx="5645">
                  <c:v>-207.01047664923701</c:v>
                </c:pt>
                <c:pt idx="5646">
                  <c:v>-176.28275056206701</c:v>
                </c:pt>
                <c:pt idx="5647">
                  <c:v>-220.59188250033401</c:v>
                </c:pt>
                <c:pt idx="5648">
                  <c:v>-181.235819630435</c:v>
                </c:pt>
                <c:pt idx="5649">
                  <c:v>-215.69417995503599</c:v>
                </c:pt>
                <c:pt idx="5650">
                  <c:v>-185.25872173901601</c:v>
                </c:pt>
                <c:pt idx="5651">
                  <c:v>-147.54351527882699</c:v>
                </c:pt>
                <c:pt idx="5652">
                  <c:v>-195.41542707286101</c:v>
                </c:pt>
                <c:pt idx="5653">
                  <c:v>-199.958853639399</c:v>
                </c:pt>
                <c:pt idx="5654">
                  <c:v>-186.06237111299399</c:v>
                </c:pt>
                <c:pt idx="5655">
                  <c:v>-177.363637339322</c:v>
                </c:pt>
                <c:pt idx="5656">
                  <c:v>-186.865710556631</c:v>
                </c:pt>
                <c:pt idx="5657">
                  <c:v>-186.06237111299399</c:v>
                </c:pt>
                <c:pt idx="5658">
                  <c:v>-193.84642193990899</c:v>
                </c:pt>
                <c:pt idx="5659">
                  <c:v>-172.41240609720501</c:v>
                </c:pt>
                <c:pt idx="5660">
                  <c:v>-216.77584524665599</c:v>
                </c:pt>
                <c:pt idx="5661">
                  <c:v>-208.04189240874999</c:v>
                </c:pt>
                <c:pt idx="5662">
                  <c:v>-160.462031934723</c:v>
                </c:pt>
                <c:pt idx="5663">
                  <c:v>-169.930257445249</c:v>
                </c:pt>
                <c:pt idx="5664">
                  <c:v>-124.324842020624</c:v>
                </c:pt>
                <c:pt idx="5665">
                  <c:v>-163.84845841224299</c:v>
                </c:pt>
                <c:pt idx="5666">
                  <c:v>-195.41542707286101</c:v>
                </c:pt>
                <c:pt idx="5667">
                  <c:v>-192.26195199795799</c:v>
                </c:pt>
                <c:pt idx="5668">
                  <c:v>-180.69884571267801</c:v>
                </c:pt>
                <c:pt idx="5669">
                  <c:v>-190.95063999612501</c:v>
                </c:pt>
                <c:pt idx="5670">
                  <c:v>-214.32640337008701</c:v>
                </c:pt>
                <c:pt idx="5671">
                  <c:v>-197.28100103523599</c:v>
                </c:pt>
                <c:pt idx="5672">
                  <c:v>-191.67924870984999</c:v>
                </c:pt>
                <c:pt idx="5673">
                  <c:v>-185.25872173901601</c:v>
                </c:pt>
                <c:pt idx="5674">
                  <c:v>-180.43030690232101</c:v>
                </c:pt>
                <c:pt idx="5675">
                  <c:v>-196.25323890015099</c:v>
                </c:pt>
                <c:pt idx="5676">
                  <c:v>-180.315208256468</c:v>
                </c:pt>
                <c:pt idx="5677">
                  <c:v>-168.45317124068501</c:v>
                </c:pt>
                <c:pt idx="5678">
                  <c:v>-208.392615058834</c:v>
                </c:pt>
                <c:pt idx="5679">
                  <c:v>-197.79469150193</c:v>
                </c:pt>
                <c:pt idx="5680">
                  <c:v>-213.47903569885301</c:v>
                </c:pt>
                <c:pt idx="5681">
                  <c:v>-156.31118313670601</c:v>
                </c:pt>
                <c:pt idx="5682">
                  <c:v>-192.07987475482599</c:v>
                </c:pt>
                <c:pt idx="5683">
                  <c:v>-210.77030994890899</c:v>
                </c:pt>
                <c:pt idx="5684">
                  <c:v>-195.19975907945599</c:v>
                </c:pt>
                <c:pt idx="5685">
                  <c:v>-241.55776308800699</c:v>
                </c:pt>
                <c:pt idx="5686">
                  <c:v>-185.444206804857</c:v>
                </c:pt>
                <c:pt idx="5687">
                  <c:v>-207.45208202383199</c:v>
                </c:pt>
                <c:pt idx="5688">
                  <c:v>-227.16665787160599</c:v>
                </c:pt>
                <c:pt idx="5689">
                  <c:v>-183.77846525444599</c:v>
                </c:pt>
                <c:pt idx="5690">
                  <c:v>-212.93411604823899</c:v>
                </c:pt>
                <c:pt idx="5691">
                  <c:v>-188.35680501341901</c:v>
                </c:pt>
                <c:pt idx="5692">
                  <c:v>-194.88209819183399</c:v>
                </c:pt>
                <c:pt idx="5693">
                  <c:v>-213.66577363871599</c:v>
                </c:pt>
                <c:pt idx="5694">
                  <c:v>-205.91122976947099</c:v>
                </c:pt>
                <c:pt idx="5695">
                  <c:v>-195.682040202151</c:v>
                </c:pt>
                <c:pt idx="5696">
                  <c:v>-193.21166177692001</c:v>
                </c:pt>
                <c:pt idx="5697">
                  <c:v>-198.479414569927</c:v>
                </c:pt>
                <c:pt idx="5698">
                  <c:v>-185.56012658560499</c:v>
                </c:pt>
                <c:pt idx="5699">
                  <c:v>-198.080020213079</c:v>
                </c:pt>
                <c:pt idx="5700">
                  <c:v>-214.93965643898801</c:v>
                </c:pt>
                <c:pt idx="5701">
                  <c:v>-205.75414690624601</c:v>
                </c:pt>
                <c:pt idx="5702">
                  <c:v>-181.638459354943</c:v>
                </c:pt>
                <c:pt idx="5703">
                  <c:v>-182.04102134977401</c:v>
                </c:pt>
                <c:pt idx="5704">
                  <c:v>-219.80150075502499</c:v>
                </c:pt>
                <c:pt idx="5705">
                  <c:v>-236.074843739865</c:v>
                </c:pt>
                <c:pt idx="5706">
                  <c:v>-198.806134652091</c:v>
                </c:pt>
                <c:pt idx="5707">
                  <c:v>-183.19077037223201</c:v>
                </c:pt>
                <c:pt idx="5708">
                  <c:v>-208.32581532142299</c:v>
                </c:pt>
                <c:pt idx="5709">
                  <c:v>-179.73961974687199</c:v>
                </c:pt>
                <c:pt idx="5710">
                  <c:v>-187.15775718346799</c:v>
                </c:pt>
                <c:pt idx="5711">
                  <c:v>-205.03590221909701</c:v>
                </c:pt>
                <c:pt idx="5712">
                  <c:v>-193.681607684292</c:v>
                </c:pt>
                <c:pt idx="5713">
                  <c:v>-199.64112532604</c:v>
                </c:pt>
                <c:pt idx="5714">
                  <c:v>-193.853148774885</c:v>
                </c:pt>
                <c:pt idx="5715">
                  <c:v>-176.66712997804899</c:v>
                </c:pt>
                <c:pt idx="5716">
                  <c:v>-187.77500038914599</c:v>
                </c:pt>
                <c:pt idx="5717">
                  <c:v>-178.011900862375</c:v>
                </c:pt>
                <c:pt idx="5718">
                  <c:v>-178.616765204492</c:v>
                </c:pt>
                <c:pt idx="5719">
                  <c:v>-208.836778537724</c:v>
                </c:pt>
                <c:pt idx="5720">
                  <c:v>-159.784089399728</c:v>
                </c:pt>
                <c:pt idx="5721">
                  <c:v>-212.806639558391</c:v>
                </c:pt>
                <c:pt idx="5722">
                  <c:v>-218.74718790260701</c:v>
                </c:pt>
                <c:pt idx="5723">
                  <c:v>-173.27211794229899</c:v>
                </c:pt>
                <c:pt idx="5724">
                  <c:v>-199.41103613925401</c:v>
                </c:pt>
                <c:pt idx="5725">
                  <c:v>-193.70066850437701</c:v>
                </c:pt>
                <c:pt idx="5726">
                  <c:v>-168.58027343351</c:v>
                </c:pt>
                <c:pt idx="5727">
                  <c:v>-157.74894540147099</c:v>
                </c:pt>
                <c:pt idx="5728">
                  <c:v>-178.87593912048999</c:v>
                </c:pt>
                <c:pt idx="5729">
                  <c:v>-175.08393683486801</c:v>
                </c:pt>
                <c:pt idx="5730">
                  <c:v>-126.097280205556</c:v>
                </c:pt>
                <c:pt idx="5731">
                  <c:v>-161.817259446484</c:v>
                </c:pt>
                <c:pt idx="5732">
                  <c:v>-174.98494739975999</c:v>
                </c:pt>
                <c:pt idx="5733">
                  <c:v>-159.105927536834</c:v>
                </c:pt>
                <c:pt idx="5734">
                  <c:v>-156.11940702524399</c:v>
                </c:pt>
                <c:pt idx="5735">
                  <c:v>-151.997033139667</c:v>
                </c:pt>
                <c:pt idx="5736">
                  <c:v>-170.21942639141199</c:v>
                </c:pt>
                <c:pt idx="5737">
                  <c:v>-176.76603970283901</c:v>
                </c:pt>
                <c:pt idx="5738">
                  <c:v>-145.181359542575</c:v>
                </c:pt>
                <c:pt idx="5739">
                  <c:v>-171.95360068103199</c:v>
                </c:pt>
                <c:pt idx="5740">
                  <c:v>-131.26974281961401</c:v>
                </c:pt>
                <c:pt idx="5741">
                  <c:v>-155.711824575631</c:v>
                </c:pt>
                <c:pt idx="5742">
                  <c:v>-146.86138724337499</c:v>
                </c:pt>
                <c:pt idx="5743">
                  <c:v>-139.75411327024099</c:v>
                </c:pt>
                <c:pt idx="5744">
                  <c:v>-185.057760947887</c:v>
                </c:pt>
                <c:pt idx="5745">
                  <c:v>-232.411431003122</c:v>
                </c:pt>
                <c:pt idx="5746">
                  <c:v>-153.67272404053199</c:v>
                </c:pt>
                <c:pt idx="5747">
                  <c:v>-167.798305328021</c:v>
                </c:pt>
                <c:pt idx="5748">
                  <c:v>-165.87768916195</c:v>
                </c:pt>
                <c:pt idx="5749">
                  <c:v>-143.712707120983</c:v>
                </c:pt>
                <c:pt idx="5750">
                  <c:v>-139.91469254144599</c:v>
                </c:pt>
                <c:pt idx="5751">
                  <c:v>-180.128159410547</c:v>
                </c:pt>
                <c:pt idx="5752">
                  <c:v>-130.635210200405</c:v>
                </c:pt>
                <c:pt idx="5753">
                  <c:v>-141.396384854075</c:v>
                </c:pt>
                <c:pt idx="5754">
                  <c:v>-144.677089443835</c:v>
                </c:pt>
                <c:pt idx="5755">
                  <c:v>-127.986243640846</c:v>
                </c:pt>
                <c:pt idx="5756">
                  <c:v>-125.524006968281</c:v>
                </c:pt>
                <c:pt idx="5757">
                  <c:v>-139.049890375975</c:v>
                </c:pt>
                <c:pt idx="5758">
                  <c:v>-148.420211944909</c:v>
                </c:pt>
                <c:pt idx="5759">
                  <c:v>-64.502347663166802</c:v>
                </c:pt>
                <c:pt idx="5760">
                  <c:v>-129.40185841368901</c:v>
                </c:pt>
                <c:pt idx="5761">
                  <c:v>-109.18320991035399</c:v>
                </c:pt>
                <c:pt idx="5762">
                  <c:v>-102.215418137328</c:v>
                </c:pt>
                <c:pt idx="5763">
                  <c:v>-115.91508778324599</c:v>
                </c:pt>
                <c:pt idx="5764">
                  <c:v>-93.554010240897696</c:v>
                </c:pt>
                <c:pt idx="5765">
                  <c:v>-105.08525087323299</c:v>
                </c:pt>
                <c:pt idx="5766">
                  <c:v>-130.07983763919799</c:v>
                </c:pt>
                <c:pt idx="5767">
                  <c:v>-115.796401608422</c:v>
                </c:pt>
                <c:pt idx="5768">
                  <c:v>-96.286393761472894</c:v>
                </c:pt>
                <c:pt idx="5769">
                  <c:v>-116.627065201403</c:v>
                </c:pt>
                <c:pt idx="5770">
                  <c:v>-96.896682439762998</c:v>
                </c:pt>
                <c:pt idx="5771">
                  <c:v>-96.960079018760496</c:v>
                </c:pt>
                <c:pt idx="5772">
                  <c:v>-136.655578345458</c:v>
                </c:pt>
                <c:pt idx="5773">
                  <c:v>-73.5355406089311</c:v>
                </c:pt>
                <c:pt idx="5774">
                  <c:v>-156.00296297588201</c:v>
                </c:pt>
                <c:pt idx="5775">
                  <c:v>-111.28139377447</c:v>
                </c:pt>
                <c:pt idx="5776">
                  <c:v>-80.330296850782304</c:v>
                </c:pt>
                <c:pt idx="5777">
                  <c:v>-110.717906474777</c:v>
                </c:pt>
                <c:pt idx="5778">
                  <c:v>-65.353246329200303</c:v>
                </c:pt>
                <c:pt idx="5779">
                  <c:v>-84.550103003851206</c:v>
                </c:pt>
                <c:pt idx="5780">
                  <c:v>-109.654054236017</c:v>
                </c:pt>
                <c:pt idx="5781">
                  <c:v>-87.960035349579798</c:v>
                </c:pt>
                <c:pt idx="5782">
                  <c:v>-125.50663262406</c:v>
                </c:pt>
                <c:pt idx="5783">
                  <c:v>-85.252593641351197</c:v>
                </c:pt>
                <c:pt idx="5784">
                  <c:v>-112.470486535448</c:v>
                </c:pt>
                <c:pt idx="5785">
                  <c:v>-104.13280661554199</c:v>
                </c:pt>
                <c:pt idx="5786">
                  <c:v>-103.39555428662899</c:v>
                </c:pt>
                <c:pt idx="5787">
                  <c:v>-111.63819163178501</c:v>
                </c:pt>
                <c:pt idx="5788">
                  <c:v>-109.49650348321001</c:v>
                </c:pt>
                <c:pt idx="5789">
                  <c:v>-111.083146797466</c:v>
                </c:pt>
                <c:pt idx="5790">
                  <c:v>-91.564617505503506</c:v>
                </c:pt>
                <c:pt idx="5791">
                  <c:v>-179.28509556267801</c:v>
                </c:pt>
                <c:pt idx="5792">
                  <c:v>-111.736125639503</c:v>
                </c:pt>
                <c:pt idx="5793">
                  <c:v>-86.155456132287298</c:v>
                </c:pt>
                <c:pt idx="5794">
                  <c:v>-95.163110840219801</c:v>
                </c:pt>
                <c:pt idx="5795">
                  <c:v>-84.766278604632106</c:v>
                </c:pt>
                <c:pt idx="5796">
                  <c:v>-117.585118506223</c:v>
                </c:pt>
                <c:pt idx="5797">
                  <c:v>-91.564617505505296</c:v>
                </c:pt>
                <c:pt idx="5798">
                  <c:v>-111.24641036058</c:v>
                </c:pt>
                <c:pt idx="5799">
                  <c:v>-119.739154592003</c:v>
                </c:pt>
                <c:pt idx="5800">
                  <c:v>-79.767025433461598</c:v>
                </c:pt>
                <c:pt idx="5801">
                  <c:v>-52.447219481970897</c:v>
                </c:pt>
                <c:pt idx="5802">
                  <c:v>-69.036574632783399</c:v>
                </c:pt>
                <c:pt idx="5803">
                  <c:v>-67.443603957939501</c:v>
                </c:pt>
                <c:pt idx="5804">
                  <c:v>-72.996163784691802</c:v>
                </c:pt>
                <c:pt idx="5805">
                  <c:v>-86.615591941209402</c:v>
                </c:pt>
                <c:pt idx="5806">
                  <c:v>-133.996060880518</c:v>
                </c:pt>
                <c:pt idx="5807">
                  <c:v>-40.539274891096198</c:v>
                </c:pt>
                <c:pt idx="5808">
                  <c:v>-81.737825822433393</c:v>
                </c:pt>
                <c:pt idx="5809">
                  <c:v>-68.521804588775893</c:v>
                </c:pt>
                <c:pt idx="5810">
                  <c:v>-44.5076517442184</c:v>
                </c:pt>
                <c:pt idx="5811">
                  <c:v>-62.556167406420997</c:v>
                </c:pt>
                <c:pt idx="5812">
                  <c:v>-39.416451596587599</c:v>
                </c:pt>
                <c:pt idx="5813">
                  <c:v>-63.109239164850798</c:v>
                </c:pt>
                <c:pt idx="5814">
                  <c:v>-42.689719505020499</c:v>
                </c:pt>
                <c:pt idx="5815">
                  <c:v>-33.643406916819004</c:v>
                </c:pt>
                <c:pt idx="5816">
                  <c:v>-42.382644472506399</c:v>
                </c:pt>
                <c:pt idx="5817">
                  <c:v>-20.778099521666199</c:v>
                </c:pt>
                <c:pt idx="5818">
                  <c:v>-14.5655312108719</c:v>
                </c:pt>
                <c:pt idx="5819">
                  <c:v>-39.756762831040703</c:v>
                </c:pt>
                <c:pt idx="5820">
                  <c:v>-66.735236589169205</c:v>
                </c:pt>
                <c:pt idx="5821">
                  <c:v>-43.846762963294097</c:v>
                </c:pt>
                <c:pt idx="5822">
                  <c:v>-68.328733920311606</c:v>
                </c:pt>
                <c:pt idx="5823">
                  <c:v>-65.353246329200303</c:v>
                </c:pt>
                <c:pt idx="5824">
                  <c:v>-47.086324640995301</c:v>
                </c:pt>
                <c:pt idx="5825">
                  <c:v>1.16946949504472</c:v>
                </c:pt>
                <c:pt idx="5826">
                  <c:v>-30.187194576769699</c:v>
                </c:pt>
                <c:pt idx="5827">
                  <c:v>-102.341892652982</c:v>
                </c:pt>
                <c:pt idx="5828">
                  <c:v>-72.764960656619195</c:v>
                </c:pt>
                <c:pt idx="5829">
                  <c:v>-11.0631235067776</c:v>
                </c:pt>
                <c:pt idx="5830">
                  <c:v>-48.2708495191618</c:v>
                </c:pt>
                <c:pt idx="5831">
                  <c:v>-17.1769792509658</c:v>
                </c:pt>
                <c:pt idx="5832">
                  <c:v>-20.9212564131048</c:v>
                </c:pt>
                <c:pt idx="5833">
                  <c:v>-39.952417472979498</c:v>
                </c:pt>
                <c:pt idx="5834">
                  <c:v>-47.903308112136003</c:v>
                </c:pt>
                <c:pt idx="5835">
                  <c:v>-44.727902949561198</c:v>
                </c:pt>
                <c:pt idx="5836">
                  <c:v>-46.399075721373201</c:v>
                </c:pt>
                <c:pt idx="5837">
                  <c:v>0.73084479022782001</c:v>
                </c:pt>
                <c:pt idx="5838">
                  <c:v>-28.827882815697102</c:v>
                </c:pt>
                <c:pt idx="5839">
                  <c:v>-51.270089851069301</c:v>
                </c:pt>
                <c:pt idx="5840">
                  <c:v>21.737403733114601</c:v>
                </c:pt>
                <c:pt idx="5841">
                  <c:v>14.980601961250599</c:v>
                </c:pt>
                <c:pt idx="5842">
                  <c:v>-18.3589083551751</c:v>
                </c:pt>
                <c:pt idx="5843">
                  <c:v>4.17956470355238</c:v>
                </c:pt>
                <c:pt idx="5844">
                  <c:v>48.768069253540403</c:v>
                </c:pt>
                <c:pt idx="5845">
                  <c:v>-8.7510336309824197</c:v>
                </c:pt>
                <c:pt idx="5846">
                  <c:v>-10.8294285454121</c:v>
                </c:pt>
                <c:pt idx="5847">
                  <c:v>15.031539866746201</c:v>
                </c:pt>
                <c:pt idx="5848">
                  <c:v>6.6428317894897102</c:v>
                </c:pt>
                <c:pt idx="5849">
                  <c:v>-2.5560252605646299</c:v>
                </c:pt>
                <c:pt idx="5850">
                  <c:v>19.082074008603701</c:v>
                </c:pt>
                <c:pt idx="5851">
                  <c:v>9.4572597595561092</c:v>
                </c:pt>
                <c:pt idx="5852" formatCode="0.00E+00">
                  <c:v>-1.81898940354585E-12</c:v>
                </c:pt>
                <c:pt idx="5853">
                  <c:v>18.871471638213698</c:v>
                </c:pt>
                <c:pt idx="5854">
                  <c:v>-35.923944714562801</c:v>
                </c:pt>
                <c:pt idx="5855">
                  <c:v>-23.134211918227201</c:v>
                </c:pt>
                <c:pt idx="5856">
                  <c:v>19.671868625052401</c:v>
                </c:pt>
                <c:pt idx="5857">
                  <c:v>-23.2581468313073</c:v>
                </c:pt>
                <c:pt idx="5858">
                  <c:v>16.537059814924699</c:v>
                </c:pt>
                <c:pt idx="5859">
                  <c:v>7.9480424635112197</c:v>
                </c:pt>
                <c:pt idx="5860">
                  <c:v>29.426509302287698</c:v>
                </c:pt>
                <c:pt idx="5861">
                  <c:v>59.253651814954502</c:v>
                </c:pt>
                <c:pt idx="5862">
                  <c:v>-3.3378818719666001</c:v>
                </c:pt>
                <c:pt idx="5863">
                  <c:v>-3.6505458193341802</c:v>
                </c:pt>
                <c:pt idx="5864">
                  <c:v>29.172591405026601</c:v>
                </c:pt>
                <c:pt idx="5865">
                  <c:v>34.511054976916</c:v>
                </c:pt>
                <c:pt idx="5866">
                  <c:v>13.9281512195329</c:v>
                </c:pt>
                <c:pt idx="5867">
                  <c:v>-4.7445156759340499</c:v>
                </c:pt>
                <c:pt idx="5868">
                  <c:v>59.468163576571897</c:v>
                </c:pt>
                <c:pt idx="5869">
                  <c:v>87.9680242626591</c:v>
                </c:pt>
                <c:pt idx="5870">
                  <c:v>87.055539932598506</c:v>
                </c:pt>
                <c:pt idx="5871">
                  <c:v>-44.838020106368198</c:v>
                </c:pt>
                <c:pt idx="5872">
                  <c:v>52.656890238847097</c:v>
                </c:pt>
                <c:pt idx="5873">
                  <c:v>13.6129997198186</c:v>
                </c:pt>
                <c:pt idx="5874">
                  <c:v>31.543636880134699</c:v>
                </c:pt>
                <c:pt idx="5875">
                  <c:v>17.608283448988001</c:v>
                </c:pt>
                <c:pt idx="5876">
                  <c:v>49.835742420708797</c:v>
                </c:pt>
                <c:pt idx="5877">
                  <c:v>34.320171561017503</c:v>
                </c:pt>
                <c:pt idx="5878">
                  <c:v>9.2056509920002991</c:v>
                </c:pt>
                <c:pt idx="5879">
                  <c:v>78.860026826614501</c:v>
                </c:pt>
                <c:pt idx="5880">
                  <c:v>124.77754757931</c:v>
                </c:pt>
                <c:pt idx="5881">
                  <c:v>61.399708624461702</c:v>
                </c:pt>
                <c:pt idx="5882">
                  <c:v>58.503024900267498</c:v>
                </c:pt>
                <c:pt idx="5883">
                  <c:v>75.969858613008</c:v>
                </c:pt>
                <c:pt idx="5884">
                  <c:v>13.486951858471899</c:v>
                </c:pt>
                <c:pt idx="5885">
                  <c:v>38.332215064707199</c:v>
                </c:pt>
                <c:pt idx="5886">
                  <c:v>60.433724725483401</c:v>
                </c:pt>
                <c:pt idx="5887">
                  <c:v>48.088910488871903</c:v>
                </c:pt>
                <c:pt idx="5888">
                  <c:v>32.984452651952701</c:v>
                </c:pt>
                <c:pt idx="5889">
                  <c:v>27.542062838429899</c:v>
                </c:pt>
                <c:pt idx="5890">
                  <c:v>66.500080515218499</c:v>
                </c:pt>
                <c:pt idx="5891">
                  <c:v>31.043040287387999</c:v>
                </c:pt>
                <c:pt idx="5892">
                  <c:v>38.332215064708997</c:v>
                </c:pt>
                <c:pt idx="5893">
                  <c:v>86.664590019278805</c:v>
                </c:pt>
                <c:pt idx="5894">
                  <c:v>98.030166053096707</c:v>
                </c:pt>
                <c:pt idx="5895">
                  <c:v>63.4618884793544</c:v>
                </c:pt>
                <c:pt idx="5896">
                  <c:v>53.255780465365198</c:v>
                </c:pt>
                <c:pt idx="5897">
                  <c:v>19.671868625052401</c:v>
                </c:pt>
                <c:pt idx="5898">
                  <c:v>42.798657527448</c:v>
                </c:pt>
                <c:pt idx="5899">
                  <c:v>110.902676897321</c:v>
                </c:pt>
                <c:pt idx="5900">
                  <c:v>73.996096252920296</c:v>
                </c:pt>
                <c:pt idx="5901">
                  <c:v>90.250877090458701</c:v>
                </c:pt>
                <c:pt idx="5902">
                  <c:v>120.143015205202</c:v>
                </c:pt>
                <c:pt idx="5903">
                  <c:v>56.252676047863098</c:v>
                </c:pt>
                <c:pt idx="5904">
                  <c:v>92.536078532277301</c:v>
                </c:pt>
                <c:pt idx="5905">
                  <c:v>126.324526941226</c:v>
                </c:pt>
                <c:pt idx="5906">
                  <c:v>92.536078532279106</c:v>
                </c:pt>
                <c:pt idx="5907">
                  <c:v>106.296811672654</c:v>
                </c:pt>
                <c:pt idx="5908">
                  <c:v>63.4618884793544</c:v>
                </c:pt>
                <c:pt idx="5909">
                  <c:v>34.765592042064704</c:v>
                </c:pt>
                <c:pt idx="5910">
                  <c:v>120.1430152052</c:v>
                </c:pt>
                <c:pt idx="5911">
                  <c:v>71.082860082190507</c:v>
                </c:pt>
                <c:pt idx="5912">
                  <c:v>78.860026826614501</c:v>
                </c:pt>
                <c:pt idx="5913">
                  <c:v>87.968024262657295</c:v>
                </c:pt>
                <c:pt idx="5914">
                  <c:v>5.1210733031866704</c:v>
                </c:pt>
                <c:pt idx="5915">
                  <c:v>69.789319042304598</c:v>
                </c:pt>
                <c:pt idx="5916">
                  <c:v>46.954212984816799</c:v>
                </c:pt>
                <c:pt idx="5917">
                  <c:v>115.51806821346</c:v>
                </c:pt>
                <c:pt idx="5918">
                  <c:v>148.09503858653801</c:v>
                </c:pt>
                <c:pt idx="5919">
                  <c:v>124.77754757931</c:v>
                </c:pt>
                <c:pt idx="5920">
                  <c:v>118.88071666130899</c:v>
                </c:pt>
                <c:pt idx="5921">
                  <c:v>131.282053165386</c:v>
                </c:pt>
                <c:pt idx="5922">
                  <c:v>94.060852736171</c:v>
                </c:pt>
                <c:pt idx="5923">
                  <c:v>102.137784119033</c:v>
                </c:pt>
                <c:pt idx="5924">
                  <c:v>51.758860143831001</c:v>
                </c:pt>
                <c:pt idx="5925">
                  <c:v>92.536078532279106</c:v>
                </c:pt>
                <c:pt idx="5926">
                  <c:v>61.882859191997298</c:v>
                </c:pt>
                <c:pt idx="5927">
                  <c:v>131.747384019457</c:v>
                </c:pt>
                <c:pt idx="5928">
                  <c:v>185.91248198481401</c:v>
                </c:pt>
                <c:pt idx="5929">
                  <c:v>65.267877278654794</c:v>
                </c:pt>
                <c:pt idx="5930">
                  <c:v>78.860026826614501</c:v>
                </c:pt>
                <c:pt idx="5931">
                  <c:v>116.442292208914</c:v>
                </c:pt>
                <c:pt idx="5932">
                  <c:v>51.758860143831001</c:v>
                </c:pt>
                <c:pt idx="5933">
                  <c:v>101.700443077312</c:v>
                </c:pt>
                <c:pt idx="5934">
                  <c:v>101.70044307731099</c:v>
                </c:pt>
                <c:pt idx="5935">
                  <c:v>74.320026055472198</c:v>
                </c:pt>
                <c:pt idx="5936">
                  <c:v>170.70948966389901</c:v>
                </c:pt>
                <c:pt idx="5937">
                  <c:v>120.143015205202</c:v>
                </c:pt>
                <c:pt idx="5938">
                  <c:v>116.358256044965</c:v>
                </c:pt>
                <c:pt idx="5939">
                  <c:v>127.430166908826</c:v>
                </c:pt>
                <c:pt idx="5940">
                  <c:v>85.687516430059006</c:v>
                </c:pt>
                <c:pt idx="5941">
                  <c:v>112.879533564694</c:v>
                </c:pt>
                <c:pt idx="5942">
                  <c:v>87.055539932597597</c:v>
                </c:pt>
                <c:pt idx="5943">
                  <c:v>104.32577827854099</c:v>
                </c:pt>
                <c:pt idx="5944">
                  <c:v>72.053512613657404</c:v>
                </c:pt>
                <c:pt idx="5945">
                  <c:v>182.10216023184</c:v>
                </c:pt>
                <c:pt idx="5946">
                  <c:v>100.782306369644</c:v>
                </c:pt>
                <c:pt idx="5947">
                  <c:v>133.410068723488</c:v>
                </c:pt>
                <c:pt idx="5948">
                  <c:v>92.536078532279106</c:v>
                </c:pt>
                <c:pt idx="5949">
                  <c:v>110.902676897321</c:v>
                </c:pt>
                <c:pt idx="5950">
                  <c:v>58.503024900267498</c:v>
                </c:pt>
                <c:pt idx="5951">
                  <c:v>59.253651814954502</c:v>
                </c:pt>
                <c:pt idx="5952">
                  <c:v>67.075343973861806</c:v>
                </c:pt>
                <c:pt idx="5953">
                  <c:v>86.486908275789503</c:v>
                </c:pt>
                <c:pt idx="5954">
                  <c:v>92.536078532277301</c:v>
                </c:pt>
                <c:pt idx="5955">
                  <c:v>81.133521312319303</c:v>
                </c:pt>
                <c:pt idx="5956">
                  <c:v>72.431103655599998</c:v>
                </c:pt>
                <c:pt idx="5957">
                  <c:v>105.311077085546</c:v>
                </c:pt>
                <c:pt idx="5958">
                  <c:v>143.41212936240299</c:v>
                </c:pt>
                <c:pt idx="5959">
                  <c:v>84.568851457502205</c:v>
                </c:pt>
                <c:pt idx="5960">
                  <c:v>183.530280825869</c:v>
                </c:pt>
                <c:pt idx="5961">
                  <c:v>85.065966256076507</c:v>
                </c:pt>
                <c:pt idx="5962">
                  <c:v>87.055539932598506</c:v>
                </c:pt>
                <c:pt idx="5963">
                  <c:v>97.113541770528101</c:v>
                </c:pt>
                <c:pt idx="5964">
                  <c:v>183.530280825869</c:v>
                </c:pt>
                <c:pt idx="5965">
                  <c:v>111.890886374638</c:v>
                </c:pt>
                <c:pt idx="5966">
                  <c:v>90.821957126825495</c:v>
                </c:pt>
                <c:pt idx="5967">
                  <c:v>134.85205987877899</c:v>
                </c:pt>
                <c:pt idx="5968">
                  <c:v>111.32186384225599</c:v>
                </c:pt>
                <c:pt idx="5969">
                  <c:v>78.081079695975802</c:v>
                </c:pt>
                <c:pt idx="5970">
                  <c:v>107.831043447422</c:v>
                </c:pt>
                <c:pt idx="5971">
                  <c:v>104.98259574414099</c:v>
                </c:pt>
                <c:pt idx="5972">
                  <c:v>92.046194612479596</c:v>
                </c:pt>
                <c:pt idx="5973">
                  <c:v>109.585744645124</c:v>
                </c:pt>
                <c:pt idx="5974">
                  <c:v>87.792517375031807</c:v>
                </c:pt>
                <c:pt idx="5975">
                  <c:v>91.832689261136693</c:v>
                </c:pt>
                <c:pt idx="5976">
                  <c:v>137.18338969468999</c:v>
                </c:pt>
                <c:pt idx="5977">
                  <c:v>126.646111363068</c:v>
                </c:pt>
                <c:pt idx="5978">
                  <c:v>145.417896549419</c:v>
                </c:pt>
                <c:pt idx="5979">
                  <c:v>208.26762093946201</c:v>
                </c:pt>
                <c:pt idx="5980">
                  <c:v>59.253651814954502</c:v>
                </c:pt>
                <c:pt idx="5981">
                  <c:v>29.426509302288601</c:v>
                </c:pt>
                <c:pt idx="5982">
                  <c:v>121.368869131474</c:v>
                </c:pt>
                <c:pt idx="5983">
                  <c:v>102.535441421684</c:v>
                </c:pt>
                <c:pt idx="5984">
                  <c:v>46.256228424607798</c:v>
                </c:pt>
                <c:pt idx="5985">
                  <c:v>120.143015205202</c:v>
                </c:pt>
                <c:pt idx="5986">
                  <c:v>80.808593560403096</c:v>
                </c:pt>
                <c:pt idx="5987">
                  <c:v>122.128067908714</c:v>
                </c:pt>
                <c:pt idx="5988">
                  <c:v>106.29681167265301</c:v>
                </c:pt>
                <c:pt idx="5989">
                  <c:v>97.113541770528997</c:v>
                </c:pt>
                <c:pt idx="5990">
                  <c:v>122.128067908714</c:v>
                </c:pt>
                <c:pt idx="5991">
                  <c:v>140.07315665357001</c:v>
                </c:pt>
                <c:pt idx="5992">
                  <c:v>103.788526138205</c:v>
                </c:pt>
                <c:pt idx="5993">
                  <c:v>125.357539582599</c:v>
                </c:pt>
                <c:pt idx="5994">
                  <c:v>106.29681167265301</c:v>
                </c:pt>
                <c:pt idx="5995">
                  <c:v>16.1354863444203</c:v>
                </c:pt>
                <c:pt idx="5996">
                  <c:v>131.747384019457</c:v>
                </c:pt>
                <c:pt idx="5997">
                  <c:v>100.38893507704999</c:v>
                </c:pt>
                <c:pt idx="5998">
                  <c:v>83.409349981269699</c:v>
                </c:pt>
                <c:pt idx="5999">
                  <c:v>97.530142357380996</c:v>
                </c:pt>
                <c:pt idx="6000">
                  <c:v>110.016194673768</c:v>
                </c:pt>
                <c:pt idx="6001">
                  <c:v>101.283061279084</c:v>
                </c:pt>
                <c:pt idx="6002">
                  <c:v>32.602968077922903</c:v>
                </c:pt>
                <c:pt idx="6003">
                  <c:v>-59.234739176917998</c:v>
                </c:pt>
                <c:pt idx="6004">
                  <c:v>40.392521465869301</c:v>
                </c:pt>
                <c:pt idx="6005">
                  <c:v>49.963898013831503</c:v>
                </c:pt>
                <c:pt idx="6006">
                  <c:v>-27.591402666120299</c:v>
                </c:pt>
                <c:pt idx="6007">
                  <c:v>20.556859028783901</c:v>
                </c:pt>
                <c:pt idx="6008">
                  <c:v>23.964010022113101</c:v>
                </c:pt>
                <c:pt idx="6009">
                  <c:v>11.7230457260848</c:v>
                </c:pt>
                <c:pt idx="6010">
                  <c:v>24.987190928315599</c:v>
                </c:pt>
                <c:pt idx="6011">
                  <c:v>-17.466946056755599</c:v>
                </c:pt>
                <c:pt idx="6012">
                  <c:v>-23.2581468313073</c:v>
                </c:pt>
                <c:pt idx="6013">
                  <c:v>11.3795935167681</c:v>
                </c:pt>
                <c:pt idx="6014">
                  <c:v>-23.2581468313073</c:v>
                </c:pt>
                <c:pt idx="6015">
                  <c:v>-14.938787832039401</c:v>
                </c:pt>
                <c:pt idx="6016">
                  <c:v>-10.7515246335333</c:v>
                </c:pt>
                <c:pt idx="6017">
                  <c:v>-6.0951305113212504</c:v>
                </c:pt>
                <c:pt idx="6018">
                  <c:v>21.6300551472868</c:v>
                </c:pt>
                <c:pt idx="6019">
                  <c:v>-0.44962867150206798</c:v>
                </c:pt>
                <c:pt idx="6020">
                  <c:v>6.4398692472277599</c:v>
                </c:pt>
                <c:pt idx="6021">
                  <c:v>28.315835731918</c:v>
                </c:pt>
                <c:pt idx="6022">
                  <c:v>-27.591402666120299</c:v>
                </c:pt>
                <c:pt idx="6023">
                  <c:v>-18.125817280308102</c:v>
                </c:pt>
                <c:pt idx="6024">
                  <c:v>1.6708631253713899</c:v>
                </c:pt>
                <c:pt idx="6025">
                  <c:v>-24.992490813269701</c:v>
                </c:pt>
                <c:pt idx="6026">
                  <c:v>-25.2288845983011</c:v>
                </c:pt>
                <c:pt idx="6027">
                  <c:v>-33.643406916819004</c:v>
                </c:pt>
                <c:pt idx="6028">
                  <c:v>-53.409846386372898</c:v>
                </c:pt>
                <c:pt idx="6029">
                  <c:v>-17.674041454958498</c:v>
                </c:pt>
                <c:pt idx="6030">
                  <c:v>-39.744721965470397</c:v>
                </c:pt>
                <c:pt idx="6031">
                  <c:v>-30.1871945767688</c:v>
                </c:pt>
                <c:pt idx="6032">
                  <c:v>46.331220529807901</c:v>
                </c:pt>
                <c:pt idx="6033">
                  <c:v>-57.682978473274403</c:v>
                </c:pt>
                <c:pt idx="6034">
                  <c:v>-66.203807337033993</c:v>
                </c:pt>
                <c:pt idx="6035">
                  <c:v>-65.043867710924104</c:v>
                </c:pt>
                <c:pt idx="6036">
                  <c:v>-40.108928404330001</c:v>
                </c:pt>
                <c:pt idx="6037">
                  <c:v>-58.458999027545303</c:v>
                </c:pt>
                <c:pt idx="6038">
                  <c:v>-49.128202084159</c:v>
                </c:pt>
                <c:pt idx="6039">
                  <c:v>-42.816149447116899</c:v>
                </c:pt>
                <c:pt idx="6040">
                  <c:v>-32.779872159992003</c:v>
                </c:pt>
                <c:pt idx="6041">
                  <c:v>-49.128202084159</c:v>
                </c:pt>
                <c:pt idx="6042">
                  <c:v>-13.2586269642315</c:v>
                </c:pt>
                <c:pt idx="6043">
                  <c:v>-13.0718620667257</c:v>
                </c:pt>
                <c:pt idx="6044">
                  <c:v>-26.5921907153006</c:v>
                </c:pt>
                <c:pt idx="6045">
                  <c:v>-153.67272404053199</c:v>
                </c:pt>
                <c:pt idx="6046">
                  <c:v>-89.624446235784404</c:v>
                </c:pt>
                <c:pt idx="6047">
                  <c:v>-50.388394353743898</c:v>
                </c:pt>
                <c:pt idx="6048">
                  <c:v>-28.257287541497998</c:v>
                </c:pt>
                <c:pt idx="6049">
                  <c:v>-59.389853571577902</c:v>
                </c:pt>
                <c:pt idx="6050">
                  <c:v>-83.144427568146895</c:v>
                </c:pt>
                <c:pt idx="6051">
                  <c:v>-64.608728468975599</c:v>
                </c:pt>
                <c:pt idx="6052">
                  <c:v>-98.556110955295395</c:v>
                </c:pt>
                <c:pt idx="6053">
                  <c:v>-65.043867710924104</c:v>
                </c:pt>
                <c:pt idx="6054">
                  <c:v>-97.527227515569393</c:v>
                </c:pt>
                <c:pt idx="6055">
                  <c:v>-67.903917181726598</c:v>
                </c:pt>
                <c:pt idx="6056">
                  <c:v>-51.270089851071099</c:v>
                </c:pt>
                <c:pt idx="6057">
                  <c:v>-87.435224335708796</c:v>
                </c:pt>
                <c:pt idx="6058">
                  <c:v>-64.786018081833305</c:v>
                </c:pt>
                <c:pt idx="6059">
                  <c:v>-70.451554530760404</c:v>
                </c:pt>
                <c:pt idx="6060">
                  <c:v>-87.960035349578902</c:v>
                </c:pt>
                <c:pt idx="6061">
                  <c:v>-53.409846386372898</c:v>
                </c:pt>
                <c:pt idx="6062">
                  <c:v>-110.80556988935599</c:v>
                </c:pt>
                <c:pt idx="6063">
                  <c:v>-63.468659335457197</c:v>
                </c:pt>
                <c:pt idx="6064">
                  <c:v>-161.00422811812399</c:v>
                </c:pt>
                <c:pt idx="6065">
                  <c:v>-21.088260826807499</c:v>
                </c:pt>
                <c:pt idx="6066">
                  <c:v>-7.2949727217710398</c:v>
                </c:pt>
                <c:pt idx="6067">
                  <c:v>18.948051970345599</c:v>
                </c:pt>
                <c:pt idx="6068">
                  <c:v>-3.8494903787604899</c:v>
                </c:pt>
                <c:pt idx="6069">
                  <c:v>-55.158973286992399</c:v>
                </c:pt>
                <c:pt idx="6070">
                  <c:v>-21.5891968047153</c:v>
                </c:pt>
                <c:pt idx="6071">
                  <c:v>-42.057458500575102</c:v>
                </c:pt>
                <c:pt idx="6072">
                  <c:v>-64.076771645484698</c:v>
                </c:pt>
                <c:pt idx="6073">
                  <c:v>-79.897024328955894</c:v>
                </c:pt>
                <c:pt idx="6074">
                  <c:v>-71.784822403831598</c:v>
                </c:pt>
                <c:pt idx="6075">
                  <c:v>-42.524376848241403</c:v>
                </c:pt>
                <c:pt idx="6076">
                  <c:v>-55.974745479107597</c:v>
                </c:pt>
                <c:pt idx="6077">
                  <c:v>-48.883279064992998</c:v>
                </c:pt>
                <c:pt idx="6078">
                  <c:v>-70.451554530760404</c:v>
                </c:pt>
                <c:pt idx="6079">
                  <c:v>-78.921839736058203</c:v>
                </c:pt>
                <c:pt idx="6080">
                  <c:v>-91.564617505502596</c:v>
                </c:pt>
                <c:pt idx="6081">
                  <c:v>-57.682978473272598</c:v>
                </c:pt>
                <c:pt idx="6082">
                  <c:v>-59.127345721503801</c:v>
                </c:pt>
                <c:pt idx="6083">
                  <c:v>12.1638886164291</c:v>
                </c:pt>
                <c:pt idx="6084">
                  <c:v>-94.264057489644003</c:v>
                </c:pt>
                <c:pt idx="6085">
                  <c:v>-13.113366766748101</c:v>
                </c:pt>
                <c:pt idx="6086">
                  <c:v>-21.522412036208099</c:v>
                </c:pt>
                <c:pt idx="6087">
                  <c:v>-71.865599831712601</c:v>
                </c:pt>
                <c:pt idx="6088">
                  <c:v>1.16946949504381</c:v>
                </c:pt>
                <c:pt idx="6089">
                  <c:v>-42.921177911583001</c:v>
                </c:pt>
                <c:pt idx="6090">
                  <c:v>-65.474775712866105</c:v>
                </c:pt>
                <c:pt idx="6091">
                  <c:v>-12.075511007315001</c:v>
                </c:pt>
                <c:pt idx="6092">
                  <c:v>-9.8943970362024594</c:v>
                </c:pt>
                <c:pt idx="6093">
                  <c:v>13.249419902906</c:v>
                </c:pt>
                <c:pt idx="6094">
                  <c:v>-38.190886301273103</c:v>
                </c:pt>
                <c:pt idx="6095">
                  <c:v>-23.0609743157538</c:v>
                </c:pt>
                <c:pt idx="6096">
                  <c:v>-24.497105783503599</c:v>
                </c:pt>
                <c:pt idx="6097">
                  <c:v>-40.539274891096198</c:v>
                </c:pt>
                <c:pt idx="6098">
                  <c:v>12.5246445085094</c:v>
                </c:pt>
                <c:pt idx="6099">
                  <c:v>-21.088260826807499</c:v>
                </c:pt>
                <c:pt idx="6100">
                  <c:v>36.102396405047301</c:v>
                </c:pt>
                <c:pt idx="6101">
                  <c:v>-43.487909837866901</c:v>
                </c:pt>
                <c:pt idx="6102">
                  <c:v>-21.705186507118899</c:v>
                </c:pt>
                <c:pt idx="6103">
                  <c:v>-7.5862629975208602</c:v>
                </c:pt>
                <c:pt idx="6104">
                  <c:v>-7.5862629975208602</c:v>
                </c:pt>
                <c:pt idx="6105">
                  <c:v>-92.305981018344895</c:v>
                </c:pt>
                <c:pt idx="6106">
                  <c:v>70.055574464081403</c:v>
                </c:pt>
                <c:pt idx="6107">
                  <c:v>76.913172365879205</c:v>
                </c:pt>
                <c:pt idx="6108">
                  <c:v>16.1354863444203</c:v>
                </c:pt>
                <c:pt idx="6109">
                  <c:v>7.3195101342234903</c:v>
                </c:pt>
                <c:pt idx="6110">
                  <c:v>43.693036726335698</c:v>
                </c:pt>
                <c:pt idx="6111">
                  <c:v>-14.5655312108719</c:v>
                </c:pt>
                <c:pt idx="6112">
                  <c:v>7.6579281000622297</c:v>
                </c:pt>
                <c:pt idx="6113">
                  <c:v>11.2822918859128</c:v>
                </c:pt>
                <c:pt idx="6114">
                  <c:v>28.537925397376899</c:v>
                </c:pt>
                <c:pt idx="6115">
                  <c:v>-2.47180854935413</c:v>
                </c:pt>
                <c:pt idx="6116">
                  <c:v>-22.2063524854447</c:v>
                </c:pt>
                <c:pt idx="6117">
                  <c:v>38.332215064707199</c:v>
                </c:pt>
                <c:pt idx="6118">
                  <c:v>51.758860143831001</c:v>
                </c:pt>
                <c:pt idx="6119">
                  <c:v>32.984452651952701</c:v>
                </c:pt>
                <c:pt idx="6120">
                  <c:v>15.7339866925685</c:v>
                </c:pt>
                <c:pt idx="6121">
                  <c:v>-3.2128037033671699</c:v>
                </c:pt>
                <c:pt idx="6122">
                  <c:v>13.928151219531101</c:v>
                </c:pt>
                <c:pt idx="6123">
                  <c:v>100.38893507704999</c:v>
                </c:pt>
                <c:pt idx="6124">
                  <c:v>73.024591243688505</c:v>
                </c:pt>
                <c:pt idx="6125">
                  <c:v>70.015634106783097</c:v>
                </c:pt>
                <c:pt idx="6126">
                  <c:v>47.274196614347602</c:v>
                </c:pt>
                <c:pt idx="6127">
                  <c:v>60.345928974378602</c:v>
                </c:pt>
                <c:pt idx="6128">
                  <c:v>30.220192459029899</c:v>
                </c:pt>
                <c:pt idx="6129">
                  <c:v>44.715630215730002</c:v>
                </c:pt>
                <c:pt idx="6130">
                  <c:v>20.003698043985398</c:v>
                </c:pt>
                <c:pt idx="6131">
                  <c:v>65.267877278654794</c:v>
                </c:pt>
                <c:pt idx="6132">
                  <c:v>32.1628760377207</c:v>
                </c:pt>
                <c:pt idx="6133">
                  <c:v>37.440015726997402</c:v>
                </c:pt>
                <c:pt idx="6134">
                  <c:v>102.15965342568499</c:v>
                </c:pt>
                <c:pt idx="6135">
                  <c:v>100.03138511632601</c:v>
                </c:pt>
                <c:pt idx="6136">
                  <c:v>158.667338737818</c:v>
                </c:pt>
                <c:pt idx="6137">
                  <c:v>125.491405232723</c:v>
                </c:pt>
                <c:pt idx="6138">
                  <c:v>95.031708405574093</c:v>
                </c:pt>
                <c:pt idx="6139">
                  <c:v>38.332215064708997</c:v>
                </c:pt>
                <c:pt idx="6140">
                  <c:v>45.035288256881302</c:v>
                </c:pt>
                <c:pt idx="6141">
                  <c:v>69.789319042304598</c:v>
                </c:pt>
                <c:pt idx="6142">
                  <c:v>73.024591243690296</c:v>
                </c:pt>
                <c:pt idx="6143">
                  <c:v>75.832325594887095</c:v>
                </c:pt>
                <c:pt idx="6144">
                  <c:v>99.733470678273903</c:v>
                </c:pt>
                <c:pt idx="6145">
                  <c:v>69.789319042306403</c:v>
                </c:pt>
                <c:pt idx="6146">
                  <c:v>71.298523835770496</c:v>
                </c:pt>
                <c:pt idx="6147">
                  <c:v>110.548041744147</c:v>
                </c:pt>
                <c:pt idx="6148">
                  <c:v>124.77754757931</c:v>
                </c:pt>
                <c:pt idx="6149">
                  <c:v>139.20583601626001</c:v>
                </c:pt>
                <c:pt idx="6150">
                  <c:v>129.421695165811</c:v>
                </c:pt>
                <c:pt idx="6151">
                  <c:v>150.909469958893</c:v>
                </c:pt>
                <c:pt idx="6152">
                  <c:v>85.231695945030793</c:v>
                </c:pt>
                <c:pt idx="6153">
                  <c:v>90.577190562098593</c:v>
                </c:pt>
                <c:pt idx="6154">
                  <c:v>99.252919423575804</c:v>
                </c:pt>
                <c:pt idx="6155">
                  <c:v>85.687516430059006</c:v>
                </c:pt>
                <c:pt idx="6156">
                  <c:v>92.536078532279106</c:v>
                </c:pt>
                <c:pt idx="6157">
                  <c:v>92.536078532277301</c:v>
                </c:pt>
                <c:pt idx="6158">
                  <c:v>119.217259928652</c:v>
                </c:pt>
                <c:pt idx="6159">
                  <c:v>119.680089654947</c:v>
                </c:pt>
                <c:pt idx="6160">
                  <c:v>90.250877090458701</c:v>
                </c:pt>
                <c:pt idx="6161">
                  <c:v>190.68439913286301</c:v>
                </c:pt>
                <c:pt idx="6162">
                  <c:v>167.262319358452</c:v>
                </c:pt>
                <c:pt idx="6163">
                  <c:v>87.968024262657295</c:v>
                </c:pt>
                <c:pt idx="6164">
                  <c:v>134.07548791864099</c:v>
                </c:pt>
                <c:pt idx="6165">
                  <c:v>97.768234864640306</c:v>
                </c:pt>
                <c:pt idx="6166">
                  <c:v>116.94010968525799</c:v>
                </c:pt>
                <c:pt idx="6167">
                  <c:v>95.531170718494593</c:v>
                </c:pt>
                <c:pt idx="6168">
                  <c:v>132.07982234313999</c:v>
                </c:pt>
                <c:pt idx="6169">
                  <c:v>144.97201584927399</c:v>
                </c:pt>
                <c:pt idx="6170">
                  <c:v>115.51806821346</c:v>
                </c:pt>
                <c:pt idx="6171">
                  <c:v>106.29681167265301</c:v>
                </c:pt>
                <c:pt idx="6172">
                  <c:v>174.02643377163099</c:v>
                </c:pt>
                <c:pt idx="6173">
                  <c:v>96.761094505985895</c:v>
                </c:pt>
                <c:pt idx="6174">
                  <c:v>145.75236510168901</c:v>
                </c:pt>
                <c:pt idx="6175">
                  <c:v>160.78776245979199</c:v>
                </c:pt>
                <c:pt idx="6176">
                  <c:v>173.88696846197701</c:v>
                </c:pt>
                <c:pt idx="6177">
                  <c:v>148.09503858653801</c:v>
                </c:pt>
                <c:pt idx="6178">
                  <c:v>171.825876792142</c:v>
                </c:pt>
                <c:pt idx="6179">
                  <c:v>121.466187909642</c:v>
                </c:pt>
                <c:pt idx="6180">
                  <c:v>113.978544163143</c:v>
                </c:pt>
                <c:pt idx="6181">
                  <c:v>103.450322723274</c:v>
                </c:pt>
                <c:pt idx="6182">
                  <c:v>110.902676897323</c:v>
                </c:pt>
                <c:pt idx="6183">
                  <c:v>93.320117481713993</c:v>
                </c:pt>
                <c:pt idx="6184">
                  <c:v>95.281425539284101</c:v>
                </c:pt>
                <c:pt idx="6185">
                  <c:v>120.143015205202</c:v>
                </c:pt>
                <c:pt idx="6186">
                  <c:v>127.84875152551101</c:v>
                </c:pt>
                <c:pt idx="6187">
                  <c:v>232.00195370258899</c:v>
                </c:pt>
                <c:pt idx="6188">
                  <c:v>227.458097744703</c:v>
                </c:pt>
                <c:pt idx="6189">
                  <c:v>87.553212159698802</c:v>
                </c:pt>
                <c:pt idx="6190">
                  <c:v>105.83674794986899</c:v>
                </c:pt>
                <c:pt idx="6191">
                  <c:v>153.14909447467801</c:v>
                </c:pt>
                <c:pt idx="6192">
                  <c:v>128.89044784231999</c:v>
                </c:pt>
                <c:pt idx="6193">
                  <c:v>123.707187775343</c:v>
                </c:pt>
                <c:pt idx="6194">
                  <c:v>155.13772366384001</c:v>
                </c:pt>
                <c:pt idx="6195">
                  <c:v>137.52673368999001</c:v>
                </c:pt>
                <c:pt idx="6196">
                  <c:v>129.89856284201699</c:v>
                </c:pt>
                <c:pt idx="6197">
                  <c:v>118.007235004145</c:v>
                </c:pt>
                <c:pt idx="6198">
                  <c:v>95.281425539284101</c:v>
                </c:pt>
                <c:pt idx="6199">
                  <c:v>120.143015205202</c:v>
                </c:pt>
                <c:pt idx="6200">
                  <c:v>107.831043447422</c:v>
                </c:pt>
                <c:pt idx="6201">
                  <c:v>116.358256044965</c:v>
                </c:pt>
                <c:pt idx="6202">
                  <c:v>119.63801026606301</c:v>
                </c:pt>
                <c:pt idx="6203">
                  <c:v>117.0925249651</c:v>
                </c:pt>
                <c:pt idx="6204">
                  <c:v>112.220386788879</c:v>
                </c:pt>
                <c:pt idx="6205">
                  <c:v>135.70962689887199</c:v>
                </c:pt>
                <c:pt idx="6206">
                  <c:v>139.45727320382201</c:v>
                </c:pt>
                <c:pt idx="6207">
                  <c:v>134.07548791864099</c:v>
                </c:pt>
                <c:pt idx="6208">
                  <c:v>119.217259928652</c:v>
                </c:pt>
                <c:pt idx="6209">
                  <c:v>136.40601062706901</c:v>
                </c:pt>
                <c:pt idx="6210">
                  <c:v>74.968027922235706</c:v>
                </c:pt>
                <c:pt idx="6211">
                  <c:v>58.503024900267498</c:v>
                </c:pt>
                <c:pt idx="6212">
                  <c:v>48.768069253542301</c:v>
                </c:pt>
                <c:pt idx="6213">
                  <c:v>100.38893507704999</c:v>
                </c:pt>
                <c:pt idx="6214">
                  <c:v>87.055539932597597</c:v>
                </c:pt>
                <c:pt idx="6215">
                  <c:v>148.73437311763499</c:v>
                </c:pt>
                <c:pt idx="6216">
                  <c:v>129.421695165812</c:v>
                </c:pt>
                <c:pt idx="6217">
                  <c:v>106.715133828543</c:v>
                </c:pt>
                <c:pt idx="6218">
                  <c:v>59.022662476929298</c:v>
                </c:pt>
                <c:pt idx="6219">
                  <c:v>148.09503858653801</c:v>
                </c:pt>
                <c:pt idx="6220">
                  <c:v>104.15065964663501</c:v>
                </c:pt>
                <c:pt idx="6221">
                  <c:v>113.741788476652</c:v>
                </c:pt>
                <c:pt idx="6222">
                  <c:v>42.160038029725001</c:v>
                </c:pt>
                <c:pt idx="6223">
                  <c:v>98.030166053094902</c:v>
                </c:pt>
                <c:pt idx="6224">
                  <c:v>109.25663300755799</c:v>
                </c:pt>
                <c:pt idx="6225">
                  <c:v>92.770591105716406</c:v>
                </c:pt>
                <c:pt idx="6226">
                  <c:v>80.808593560403096</c:v>
                </c:pt>
                <c:pt idx="6227">
                  <c:v>84.237503468163595</c:v>
                </c:pt>
                <c:pt idx="6228">
                  <c:v>66.936255563268702</c:v>
                </c:pt>
                <c:pt idx="6229">
                  <c:v>74.579204037315293</c:v>
                </c:pt>
                <c:pt idx="6230">
                  <c:v>87.055539932597597</c:v>
                </c:pt>
                <c:pt idx="6231">
                  <c:v>76.134909512570601</c:v>
                </c:pt>
                <c:pt idx="6232">
                  <c:v>38.332215064708997</c:v>
                </c:pt>
                <c:pt idx="6233">
                  <c:v>64.036361080414196</c:v>
                </c:pt>
                <c:pt idx="6234">
                  <c:v>-2.92092666161806</c:v>
                </c:pt>
                <c:pt idx="6235">
                  <c:v>40.0490027947762</c:v>
                </c:pt>
                <c:pt idx="6236">
                  <c:v>51.459598144242499</c:v>
                </c:pt>
                <c:pt idx="6237">
                  <c:v>60.970330238001203</c:v>
                </c:pt>
                <c:pt idx="6238">
                  <c:v>46.5850589385308</c:v>
                </c:pt>
                <c:pt idx="6239">
                  <c:v>72.053512613657404</c:v>
                </c:pt>
                <c:pt idx="6240">
                  <c:v>9.8743256364668905</c:v>
                </c:pt>
                <c:pt idx="6241">
                  <c:v>64.364698255327298</c:v>
                </c:pt>
                <c:pt idx="6242">
                  <c:v>91.556418667976601</c:v>
                </c:pt>
                <c:pt idx="6243">
                  <c:v>31.043040287387999</c:v>
                </c:pt>
                <c:pt idx="6244">
                  <c:v>37.588690434586098</c:v>
                </c:pt>
                <c:pt idx="6245">
                  <c:v>57.5383084193599</c:v>
                </c:pt>
                <c:pt idx="6246">
                  <c:v>-2.57749174380751</c:v>
                </c:pt>
                <c:pt idx="6247">
                  <c:v>39.955325209210002</c:v>
                </c:pt>
                <c:pt idx="6248">
                  <c:v>52.207829415517097</c:v>
                </c:pt>
                <c:pt idx="6249">
                  <c:v>79.347007896251796</c:v>
                </c:pt>
                <c:pt idx="6250">
                  <c:v>37.115669500598401</c:v>
                </c:pt>
                <c:pt idx="6251">
                  <c:v>46.3783597333831</c:v>
                </c:pt>
                <c:pt idx="6252">
                  <c:v>52.239902152126803</c:v>
                </c:pt>
                <c:pt idx="6253">
                  <c:v>-83.144427568146895</c:v>
                </c:pt>
                <c:pt idx="6254">
                  <c:v>-22.0184782806272</c:v>
                </c:pt>
                <c:pt idx="6255">
                  <c:v>115.51806821346</c:v>
                </c:pt>
                <c:pt idx="6256">
                  <c:v>-97.857994327221604</c:v>
                </c:pt>
                <c:pt idx="6257">
                  <c:v>57.889065580848097</c:v>
                </c:pt>
                <c:pt idx="6258">
                  <c:v>46.5850589385308</c:v>
                </c:pt>
                <c:pt idx="6259">
                  <c:v>-102.41215302021899</c:v>
                </c:pt>
                <c:pt idx="6260">
                  <c:v>42.798657527448903</c:v>
                </c:pt>
                <c:pt idx="6261">
                  <c:v>29.426509302287698</c:v>
                </c:pt>
                <c:pt idx="6262">
                  <c:v>6.1200878389336104</c:v>
                </c:pt>
                <c:pt idx="6263">
                  <c:v>-8.9589626698161702</c:v>
                </c:pt>
                <c:pt idx="6264">
                  <c:v>16.1354863444184</c:v>
                </c:pt>
                <c:pt idx="6265">
                  <c:v>-5.8379352458869098</c:v>
                </c:pt>
                <c:pt idx="6266">
                  <c:v>-9.0156671344366206</c:v>
                </c:pt>
                <c:pt idx="6267">
                  <c:v>24.987190928315599</c:v>
                </c:pt>
                <c:pt idx="6268">
                  <c:v>-26.0448075287404</c:v>
                </c:pt>
                <c:pt idx="6269">
                  <c:v>28.791769734692</c:v>
                </c:pt>
                <c:pt idx="6270">
                  <c:v>-48.2708495191618</c:v>
                </c:pt>
                <c:pt idx="6271">
                  <c:v>-64.076771645484698</c:v>
                </c:pt>
                <c:pt idx="6272">
                  <c:v>-27.591402666120299</c:v>
                </c:pt>
                <c:pt idx="6273">
                  <c:v>-68.165352837478096</c:v>
                </c:pt>
                <c:pt idx="6274">
                  <c:v>-27.591402666117499</c:v>
                </c:pt>
                <c:pt idx="6275">
                  <c:v>25.541613717010399</c:v>
                </c:pt>
                <c:pt idx="6276">
                  <c:v>-64.786018081833305</c:v>
                </c:pt>
                <c:pt idx="6277">
                  <c:v>-48.056457993568898</c:v>
                </c:pt>
                <c:pt idx="6278">
                  <c:v>2.2495377711329598</c:v>
                </c:pt>
                <c:pt idx="6279">
                  <c:v>-32.455957585289902</c:v>
                </c:pt>
                <c:pt idx="6280">
                  <c:v>-46.064659065701498</c:v>
                </c:pt>
                <c:pt idx="6281">
                  <c:v>-44.224438524360203</c:v>
                </c:pt>
                <c:pt idx="6282">
                  <c:v>-46.340556556257901</c:v>
                </c:pt>
                <c:pt idx="6283">
                  <c:v>-55.242229540431197</c:v>
                </c:pt>
                <c:pt idx="6284">
                  <c:v>-61.947623703994303</c:v>
                </c:pt>
                <c:pt idx="6285">
                  <c:v>-70.451554530762195</c:v>
                </c:pt>
                <c:pt idx="6286">
                  <c:v>-42.382644472507302</c:v>
                </c:pt>
                <c:pt idx="6287">
                  <c:v>-39.570874475378297</c:v>
                </c:pt>
                <c:pt idx="6288">
                  <c:v>-28.771694511956401</c:v>
                </c:pt>
                <c:pt idx="6289">
                  <c:v>-66.203807337033993</c:v>
                </c:pt>
                <c:pt idx="6290">
                  <c:v>-43.822726822821998</c:v>
                </c:pt>
                <c:pt idx="6291">
                  <c:v>-18.916198407058801</c:v>
                </c:pt>
                <c:pt idx="6292">
                  <c:v>5.7204270582224099</c:v>
                </c:pt>
                <c:pt idx="6293">
                  <c:v>-83.144427568146895</c:v>
                </c:pt>
                <c:pt idx="6294">
                  <c:v>-25.425859690084501</c:v>
                </c:pt>
                <c:pt idx="6295">
                  <c:v>-92.404809993830895</c:v>
                </c:pt>
                <c:pt idx="6296">
                  <c:v>-38.386683053396098</c:v>
                </c:pt>
                <c:pt idx="6297">
                  <c:v>-37.955906735965002</c:v>
                </c:pt>
                <c:pt idx="6298">
                  <c:v>-49.281264813987903</c:v>
                </c:pt>
                <c:pt idx="6299">
                  <c:v>-65.393756889392506</c:v>
                </c:pt>
                <c:pt idx="6300">
                  <c:v>-52.599241864655497</c:v>
                </c:pt>
                <c:pt idx="6301">
                  <c:v>-55.974745479105799</c:v>
                </c:pt>
                <c:pt idx="6302">
                  <c:v>-89.883237825824807</c:v>
                </c:pt>
                <c:pt idx="6303">
                  <c:v>-59.105468618133202</c:v>
                </c:pt>
                <c:pt idx="6304">
                  <c:v>-85.522720770507405</c:v>
                </c:pt>
                <c:pt idx="6305">
                  <c:v>-16.198054806881299</c:v>
                </c:pt>
                <c:pt idx="6306">
                  <c:v>-29.322276919929202</c:v>
                </c:pt>
                <c:pt idx="6307">
                  <c:v>-7.4273822345739902</c:v>
                </c:pt>
                <c:pt idx="6308">
                  <c:v>-61.947623703993401</c:v>
                </c:pt>
                <c:pt idx="6309">
                  <c:v>-30.681277861278399</c:v>
                </c:pt>
                <c:pt idx="6310">
                  <c:v>-90.163559923030306</c:v>
                </c:pt>
                <c:pt idx="6311">
                  <c:v>-44.838020106368198</c:v>
                </c:pt>
                <c:pt idx="6312">
                  <c:v>-53.409846386372898</c:v>
                </c:pt>
                <c:pt idx="6313">
                  <c:v>-58.5365856581938</c:v>
                </c:pt>
                <c:pt idx="6314">
                  <c:v>-119.393592739356</c:v>
                </c:pt>
                <c:pt idx="6315">
                  <c:v>-11.0787022763061</c:v>
                </c:pt>
                <c:pt idx="6316">
                  <c:v>-74.2450398294759</c:v>
                </c:pt>
                <c:pt idx="6317">
                  <c:v>-57.682978473274403</c:v>
                </c:pt>
                <c:pt idx="6318">
                  <c:v>-44.408531353182298</c:v>
                </c:pt>
                <c:pt idx="6319">
                  <c:v>-46.819166617231502</c:v>
                </c:pt>
                <c:pt idx="6320">
                  <c:v>-3.6505458193323599</c:v>
                </c:pt>
                <c:pt idx="6321">
                  <c:v>-55.974745479107597</c:v>
                </c:pt>
                <c:pt idx="6322">
                  <c:v>-54.265152968031501</c:v>
                </c:pt>
                <c:pt idx="6323">
                  <c:v>-80.370524840245693</c:v>
                </c:pt>
                <c:pt idx="6324">
                  <c:v>-88.621331927872205</c:v>
                </c:pt>
                <c:pt idx="6325">
                  <c:v>-67.974725822477893</c:v>
                </c:pt>
                <c:pt idx="6326">
                  <c:v>-78.921839736058203</c:v>
                </c:pt>
                <c:pt idx="6327">
                  <c:v>-44.408531353182298</c:v>
                </c:pt>
                <c:pt idx="6328">
                  <c:v>-65.467764589572596</c:v>
                </c:pt>
                <c:pt idx="6329">
                  <c:v>-87.262992572842407</c:v>
                </c:pt>
                <c:pt idx="6330">
                  <c:v>-72.067530063630301</c:v>
                </c:pt>
                <c:pt idx="6331">
                  <c:v>-20.890890590527299</c:v>
                </c:pt>
                <c:pt idx="6332">
                  <c:v>-114.965412137218</c:v>
                </c:pt>
                <c:pt idx="6333">
                  <c:v>-57.682978473274403</c:v>
                </c:pt>
                <c:pt idx="6334">
                  <c:v>-71.7627916670871</c:v>
                </c:pt>
                <c:pt idx="6335">
                  <c:v>-147.134265015002</c:v>
                </c:pt>
                <c:pt idx="6336">
                  <c:v>-108.30574170315801</c:v>
                </c:pt>
                <c:pt idx="6337">
                  <c:v>-91.564617505503506</c:v>
                </c:pt>
                <c:pt idx="6338">
                  <c:v>-104.729442559247</c:v>
                </c:pt>
                <c:pt idx="6339">
                  <c:v>-86.322096659486306</c:v>
                </c:pt>
                <c:pt idx="6340">
                  <c:v>-69.178114705856302</c:v>
                </c:pt>
                <c:pt idx="6341">
                  <c:v>-75.255500934648794</c:v>
                </c:pt>
                <c:pt idx="6342">
                  <c:v>-89.462685532982505</c:v>
                </c:pt>
                <c:pt idx="6343">
                  <c:v>-74.161432510578294</c:v>
                </c:pt>
                <c:pt idx="6344">
                  <c:v>-83.144427568146895</c:v>
                </c:pt>
                <c:pt idx="6345">
                  <c:v>-32.779872159992003</c:v>
                </c:pt>
                <c:pt idx="6346">
                  <c:v>-85.827186710589501</c:v>
                </c:pt>
                <c:pt idx="6347">
                  <c:v>-116.627065201405</c:v>
                </c:pt>
                <c:pt idx="6348">
                  <c:v>-85.433196711364801</c:v>
                </c:pt>
                <c:pt idx="6349">
                  <c:v>-88.410941629631395</c:v>
                </c:pt>
                <c:pt idx="6350">
                  <c:v>-77.230464756413298</c:v>
                </c:pt>
                <c:pt idx="6351">
                  <c:v>-74.800891111161903</c:v>
                </c:pt>
                <c:pt idx="6352">
                  <c:v>-105.922211804754</c:v>
                </c:pt>
                <c:pt idx="6353">
                  <c:v>-44.868051081100901</c:v>
                </c:pt>
                <c:pt idx="6354">
                  <c:v>-37.832811985361303</c:v>
                </c:pt>
                <c:pt idx="6355">
                  <c:v>-43.574573342992103</c:v>
                </c:pt>
                <c:pt idx="6356">
                  <c:v>-69.178114705856302</c:v>
                </c:pt>
                <c:pt idx="6357">
                  <c:v>-55.4050324463078</c:v>
                </c:pt>
                <c:pt idx="6358">
                  <c:v>-33.576993424793699</c:v>
                </c:pt>
                <c:pt idx="6359">
                  <c:v>-62.224255880698301</c:v>
                </c:pt>
                <c:pt idx="6360">
                  <c:v>-40.539274891096198</c:v>
                </c:pt>
                <c:pt idx="6361">
                  <c:v>-67.479016179186104</c:v>
                </c:pt>
                <c:pt idx="6362">
                  <c:v>-68.887574975400597</c:v>
                </c:pt>
                <c:pt idx="6363">
                  <c:v>-65.923439905982306</c:v>
                </c:pt>
                <c:pt idx="6364">
                  <c:v>-42.833006212239503</c:v>
                </c:pt>
                <c:pt idx="6365">
                  <c:v>-26.725445653076299</c:v>
                </c:pt>
                <c:pt idx="6366">
                  <c:v>-40.539274891096198</c:v>
                </c:pt>
                <c:pt idx="6367">
                  <c:v>-65.520347455281794</c:v>
                </c:pt>
                <c:pt idx="6368">
                  <c:v>-60.527016716541702</c:v>
                </c:pt>
                <c:pt idx="6369">
                  <c:v>-32.347975264317</c:v>
                </c:pt>
                <c:pt idx="6370">
                  <c:v>-36.531659439924603</c:v>
                </c:pt>
                <c:pt idx="6371">
                  <c:v>-55.547474869425898</c:v>
                </c:pt>
                <c:pt idx="6372">
                  <c:v>-43.406057770696798</c:v>
                </c:pt>
                <c:pt idx="6373">
                  <c:v>-19.785284754309899</c:v>
                </c:pt>
                <c:pt idx="6374">
                  <c:v>-82.541711727650096</c:v>
                </c:pt>
                <c:pt idx="6375">
                  <c:v>-67.920257845031301</c:v>
                </c:pt>
                <c:pt idx="6376">
                  <c:v>-43.119551043649999</c:v>
                </c:pt>
                <c:pt idx="6377">
                  <c:v>-36.8478010461331</c:v>
                </c:pt>
                <c:pt idx="6378">
                  <c:v>-64.895112094753998</c:v>
                </c:pt>
                <c:pt idx="6379">
                  <c:v>-41.947081198537397</c:v>
                </c:pt>
                <c:pt idx="6380">
                  <c:v>-69.036574632783399</c:v>
                </c:pt>
                <c:pt idx="6381">
                  <c:v>-40.539274891096198</c:v>
                </c:pt>
                <c:pt idx="6382">
                  <c:v>-39.209986621710399</c:v>
                </c:pt>
                <c:pt idx="6383">
                  <c:v>-24.187432536992599</c:v>
                </c:pt>
                <c:pt idx="6384">
                  <c:v>-1.6999253387284601</c:v>
                </c:pt>
                <c:pt idx="6385">
                  <c:v>-56.673732297317599</c:v>
                </c:pt>
                <c:pt idx="6386">
                  <c:v>-45.168337798525499</c:v>
                </c:pt>
                <c:pt idx="6387">
                  <c:v>-45.813812482268901</c:v>
                </c:pt>
                <c:pt idx="6388">
                  <c:v>-40.826124831281</c:v>
                </c:pt>
                <c:pt idx="6389">
                  <c:v>3.5102949798156202</c:v>
                </c:pt>
                <c:pt idx="6390">
                  <c:v>-42.833006212238601</c:v>
                </c:pt>
                <c:pt idx="6391">
                  <c:v>-39.454203054244303</c:v>
                </c:pt>
                <c:pt idx="6392">
                  <c:v>-30.475423555177201</c:v>
                </c:pt>
                <c:pt idx="6393">
                  <c:v>0.41759554075997501</c:v>
                </c:pt>
                <c:pt idx="6394">
                  <c:v>-66.203807337033993</c:v>
                </c:pt>
                <c:pt idx="6395">
                  <c:v>-38.925032490903497</c:v>
                </c:pt>
                <c:pt idx="6396">
                  <c:v>-60.192619513089902</c:v>
                </c:pt>
                <c:pt idx="6397">
                  <c:v>-47.699091315735103</c:v>
                </c:pt>
                <c:pt idx="6398">
                  <c:v>-66.203807337033993</c:v>
                </c:pt>
                <c:pt idx="6399">
                  <c:v>-10.765507592828699</c:v>
                </c:pt>
                <c:pt idx="6400">
                  <c:v>-70.734438329076497</c:v>
                </c:pt>
                <c:pt idx="6401">
                  <c:v>-61.095372392490297</c:v>
                </c:pt>
                <c:pt idx="6402">
                  <c:v>-18.295208936235198</c:v>
                </c:pt>
                <c:pt idx="6403">
                  <c:v>-69.472052661472802</c:v>
                </c:pt>
                <c:pt idx="6404">
                  <c:v>-51.8052286635575</c:v>
                </c:pt>
                <c:pt idx="6405">
                  <c:v>-83.671664359332595</c:v>
                </c:pt>
                <c:pt idx="6406">
                  <c:v>-66.203807337034903</c:v>
                </c:pt>
                <c:pt idx="6407">
                  <c:v>-69.602678802909395</c:v>
                </c:pt>
                <c:pt idx="6408">
                  <c:v>-49.128202084159902</c:v>
                </c:pt>
                <c:pt idx="6409">
                  <c:v>-55.547474869427703</c:v>
                </c:pt>
                <c:pt idx="6410">
                  <c:v>-75.016645414768305</c:v>
                </c:pt>
                <c:pt idx="6411">
                  <c:v>-78.921839736058203</c:v>
                </c:pt>
                <c:pt idx="6412">
                  <c:v>-56.462950704144497</c:v>
                </c:pt>
                <c:pt idx="6413">
                  <c:v>-73.061370406588097</c:v>
                </c:pt>
                <c:pt idx="6414">
                  <c:v>-99.951657088778106</c:v>
                </c:pt>
                <c:pt idx="6415">
                  <c:v>-71.300093803707497</c:v>
                </c:pt>
                <c:pt idx="6416">
                  <c:v>-24.992490813270699</c:v>
                </c:pt>
                <c:pt idx="6417">
                  <c:v>-6.71227497442396</c:v>
                </c:pt>
                <c:pt idx="6418">
                  <c:v>0.224849179883676</c:v>
                </c:pt>
                <c:pt idx="6419">
                  <c:v>25.620828437975401</c:v>
                </c:pt>
                <c:pt idx="6420">
                  <c:v>6.0629889536658004</c:v>
                </c:pt>
                <c:pt idx="6421">
                  <c:v>-23.573585500668699</c:v>
                </c:pt>
                <c:pt idx="6422">
                  <c:v>-15.771205776220899</c:v>
                </c:pt>
                <c:pt idx="6423">
                  <c:v>-71.158693947982101</c:v>
                </c:pt>
                <c:pt idx="6424">
                  <c:v>-69.6026788029112</c:v>
                </c:pt>
                <c:pt idx="6425">
                  <c:v>-31.915991989260799</c:v>
                </c:pt>
                <c:pt idx="6426">
                  <c:v>-59.816360364647103</c:v>
                </c:pt>
                <c:pt idx="6427">
                  <c:v>-69.145452442367898</c:v>
                </c:pt>
                <c:pt idx="6428">
                  <c:v>-57.747171264712897</c:v>
                </c:pt>
                <c:pt idx="6429">
                  <c:v>-41.461156749322903</c:v>
                </c:pt>
                <c:pt idx="6430">
                  <c:v>-47.494855140250301</c:v>
                </c:pt>
                <c:pt idx="6431">
                  <c:v>-32.779872159992898</c:v>
                </c:pt>
                <c:pt idx="6432">
                  <c:v>-0.208767723213895</c:v>
                </c:pt>
                <c:pt idx="6433">
                  <c:v>-33.3556003644089</c:v>
                </c:pt>
                <c:pt idx="6434">
                  <c:v>-44.408531353182298</c:v>
                </c:pt>
                <c:pt idx="6435">
                  <c:v>-27.591402666120299</c:v>
                </c:pt>
                <c:pt idx="6436">
                  <c:v>-46.984179899942298</c:v>
                </c:pt>
                <c:pt idx="6437">
                  <c:v>-29.316227325836699</c:v>
                </c:pt>
                <c:pt idx="6438">
                  <c:v>-45.696740741477697</c:v>
                </c:pt>
                <c:pt idx="6439">
                  <c:v>-15.871648402861799</c:v>
                </c:pt>
                <c:pt idx="6440">
                  <c:v>-10.206118954994899</c:v>
                </c:pt>
                <c:pt idx="6441">
                  <c:v>-13.9715814375467</c:v>
                </c:pt>
                <c:pt idx="6442">
                  <c:v>-47.211295142922602</c:v>
                </c:pt>
                <c:pt idx="6443">
                  <c:v>-56.033003069185703</c:v>
                </c:pt>
                <c:pt idx="6444">
                  <c:v>-44.8380201063691</c:v>
                </c:pt>
                <c:pt idx="6445">
                  <c:v>-26.849175029777999</c:v>
                </c:pt>
                <c:pt idx="6446">
                  <c:v>-81.326490222502798</c:v>
                </c:pt>
                <c:pt idx="6447">
                  <c:v>-18.735094861797698</c:v>
                </c:pt>
                <c:pt idx="6448">
                  <c:v>-58.071023810523002</c:v>
                </c:pt>
                <c:pt idx="6449">
                  <c:v>-40.539274891096198</c:v>
                </c:pt>
                <c:pt idx="6450">
                  <c:v>-22.018478280628099</c:v>
                </c:pt>
                <c:pt idx="6451">
                  <c:v>-48.138918800293098</c:v>
                </c:pt>
                <c:pt idx="6452">
                  <c:v>9.1532361525387298</c:v>
                </c:pt>
                <c:pt idx="6453">
                  <c:v>-23.041256076311502</c:v>
                </c:pt>
                <c:pt idx="6454">
                  <c:v>-63.258118733272497</c:v>
                </c:pt>
                <c:pt idx="6455">
                  <c:v>16.537059814924699</c:v>
                </c:pt>
                <c:pt idx="6456">
                  <c:v>-37.094095945097202</c:v>
                </c:pt>
                <c:pt idx="6457">
                  <c:v>13.928151219531101</c:v>
                </c:pt>
                <c:pt idx="6458">
                  <c:v>-29.033894101457001</c:v>
                </c:pt>
                <c:pt idx="6459">
                  <c:v>-47.699091315735103</c:v>
                </c:pt>
                <c:pt idx="6460">
                  <c:v>-53.409846386372898</c:v>
                </c:pt>
                <c:pt idx="6461">
                  <c:v>-32.779872159992003</c:v>
                </c:pt>
                <c:pt idx="6462">
                  <c:v>-32.779872159992898</c:v>
                </c:pt>
                <c:pt idx="6463">
                  <c:v>-38.386683053393398</c:v>
                </c:pt>
                <c:pt idx="6464">
                  <c:v>-37.309580920372298</c:v>
                </c:pt>
                <c:pt idx="6465">
                  <c:v>-84.677845778721306</c:v>
                </c:pt>
                <c:pt idx="6466">
                  <c:v>6.5864514094964699</c:v>
                </c:pt>
                <c:pt idx="6467">
                  <c:v>17.834955770249501</c:v>
                </c:pt>
                <c:pt idx="6468">
                  <c:v>-31.915991989262601</c:v>
                </c:pt>
                <c:pt idx="6469">
                  <c:v>-0.73059941678820906</c:v>
                </c:pt>
                <c:pt idx="6470">
                  <c:v>53.831790050140597</c:v>
                </c:pt>
                <c:pt idx="6471">
                  <c:v>17.983335841946399</c:v>
                </c:pt>
                <c:pt idx="6472">
                  <c:v>-2.47180854935413</c:v>
                </c:pt>
                <c:pt idx="6473">
                  <c:v>5.1210733031866704</c:v>
                </c:pt>
                <c:pt idx="6474">
                  <c:v>-32.580545863099303</c:v>
                </c:pt>
                <c:pt idx="6475">
                  <c:v>34.927585554782098</c:v>
                </c:pt>
                <c:pt idx="6476">
                  <c:v>8.8766679399541299</c:v>
                </c:pt>
                <c:pt idx="6477">
                  <c:v>-20.253109946556801</c:v>
                </c:pt>
                <c:pt idx="6478">
                  <c:v>-14.5655312108719</c:v>
                </c:pt>
                <c:pt idx="6479">
                  <c:v>-43.764137606816803</c:v>
                </c:pt>
                <c:pt idx="6480">
                  <c:v>60.755672372540097</c:v>
                </c:pt>
                <c:pt idx="6481">
                  <c:v>-12.386919862506099</c:v>
                </c:pt>
                <c:pt idx="6482">
                  <c:v>-16.741956295967601</c:v>
                </c:pt>
                <c:pt idx="6483">
                  <c:v>-14.5655312108719</c:v>
                </c:pt>
                <c:pt idx="6484">
                  <c:v>-14.5655312108719</c:v>
                </c:pt>
                <c:pt idx="6485">
                  <c:v>-9.8704165731423892</c:v>
                </c:pt>
                <c:pt idx="6486">
                  <c:v>-10.7878801403421</c:v>
                </c:pt>
                <c:pt idx="6487">
                  <c:v>-31.156251422335099</c:v>
                </c:pt>
                <c:pt idx="6488">
                  <c:v>-27.1275402481069</c:v>
                </c:pt>
                <c:pt idx="6489">
                  <c:v>-17.0208272094596</c:v>
                </c:pt>
                <c:pt idx="6490">
                  <c:v>24.987190928315599</c:v>
                </c:pt>
                <c:pt idx="6491">
                  <c:v>24.987190928315599</c:v>
                </c:pt>
                <c:pt idx="6492">
                  <c:v>42.454762427029799</c:v>
                </c:pt>
                <c:pt idx="6493">
                  <c:v>18.345054484102501</c:v>
                </c:pt>
                <c:pt idx="6494">
                  <c:v>28.315835731918</c:v>
                </c:pt>
                <c:pt idx="6495">
                  <c:v>48.653119956276797</c:v>
                </c:pt>
                <c:pt idx="6496">
                  <c:v>27.6497018265745</c:v>
                </c:pt>
                <c:pt idx="6497">
                  <c:v>34.511054976916</c:v>
                </c:pt>
                <c:pt idx="6498">
                  <c:v>22.901211102624</c:v>
                </c:pt>
                <c:pt idx="6499">
                  <c:v>7.9480424635112197</c:v>
                </c:pt>
                <c:pt idx="6500">
                  <c:v>40.280091258528003</c:v>
                </c:pt>
                <c:pt idx="6501">
                  <c:v>26.9837704858964</c:v>
                </c:pt>
                <c:pt idx="6502">
                  <c:v>25.462401862712699</c:v>
                </c:pt>
                <c:pt idx="6503">
                  <c:v>3.60037700289194</c:v>
                </c:pt>
                <c:pt idx="6504">
                  <c:v>1.57443230391072</c:v>
                </c:pt>
                <c:pt idx="6505">
                  <c:v>43.437462670375602</c:v>
                </c:pt>
                <c:pt idx="6506">
                  <c:v>45.482887606846802</c:v>
                </c:pt>
                <c:pt idx="6507">
                  <c:v>65.267877278654794</c:v>
                </c:pt>
                <c:pt idx="6508">
                  <c:v>59.854337323891698</c:v>
                </c:pt>
                <c:pt idx="6509">
                  <c:v>67.527441781511698</c:v>
                </c:pt>
                <c:pt idx="6510">
                  <c:v>17.019045448819199</c:v>
                </c:pt>
                <c:pt idx="6511">
                  <c:v>17.834955770249501</c:v>
                </c:pt>
                <c:pt idx="6512">
                  <c:v>-11.9509349513191</c:v>
                </c:pt>
                <c:pt idx="6513">
                  <c:v>16.1354863444184</c:v>
                </c:pt>
                <c:pt idx="6514">
                  <c:v>12.825319980071001</c:v>
                </c:pt>
                <c:pt idx="6515">
                  <c:v>29.172591405026601</c:v>
                </c:pt>
                <c:pt idx="6516">
                  <c:v>15.504591455314699</c:v>
                </c:pt>
                <c:pt idx="6517">
                  <c:v>24.3537368159068</c:v>
                </c:pt>
                <c:pt idx="6518">
                  <c:v>-1.46095358368893</c:v>
                </c:pt>
                <c:pt idx="6519">
                  <c:v>-42.259802205909999</c:v>
                </c:pt>
                <c:pt idx="6520">
                  <c:v>1.4619350775292299</c:v>
                </c:pt>
                <c:pt idx="6521">
                  <c:v>14.369439765826399</c:v>
                </c:pt>
                <c:pt idx="6522">
                  <c:v>17.834955770249501</c:v>
                </c:pt>
                <c:pt idx="6523">
                  <c:v>20.817218515824599</c:v>
                </c:pt>
                <c:pt idx="6524">
                  <c:v>20.556859028783901</c:v>
                </c:pt>
                <c:pt idx="6525">
                  <c:v>45.035288256881302</c:v>
                </c:pt>
                <c:pt idx="6526">
                  <c:v>32.391060882202503</c:v>
                </c:pt>
                <c:pt idx="6527">
                  <c:v>65.267877278654794</c:v>
                </c:pt>
                <c:pt idx="6528">
                  <c:v>45.035288256881302</c:v>
                </c:pt>
                <c:pt idx="6529">
                  <c:v>23.1401287641092</c:v>
                </c:pt>
                <c:pt idx="6530">
                  <c:v>47.914303543262498</c:v>
                </c:pt>
                <c:pt idx="6531">
                  <c:v>8.4195606605762805</c:v>
                </c:pt>
                <c:pt idx="6532">
                  <c:v>69.441187248504306</c:v>
                </c:pt>
                <c:pt idx="6533">
                  <c:v>67.075343973861806</c:v>
                </c:pt>
                <c:pt idx="6534">
                  <c:v>54.004622298829403</c:v>
                </c:pt>
                <c:pt idx="6535">
                  <c:v>57.835099308726001</c:v>
                </c:pt>
                <c:pt idx="6536">
                  <c:v>31.649546965967598</c:v>
                </c:pt>
                <c:pt idx="6537">
                  <c:v>45.514862475886702</c:v>
                </c:pt>
                <c:pt idx="6538">
                  <c:v>13.9281512195329</c:v>
                </c:pt>
                <c:pt idx="6539">
                  <c:v>-12.1887557617783</c:v>
                </c:pt>
                <c:pt idx="6540">
                  <c:v>19.292696674106899</c:v>
                </c:pt>
                <c:pt idx="6541">
                  <c:v>2.9248526383107598</c:v>
                </c:pt>
                <c:pt idx="6542">
                  <c:v>65.267877278654794</c:v>
                </c:pt>
                <c:pt idx="6543">
                  <c:v>53.5552866524785</c:v>
                </c:pt>
                <c:pt idx="6544">
                  <c:v>26.0108504036988</c:v>
                </c:pt>
                <c:pt idx="6545">
                  <c:v>50.861196143432601</c:v>
                </c:pt>
                <c:pt idx="6546">
                  <c:v>39.907569546543499</c:v>
                </c:pt>
                <c:pt idx="6547">
                  <c:v>65.267877278653003</c:v>
                </c:pt>
                <c:pt idx="6548">
                  <c:v>62.366115551205397</c:v>
                </c:pt>
                <c:pt idx="6549">
                  <c:v>30.3154537606205</c:v>
                </c:pt>
                <c:pt idx="6550">
                  <c:v>56.252676047864902</c:v>
                </c:pt>
                <c:pt idx="6551">
                  <c:v>56.252676047864902</c:v>
                </c:pt>
                <c:pt idx="6552">
                  <c:v>17.6082834489889</c:v>
                </c:pt>
                <c:pt idx="6553">
                  <c:v>60.6971329424468</c:v>
                </c:pt>
                <c:pt idx="6554">
                  <c:v>-8.0231251858376709</c:v>
                </c:pt>
                <c:pt idx="6555">
                  <c:v>-22.1734756764635</c:v>
                </c:pt>
                <c:pt idx="6556">
                  <c:v>-3.2526020828890898</c:v>
                </c:pt>
                <c:pt idx="6557">
                  <c:v>73.413142066152403</c:v>
                </c:pt>
                <c:pt idx="6558">
                  <c:v>120.143015205202</c:v>
                </c:pt>
                <c:pt idx="6559">
                  <c:v>113.83864004166399</c:v>
                </c:pt>
                <c:pt idx="6560">
                  <c:v>29.426509302288601</c:v>
                </c:pt>
                <c:pt idx="6561">
                  <c:v>134.07548791864099</c:v>
                </c:pt>
                <c:pt idx="6562">
                  <c:v>33.4700744878837</c:v>
                </c:pt>
                <c:pt idx="6563">
                  <c:v>37.440015726997402</c:v>
                </c:pt>
                <c:pt idx="6564">
                  <c:v>52.207829415515299</c:v>
                </c:pt>
                <c:pt idx="6565">
                  <c:v>21.189214427893599</c:v>
                </c:pt>
                <c:pt idx="6566">
                  <c:v>51.758860143831001</c:v>
                </c:pt>
                <c:pt idx="6567">
                  <c:v>16.687668901890898</c:v>
                </c:pt>
                <c:pt idx="6568">
                  <c:v>32.1628760377207</c:v>
                </c:pt>
                <c:pt idx="6569">
                  <c:v>48.1703984726527</c:v>
                </c:pt>
                <c:pt idx="6570">
                  <c:v>65.267877278654794</c:v>
                </c:pt>
                <c:pt idx="6571">
                  <c:v>11.0449997702817</c:v>
                </c:pt>
                <c:pt idx="6572">
                  <c:v>20.556859028785698</c:v>
                </c:pt>
                <c:pt idx="6573">
                  <c:v>40.767330395197803</c:v>
                </c:pt>
                <c:pt idx="6574">
                  <c:v>-20.778099521666199</c:v>
                </c:pt>
                <c:pt idx="6575">
                  <c:v>22.3279151587321</c:v>
                </c:pt>
                <c:pt idx="6576">
                  <c:v>18.345054484102501</c:v>
                </c:pt>
                <c:pt idx="6577">
                  <c:v>49.244351748545299</c:v>
                </c:pt>
                <c:pt idx="6578">
                  <c:v>12.825319980071001</c:v>
                </c:pt>
                <c:pt idx="6579">
                  <c:v>45.035288256881302</c:v>
                </c:pt>
                <c:pt idx="6580">
                  <c:v>37.482493187241701</c:v>
                </c:pt>
                <c:pt idx="6581">
                  <c:v>35.465721305706197</c:v>
                </c:pt>
                <c:pt idx="6582">
                  <c:v>-14.5655312108719</c:v>
                </c:pt>
                <c:pt idx="6583">
                  <c:v>10.4010512481872</c:v>
                </c:pt>
                <c:pt idx="6584">
                  <c:v>37.057755575342497</c:v>
                </c:pt>
                <c:pt idx="6585">
                  <c:v>17.608283448988001</c:v>
                </c:pt>
                <c:pt idx="6586">
                  <c:v>-24.342274699822099</c:v>
                </c:pt>
                <c:pt idx="6587">
                  <c:v>19.913194116024801</c:v>
                </c:pt>
                <c:pt idx="6588">
                  <c:v>63.0106219883682</c:v>
                </c:pt>
                <c:pt idx="6589">
                  <c:v>-40.539274891096198</c:v>
                </c:pt>
                <c:pt idx="6590">
                  <c:v>41.7469125359248</c:v>
                </c:pt>
                <c:pt idx="6591">
                  <c:v>65.267877278654794</c:v>
                </c:pt>
                <c:pt idx="6592">
                  <c:v>29.426509302288601</c:v>
                </c:pt>
                <c:pt idx="6593">
                  <c:v>58.3298395794436</c:v>
                </c:pt>
                <c:pt idx="6594">
                  <c:v>62.5594477243394</c:v>
                </c:pt>
                <c:pt idx="6595">
                  <c:v>-74.690890343907</c:v>
                </c:pt>
                <c:pt idx="6596">
                  <c:v>49.515386080687598</c:v>
                </c:pt>
                <c:pt idx="6597">
                  <c:v>14.369439765826399</c:v>
                </c:pt>
                <c:pt idx="6598">
                  <c:v>-16.306846022029202</c:v>
                </c:pt>
                <c:pt idx="6599">
                  <c:v>26.761838370739401</c:v>
                </c:pt>
                <c:pt idx="6600">
                  <c:v>4.61405657068644</c:v>
                </c:pt>
                <c:pt idx="6601">
                  <c:v>-4.7445156759340499</c:v>
                </c:pt>
                <c:pt idx="6602">
                  <c:v>41.681195187418702</c:v>
                </c:pt>
                <c:pt idx="6603">
                  <c:v>55.690447581871901</c:v>
                </c:pt>
                <c:pt idx="6604">
                  <c:v>44.008786888851297</c:v>
                </c:pt>
                <c:pt idx="6605">
                  <c:v>60.004534262209702</c:v>
                </c:pt>
                <c:pt idx="6606">
                  <c:v>9.7792133111461208</c:v>
                </c:pt>
                <c:pt idx="6607">
                  <c:v>23.282155124039399</c:v>
                </c:pt>
                <c:pt idx="6608">
                  <c:v>80.564929001541699</c:v>
                </c:pt>
                <c:pt idx="6609">
                  <c:v>68.6580910952989</c:v>
                </c:pt>
                <c:pt idx="6610">
                  <c:v>-16.613991751412801</c:v>
                </c:pt>
                <c:pt idx="6611">
                  <c:v>2.0469841484018598</c:v>
                </c:pt>
                <c:pt idx="6612">
                  <c:v>60.062305038391898</c:v>
                </c:pt>
                <c:pt idx="6613">
                  <c:v>65.267877278654794</c:v>
                </c:pt>
                <c:pt idx="6614">
                  <c:v>-7.0868843236348704</c:v>
                </c:pt>
                <c:pt idx="6615">
                  <c:v>56.252676047864902</c:v>
                </c:pt>
                <c:pt idx="6616">
                  <c:v>-1.46095358368893</c:v>
                </c:pt>
                <c:pt idx="6617">
                  <c:v>4.2761109623725098</c:v>
                </c:pt>
                <c:pt idx="6618">
                  <c:v>-26.292337083919801</c:v>
                </c:pt>
                <c:pt idx="6619">
                  <c:v>-5.8379352458869098</c:v>
                </c:pt>
                <c:pt idx="6620">
                  <c:v>-1.08537349285597</c:v>
                </c:pt>
                <c:pt idx="6621">
                  <c:v>-14.5655312108719</c:v>
                </c:pt>
                <c:pt idx="6622">
                  <c:v>-0.76904522296536004</c:v>
                </c:pt>
                <c:pt idx="6623">
                  <c:v>-20.654022560818699</c:v>
                </c:pt>
                <c:pt idx="6624">
                  <c:v>-66.203807337033993</c:v>
                </c:pt>
                <c:pt idx="6625">
                  <c:v>58.052771352828998</c:v>
                </c:pt>
                <c:pt idx="6626">
                  <c:v>-21.522412036208099</c:v>
                </c:pt>
                <c:pt idx="6627">
                  <c:v>-12.386919862506099</c:v>
                </c:pt>
                <c:pt idx="6628">
                  <c:v>-38.386683053396098</c:v>
                </c:pt>
                <c:pt idx="6629">
                  <c:v>5.1210733031866704</c:v>
                </c:pt>
                <c:pt idx="6630">
                  <c:v>3.5521183128685099</c:v>
                </c:pt>
                <c:pt idx="6631">
                  <c:v>-4.5257657408383203</c:v>
                </c:pt>
                <c:pt idx="6632">
                  <c:v>-10.2061189549958</c:v>
                </c:pt>
                <c:pt idx="6633">
                  <c:v>-6.71227497442396</c:v>
                </c:pt>
                <c:pt idx="6634">
                  <c:v>30.9082838153472</c:v>
                </c:pt>
                <c:pt idx="6635">
                  <c:v>-14.5655312108719</c:v>
                </c:pt>
                <c:pt idx="6636">
                  <c:v>-36.5635796850883</c:v>
                </c:pt>
                <c:pt idx="6637">
                  <c:v>-23.464689251222801</c:v>
                </c:pt>
                <c:pt idx="6638">
                  <c:v>-37.668674724040102</c:v>
                </c:pt>
                <c:pt idx="6639">
                  <c:v>12.536979097626499</c:v>
                </c:pt>
                <c:pt idx="6640">
                  <c:v>-18.046763309263</c:v>
                </c:pt>
                <c:pt idx="6641">
                  <c:v>-13.258626964233301</c:v>
                </c:pt>
                <c:pt idx="6642">
                  <c:v>-2.9209266616162401</c:v>
                </c:pt>
                <c:pt idx="6643">
                  <c:v>-17.176979250967602</c:v>
                </c:pt>
                <c:pt idx="6644">
                  <c:v>-49.128202084159</c:v>
                </c:pt>
                <c:pt idx="6645">
                  <c:v>55.560722916197797</c:v>
                </c:pt>
                <c:pt idx="6646">
                  <c:v>-58.339629504976003</c:v>
                </c:pt>
                <c:pt idx="6647">
                  <c:v>65.267877278654794</c:v>
                </c:pt>
                <c:pt idx="6648">
                  <c:v>-65.043867710924104</c:v>
                </c:pt>
                <c:pt idx="6649">
                  <c:v>28.791769734693801</c:v>
                </c:pt>
                <c:pt idx="6650">
                  <c:v>-29.754779015865999</c:v>
                </c:pt>
                <c:pt idx="6651">
                  <c:v>-37.463485583835698</c:v>
                </c:pt>
                <c:pt idx="6652">
                  <c:v>-17.674041454958498</c:v>
                </c:pt>
                <c:pt idx="6653">
                  <c:v>-21.5891968047153</c:v>
                </c:pt>
                <c:pt idx="6654">
                  <c:v>9.0798574937798495</c:v>
                </c:pt>
                <c:pt idx="6655">
                  <c:v>-37.094095945099902</c:v>
                </c:pt>
                <c:pt idx="6656">
                  <c:v>-51.698211554828902</c:v>
                </c:pt>
                <c:pt idx="6657">
                  <c:v>-15.8094701826539</c:v>
                </c:pt>
                <c:pt idx="6658">
                  <c:v>-30.187194576769699</c:v>
                </c:pt>
                <c:pt idx="6659">
                  <c:v>-41.399710223548901</c:v>
                </c:pt>
                <c:pt idx="6660">
                  <c:v>-27.001015045213499</c:v>
                </c:pt>
                <c:pt idx="6661">
                  <c:v>-30.187194576769699</c:v>
                </c:pt>
                <c:pt idx="6662">
                  <c:v>17.239991075685701</c:v>
                </c:pt>
                <c:pt idx="6663">
                  <c:v>-1.46095358368893</c:v>
                </c:pt>
                <c:pt idx="6664">
                  <c:v>-53.409846386372898</c:v>
                </c:pt>
                <c:pt idx="6665">
                  <c:v>-34.709649744363503</c:v>
                </c:pt>
                <c:pt idx="6666">
                  <c:v>-58.963262011184199</c:v>
                </c:pt>
                <c:pt idx="6667">
                  <c:v>-46.064659065701498</c:v>
                </c:pt>
                <c:pt idx="6668">
                  <c:v>-53.409846386372898</c:v>
                </c:pt>
                <c:pt idx="6669">
                  <c:v>-47.413155243296302</c:v>
                </c:pt>
                <c:pt idx="6670">
                  <c:v>-3.1033544037054499</c:v>
                </c:pt>
                <c:pt idx="6671">
                  <c:v>-49.740387675812599</c:v>
                </c:pt>
                <c:pt idx="6672">
                  <c:v>-10.5417694348079</c:v>
                </c:pt>
                <c:pt idx="6673">
                  <c:v>49.066965531392199</c:v>
                </c:pt>
                <c:pt idx="6674">
                  <c:v>-45.144745357789297</c:v>
                </c:pt>
                <c:pt idx="6675">
                  <c:v>-55.974745479105799</c:v>
                </c:pt>
                <c:pt idx="6676">
                  <c:v>-87.358678602933594</c:v>
                </c:pt>
                <c:pt idx="6677">
                  <c:v>-40.539274891098998</c:v>
                </c:pt>
                <c:pt idx="6678">
                  <c:v>-65.265669413276498</c:v>
                </c:pt>
                <c:pt idx="6679">
                  <c:v>-42.259802205909999</c:v>
                </c:pt>
                <c:pt idx="6680">
                  <c:v>-56.615492083182197</c:v>
                </c:pt>
                <c:pt idx="6681">
                  <c:v>-87.358678602933594</c:v>
                </c:pt>
                <c:pt idx="6682">
                  <c:v>6.4398692472268504</c:v>
                </c:pt>
                <c:pt idx="6683">
                  <c:v>-6.7122749744266903</c:v>
                </c:pt>
                <c:pt idx="6684">
                  <c:v>-63.109239164853498</c:v>
                </c:pt>
                <c:pt idx="6685">
                  <c:v>-43.303738313356</c:v>
                </c:pt>
                <c:pt idx="6686">
                  <c:v>-55.547474869425898</c:v>
                </c:pt>
                <c:pt idx="6687">
                  <c:v>-64.7860180818315</c:v>
                </c:pt>
                <c:pt idx="6688">
                  <c:v>19.876065383317801</c:v>
                </c:pt>
                <c:pt idx="6689">
                  <c:v>-49.6323675819594</c:v>
                </c:pt>
                <c:pt idx="6690">
                  <c:v>-27.924370738428401</c:v>
                </c:pt>
                <c:pt idx="6691">
                  <c:v>-6.4738535736323604</c:v>
                </c:pt>
                <c:pt idx="6692">
                  <c:v>-115.519441336181</c:v>
                </c:pt>
                <c:pt idx="6693">
                  <c:v>-22.590721210128301</c:v>
                </c:pt>
                <c:pt idx="6694">
                  <c:v>-78.921839736058203</c:v>
                </c:pt>
                <c:pt idx="6695">
                  <c:v>-64.380763135216498</c:v>
                </c:pt>
                <c:pt idx="6696">
                  <c:v>-53.043182203549797</c:v>
                </c:pt>
                <c:pt idx="6697">
                  <c:v>-54.835168295996397</c:v>
                </c:pt>
                <c:pt idx="6698">
                  <c:v>-43.978956942090001</c:v>
                </c:pt>
                <c:pt idx="6699">
                  <c:v>-46.555119052232797</c:v>
                </c:pt>
                <c:pt idx="6700">
                  <c:v>-46.984179899942298</c:v>
                </c:pt>
                <c:pt idx="6701">
                  <c:v>-9.9494100388983497</c:v>
                </c:pt>
                <c:pt idx="6702">
                  <c:v>-32.409680108770701</c:v>
                </c:pt>
                <c:pt idx="6703">
                  <c:v>-2.47180854935413</c:v>
                </c:pt>
                <c:pt idx="6704">
                  <c:v>-6.1070003271743101</c:v>
                </c:pt>
                <c:pt idx="6705">
                  <c:v>-29.445857778959098</c:v>
                </c:pt>
                <c:pt idx="6706">
                  <c:v>-28.5901530871697</c:v>
                </c:pt>
                <c:pt idx="6707">
                  <c:v>-44.8380201063691</c:v>
                </c:pt>
                <c:pt idx="6708">
                  <c:v>-43.978956942088097</c:v>
                </c:pt>
                <c:pt idx="6709">
                  <c:v>-14.1299839476332</c:v>
                </c:pt>
                <c:pt idx="6710">
                  <c:v>-2.3370550279560098</c:v>
                </c:pt>
                <c:pt idx="6711">
                  <c:v>-26.3542150468529</c:v>
                </c:pt>
                <c:pt idx="6712">
                  <c:v>-29.588442298141601</c:v>
                </c:pt>
                <c:pt idx="6713">
                  <c:v>-6.2354060086272503</c:v>
                </c:pt>
                <c:pt idx="6714">
                  <c:v>-15.752942980539901</c:v>
                </c:pt>
                <c:pt idx="6715">
                  <c:v>-95.163110840219801</c:v>
                </c:pt>
                <c:pt idx="6716">
                  <c:v>-0.417515418823313</c:v>
                </c:pt>
                <c:pt idx="6717">
                  <c:v>-4.4921099507764604</c:v>
                </c:pt>
                <c:pt idx="6718">
                  <c:v>43.1180368882032</c:v>
                </c:pt>
                <c:pt idx="6719">
                  <c:v>23.952644032372501</c:v>
                </c:pt>
                <c:pt idx="6720">
                  <c:v>38.332215064708997</c:v>
                </c:pt>
                <c:pt idx="6721">
                  <c:v>27.945736326584601</c:v>
                </c:pt>
                <c:pt idx="6722">
                  <c:v>120.143015205202</c:v>
                </c:pt>
                <c:pt idx="6723">
                  <c:v>27.205725097974199</c:v>
                </c:pt>
                <c:pt idx="6724">
                  <c:v>38.332215064707199</c:v>
                </c:pt>
                <c:pt idx="6725">
                  <c:v>45.781337801175098</c:v>
                </c:pt>
                <c:pt idx="6726">
                  <c:v>76.913172365879205</c:v>
                </c:pt>
                <c:pt idx="6727">
                  <c:v>61.399708624461702</c:v>
                </c:pt>
                <c:pt idx="6728">
                  <c:v>9.3200150148868399</c:v>
                </c:pt>
                <c:pt idx="6729">
                  <c:v>111.82499212830101</c:v>
                </c:pt>
                <c:pt idx="6730">
                  <c:v>43.693036726337503</c:v>
                </c:pt>
                <c:pt idx="6731">
                  <c:v>74.320026055472198</c:v>
                </c:pt>
                <c:pt idx="6732">
                  <c:v>89.794118751685303</c:v>
                </c:pt>
                <c:pt idx="6733">
                  <c:v>134.07548791864099</c:v>
                </c:pt>
                <c:pt idx="6734">
                  <c:v>141.074327565641</c:v>
                </c:pt>
                <c:pt idx="6735">
                  <c:v>165.74317883906701</c:v>
                </c:pt>
                <c:pt idx="6736">
                  <c:v>102.750205888902</c:v>
                </c:pt>
                <c:pt idx="6737">
                  <c:v>126.46521444327701</c:v>
                </c:pt>
                <c:pt idx="6738">
                  <c:v>78.860026826614501</c:v>
                </c:pt>
                <c:pt idx="6739">
                  <c:v>15.031539866746201</c:v>
                </c:pt>
                <c:pt idx="6740">
                  <c:v>120.143015205202</c:v>
                </c:pt>
                <c:pt idx="6741">
                  <c:v>162.792216131918</c:v>
                </c:pt>
                <c:pt idx="6742">
                  <c:v>133.14395631279899</c:v>
                </c:pt>
                <c:pt idx="6743">
                  <c:v>138.738955916279</c:v>
                </c:pt>
                <c:pt idx="6744">
                  <c:v>157.49018632014</c:v>
                </c:pt>
                <c:pt idx="6745">
                  <c:v>162.20248612382599</c:v>
                </c:pt>
                <c:pt idx="6746">
                  <c:v>287.82240561227599</c:v>
                </c:pt>
                <c:pt idx="6747">
                  <c:v>238.961393021719</c:v>
                </c:pt>
                <c:pt idx="6748">
                  <c:v>231.84160031376999</c:v>
                </c:pt>
                <c:pt idx="6749">
                  <c:v>236.87134349873</c:v>
                </c:pt>
                <c:pt idx="6750">
                  <c:v>219.527987227728</c:v>
                </c:pt>
                <c:pt idx="6751">
                  <c:v>203.00124990089199</c:v>
                </c:pt>
                <c:pt idx="6752">
                  <c:v>313.33194570255398</c:v>
                </c:pt>
                <c:pt idx="6753">
                  <c:v>229.22408205919399</c:v>
                </c:pt>
                <c:pt idx="6754">
                  <c:v>314.771918749316</c:v>
                </c:pt>
                <c:pt idx="6755">
                  <c:v>319.09717606586702</c:v>
                </c:pt>
                <c:pt idx="6756">
                  <c:v>245.068259367596</c:v>
                </c:pt>
                <c:pt idx="6757">
                  <c:v>333.57278158763501</c:v>
                </c:pt>
                <c:pt idx="6758">
                  <c:v>285.78463524274599</c:v>
                </c:pt>
                <c:pt idx="6759">
                  <c:v>317.366111436675</c:v>
                </c:pt>
                <c:pt idx="6760">
                  <c:v>317.366111436675</c:v>
                </c:pt>
                <c:pt idx="6761">
                  <c:v>208.668821638569</c:v>
                </c:pt>
                <c:pt idx="6762">
                  <c:v>328.10606916233701</c:v>
                </c:pt>
                <c:pt idx="6763">
                  <c:v>395.362937729122</c:v>
                </c:pt>
                <c:pt idx="6764">
                  <c:v>338.660461834535</c:v>
                </c:pt>
                <c:pt idx="6765">
                  <c:v>327.48211411701601</c:v>
                </c:pt>
                <c:pt idx="6766">
                  <c:v>274.60881509563399</c:v>
                </c:pt>
                <c:pt idx="6767">
                  <c:v>384.95165776522299</c:v>
                </c:pt>
                <c:pt idx="6768">
                  <c:v>257.57677933366398</c:v>
                </c:pt>
                <c:pt idx="6769">
                  <c:v>338.660461834535</c:v>
                </c:pt>
                <c:pt idx="6770">
                  <c:v>345.218021742703</c:v>
                </c:pt>
                <c:pt idx="6771">
                  <c:v>347.84618217587303</c:v>
                </c:pt>
                <c:pt idx="6772">
                  <c:v>430.65228648544797</c:v>
                </c:pt>
                <c:pt idx="6773">
                  <c:v>464.16791836009997</c:v>
                </c:pt>
                <c:pt idx="6774">
                  <c:v>424.23136243830498</c:v>
                </c:pt>
                <c:pt idx="6775">
                  <c:v>464.16791836009997</c:v>
                </c:pt>
                <c:pt idx="6776">
                  <c:v>480.33016213247902</c:v>
                </c:pt>
                <c:pt idx="6777">
                  <c:v>384.95165776522299</c:v>
                </c:pt>
                <c:pt idx="6778">
                  <c:v>512.98226272667398</c:v>
                </c:pt>
                <c:pt idx="6779">
                  <c:v>512.98226272667398</c:v>
                </c:pt>
                <c:pt idx="6780">
                  <c:v>480.33016213247902</c:v>
                </c:pt>
                <c:pt idx="6781">
                  <c:v>529.47434065391099</c:v>
                </c:pt>
                <c:pt idx="6782">
                  <c:v>480.33016213247902</c:v>
                </c:pt>
                <c:pt idx="6783">
                  <c:v>551.63849532570498</c:v>
                </c:pt>
                <c:pt idx="6784">
                  <c:v>534.99657489199205</c:v>
                </c:pt>
                <c:pt idx="6785">
                  <c:v>546.07860958745698</c:v>
                </c:pt>
                <c:pt idx="6786">
                  <c:v>384.95165776522299</c:v>
                </c:pt>
                <c:pt idx="6787">
                  <c:v>496.60124256325599</c:v>
                </c:pt>
                <c:pt idx="6788">
                  <c:v>473.85226549984998</c:v>
                </c:pt>
                <c:pt idx="6789">
                  <c:v>579.62833106277196</c:v>
                </c:pt>
                <c:pt idx="6790">
                  <c:v>546.07860958745698</c:v>
                </c:pt>
                <c:pt idx="6791">
                  <c:v>512.98226272667398</c:v>
                </c:pt>
                <c:pt idx="6792">
                  <c:v>496.60124256325599</c:v>
                </c:pt>
                <c:pt idx="6793">
                  <c:v>491.16538833862302</c:v>
                </c:pt>
                <c:pt idx="6794">
                  <c:v>537.76237981598695</c:v>
                </c:pt>
                <c:pt idx="6795">
                  <c:v>496.60124256325599</c:v>
                </c:pt>
                <c:pt idx="6796">
                  <c:v>437.46975514408899</c:v>
                </c:pt>
                <c:pt idx="6797">
                  <c:v>464.16791836009997</c:v>
                </c:pt>
                <c:pt idx="6798">
                  <c:v>490.07967972751698</c:v>
                </c:pt>
                <c:pt idx="6799">
                  <c:v>529.47434065391099</c:v>
                </c:pt>
                <c:pt idx="6800">
                  <c:v>512.98226272667398</c:v>
                </c:pt>
                <c:pt idx="6801">
                  <c:v>562.79621824068499</c:v>
                </c:pt>
                <c:pt idx="6802">
                  <c:v>464.16791836009997</c:v>
                </c:pt>
                <c:pt idx="6803">
                  <c:v>512.98226272667398</c:v>
                </c:pt>
                <c:pt idx="6804">
                  <c:v>499.32374787957798</c:v>
                </c:pt>
                <c:pt idx="6805">
                  <c:v>448.11342287953897</c:v>
                </c:pt>
                <c:pt idx="6806">
                  <c:v>546.07860958745698</c:v>
                </c:pt>
                <c:pt idx="6807">
                  <c:v>480.33016213247902</c:v>
                </c:pt>
                <c:pt idx="6808">
                  <c:v>405.82008236246401</c:v>
                </c:pt>
                <c:pt idx="6809">
                  <c:v>448.11342287953897</c:v>
                </c:pt>
                <c:pt idx="6810">
                  <c:v>480.33016213247902</c:v>
                </c:pt>
                <c:pt idx="6811">
                  <c:v>546.07860958745698</c:v>
                </c:pt>
                <c:pt idx="6812">
                  <c:v>448.11342287953897</c:v>
                </c:pt>
                <c:pt idx="6813">
                  <c:v>546.07860958745698</c:v>
                </c:pt>
                <c:pt idx="6814">
                  <c:v>579.62833106277196</c:v>
                </c:pt>
                <c:pt idx="6815">
                  <c:v>512.98226272667398</c:v>
                </c:pt>
                <c:pt idx="6816">
                  <c:v>523.96457195587197</c:v>
                </c:pt>
                <c:pt idx="6817">
                  <c:v>546.07860958745698</c:v>
                </c:pt>
                <c:pt idx="6818">
                  <c:v>480.33016213247902</c:v>
                </c:pt>
                <c:pt idx="6819">
                  <c:v>523.96457195587197</c:v>
                </c:pt>
                <c:pt idx="6820">
                  <c:v>562.79621824068499</c:v>
                </c:pt>
                <c:pt idx="6821">
                  <c:v>613.64080731705599</c:v>
                </c:pt>
                <c:pt idx="6822">
                  <c:v>529.47434065391099</c:v>
                </c:pt>
                <c:pt idx="6823">
                  <c:v>562.79621824068499</c:v>
                </c:pt>
                <c:pt idx="6824">
                  <c:v>596.57612850906401</c:v>
                </c:pt>
                <c:pt idx="6825">
                  <c:v>469.54330747189601</c:v>
                </c:pt>
                <c:pt idx="6826">
                  <c:v>537.76237981598695</c:v>
                </c:pt>
                <c:pt idx="6827">
                  <c:v>480.33016213247902</c:v>
                </c:pt>
                <c:pt idx="6828">
                  <c:v>480.33016213247902</c:v>
                </c:pt>
                <c:pt idx="6829">
                  <c:v>525.537522051927</c:v>
                </c:pt>
                <c:pt idx="6830">
                  <c:v>507.50963844260599</c:v>
                </c:pt>
                <c:pt idx="6831">
                  <c:v>496.60124256325599</c:v>
                </c:pt>
                <c:pt idx="6832">
                  <c:v>546.07860958745698</c:v>
                </c:pt>
                <c:pt idx="6833">
                  <c:v>496.60124256325599</c:v>
                </c:pt>
                <c:pt idx="6834">
                  <c:v>480.33016213247902</c:v>
                </c:pt>
                <c:pt idx="6835">
                  <c:v>529.47434065391099</c:v>
                </c:pt>
                <c:pt idx="6836">
                  <c:v>534.99657489199205</c:v>
                </c:pt>
                <c:pt idx="6837">
                  <c:v>529.47434065391099</c:v>
                </c:pt>
                <c:pt idx="6838">
                  <c:v>512.98226272667398</c:v>
                </c:pt>
                <c:pt idx="6839">
                  <c:v>512.98226272667398</c:v>
                </c:pt>
                <c:pt idx="6840">
                  <c:v>534.99657489199205</c:v>
                </c:pt>
                <c:pt idx="6841">
                  <c:v>514.54813430328602</c:v>
                </c:pt>
                <c:pt idx="6842">
                  <c:v>568.39414186716601</c:v>
                </c:pt>
                <c:pt idx="6843">
                  <c:v>491.16538833862302</c:v>
                </c:pt>
                <c:pt idx="6844">
                  <c:v>512.98226272667398</c:v>
                </c:pt>
                <c:pt idx="6845">
                  <c:v>552.75198742859595</c:v>
                </c:pt>
                <c:pt idx="6846">
                  <c:v>523.96457195587197</c:v>
                </c:pt>
                <c:pt idx="6847">
                  <c:v>482.49332725689197</c:v>
                </c:pt>
                <c:pt idx="6848">
                  <c:v>507.50963844260599</c:v>
                </c:pt>
                <c:pt idx="6849">
                  <c:v>448.11342287953897</c:v>
                </c:pt>
                <c:pt idx="6850">
                  <c:v>496.60124256325599</c:v>
                </c:pt>
                <c:pt idx="6851">
                  <c:v>512.98226272667398</c:v>
                </c:pt>
                <c:pt idx="6852">
                  <c:v>529.47434065391099</c:v>
                </c:pt>
                <c:pt idx="6853">
                  <c:v>523.96457195587197</c:v>
                </c:pt>
                <c:pt idx="6854">
                  <c:v>480.33016213247902</c:v>
                </c:pt>
                <c:pt idx="6855">
                  <c:v>540.53131702188898</c:v>
                </c:pt>
                <c:pt idx="6856">
                  <c:v>546.07860958745698</c:v>
                </c:pt>
                <c:pt idx="6857">
                  <c:v>551.63849532570498</c:v>
                </c:pt>
                <c:pt idx="6858">
                  <c:v>502.04931219064099</c:v>
                </c:pt>
                <c:pt idx="6859">
                  <c:v>502.04931219064099</c:v>
                </c:pt>
                <c:pt idx="6860">
                  <c:v>523.96457195587197</c:v>
                </c:pt>
                <c:pt idx="6861">
                  <c:v>540.53131702188898</c:v>
                </c:pt>
                <c:pt idx="6862">
                  <c:v>546.07860958745698</c:v>
                </c:pt>
                <c:pt idx="6863">
                  <c:v>502.04931219064099</c:v>
                </c:pt>
                <c:pt idx="6864">
                  <c:v>518.46722663708704</c:v>
                </c:pt>
                <c:pt idx="6865">
                  <c:v>546.07860958745698</c:v>
                </c:pt>
                <c:pt idx="6866">
                  <c:v>512.98226272667398</c:v>
                </c:pt>
                <c:pt idx="6867">
                  <c:v>562.79621824068499</c:v>
                </c:pt>
                <c:pt idx="6868">
                  <c:v>532.23389693794797</c:v>
                </c:pt>
                <c:pt idx="6869">
                  <c:v>529.47434065391099</c:v>
                </c:pt>
                <c:pt idx="6870">
                  <c:v>496.60124256325599</c:v>
                </c:pt>
                <c:pt idx="6871">
                  <c:v>515.33144813880995</c:v>
                </c:pt>
                <c:pt idx="6872">
                  <c:v>504.77794065494498</c:v>
                </c:pt>
                <c:pt idx="6873">
                  <c:v>546.07860958745698</c:v>
                </c:pt>
                <c:pt idx="6874">
                  <c:v>448.11342287953897</c:v>
                </c:pt>
                <c:pt idx="6875">
                  <c:v>480.33016213247902</c:v>
                </c:pt>
                <c:pt idx="6876">
                  <c:v>491.16538833862501</c:v>
                </c:pt>
                <c:pt idx="6877">
                  <c:v>507.50963844260599</c:v>
                </c:pt>
                <c:pt idx="6878">
                  <c:v>546.07860958745698</c:v>
                </c:pt>
                <c:pt idx="6879">
                  <c:v>496.60124256325599</c:v>
                </c:pt>
                <c:pt idx="6880">
                  <c:v>464.16791836009997</c:v>
                </c:pt>
                <c:pt idx="6881">
                  <c:v>579.62833106277196</c:v>
                </c:pt>
                <c:pt idx="6882">
                  <c:v>518.46722663708704</c:v>
                </c:pt>
                <c:pt idx="6883">
                  <c:v>557.21101716790201</c:v>
                </c:pt>
                <c:pt idx="6884">
                  <c:v>546.07860958745698</c:v>
                </c:pt>
                <c:pt idx="6885">
                  <c:v>503.14039558870599</c:v>
                </c:pt>
                <c:pt idx="6886">
                  <c:v>529.47434065391099</c:v>
                </c:pt>
                <c:pt idx="6887">
                  <c:v>508.60317812853202</c:v>
                </c:pt>
                <c:pt idx="6888">
                  <c:v>546.07860958745698</c:v>
                </c:pt>
                <c:pt idx="6889">
                  <c:v>540.53131702188898</c:v>
                </c:pt>
                <c:pt idx="6890">
                  <c:v>512.98226272667398</c:v>
                </c:pt>
                <c:pt idx="6891">
                  <c:v>496.60124256325599</c:v>
                </c:pt>
                <c:pt idx="6892">
                  <c:v>560.40100530498898</c:v>
                </c:pt>
                <c:pt idx="6893">
                  <c:v>551.63849532570498</c:v>
                </c:pt>
                <c:pt idx="6894">
                  <c:v>540.53131702188898</c:v>
                </c:pt>
                <c:pt idx="6895">
                  <c:v>529.47434065391099</c:v>
                </c:pt>
                <c:pt idx="6896">
                  <c:v>534.99657489199205</c:v>
                </c:pt>
                <c:pt idx="6897">
                  <c:v>546.07860958745698</c:v>
                </c:pt>
                <c:pt idx="6898">
                  <c:v>496.60124256325599</c:v>
                </c:pt>
                <c:pt idx="6899">
                  <c:v>536.10252132799405</c:v>
                </c:pt>
                <c:pt idx="6900">
                  <c:v>448.11342287953897</c:v>
                </c:pt>
                <c:pt idx="6901">
                  <c:v>562.79621824068499</c:v>
                </c:pt>
                <c:pt idx="6902">
                  <c:v>448.11342287953897</c:v>
                </c:pt>
                <c:pt idx="6903">
                  <c:v>540.53131702188898</c:v>
                </c:pt>
                <c:pt idx="6904">
                  <c:v>437.46975514408899</c:v>
                </c:pt>
                <c:pt idx="6905">
                  <c:v>551.63849532570498</c:v>
                </c:pt>
                <c:pt idx="6906">
                  <c:v>502.04931219064099</c:v>
                </c:pt>
                <c:pt idx="6907">
                  <c:v>496.60124256325599</c:v>
                </c:pt>
                <c:pt idx="6908">
                  <c:v>557.21101716790201</c:v>
                </c:pt>
                <c:pt idx="6909">
                  <c:v>512.98226272667398</c:v>
                </c:pt>
                <c:pt idx="6910">
                  <c:v>562.79621824068499</c:v>
                </c:pt>
                <c:pt idx="6911">
                  <c:v>493.33826681064897</c:v>
                </c:pt>
                <c:pt idx="6912">
                  <c:v>512.98226272667398</c:v>
                </c:pt>
                <c:pt idx="6913">
                  <c:v>512.98226272667398</c:v>
                </c:pt>
                <c:pt idx="6914">
                  <c:v>512.98226272667398</c:v>
                </c:pt>
                <c:pt idx="6915">
                  <c:v>480.33016213247902</c:v>
                </c:pt>
                <c:pt idx="6916">
                  <c:v>480.33016213247902</c:v>
                </c:pt>
                <c:pt idx="6917">
                  <c:v>532.78618262573195</c:v>
                </c:pt>
                <c:pt idx="6918">
                  <c:v>520.03663148723695</c:v>
                </c:pt>
                <c:pt idx="6919">
                  <c:v>512.98226272667398</c:v>
                </c:pt>
                <c:pt idx="6920">
                  <c:v>512.98226272667398</c:v>
                </c:pt>
                <c:pt idx="6921">
                  <c:v>512.98226272667398</c:v>
                </c:pt>
                <c:pt idx="6922">
                  <c:v>546.07860958745698</c:v>
                </c:pt>
                <c:pt idx="6923">
                  <c:v>496.60124256325599</c:v>
                </c:pt>
                <c:pt idx="6924">
                  <c:v>472.23550402872399</c:v>
                </c:pt>
                <c:pt idx="6925">
                  <c:v>543.30339183369199</c:v>
                </c:pt>
                <c:pt idx="6926">
                  <c:v>521.76414537746098</c:v>
                </c:pt>
                <c:pt idx="6927">
                  <c:v>427.628526085705</c:v>
                </c:pt>
                <c:pt idx="6928">
                  <c:v>480.33016213247902</c:v>
                </c:pt>
                <c:pt idx="6929">
                  <c:v>496.60124256325599</c:v>
                </c:pt>
                <c:pt idx="6930">
                  <c:v>480.33016213247902</c:v>
                </c:pt>
                <c:pt idx="6931">
                  <c:v>487.29009139979598</c:v>
                </c:pt>
                <c:pt idx="6932">
                  <c:v>552.75198742859595</c:v>
                </c:pt>
                <c:pt idx="6933">
                  <c:v>502.04931219064099</c:v>
                </c:pt>
                <c:pt idx="6934">
                  <c:v>480.33016213247902</c:v>
                </c:pt>
                <c:pt idx="6935">
                  <c:v>546.07860958745698</c:v>
                </c:pt>
                <c:pt idx="6936">
                  <c:v>496.60124256325599</c:v>
                </c:pt>
                <c:pt idx="6937">
                  <c:v>485.74170847955702</c:v>
                </c:pt>
                <c:pt idx="6938">
                  <c:v>496.60124256325599</c:v>
                </c:pt>
                <c:pt idx="6939">
                  <c:v>474.93070862639797</c:v>
                </c:pt>
                <c:pt idx="6940">
                  <c:v>504.77794065494498</c:v>
                </c:pt>
                <c:pt idx="6941">
                  <c:v>579.62833106277196</c:v>
                </c:pt>
                <c:pt idx="6942">
                  <c:v>496.60124256325599</c:v>
                </c:pt>
                <c:pt idx="6943">
                  <c:v>562.79621824068499</c:v>
                </c:pt>
                <c:pt idx="6944">
                  <c:v>557.21101716790201</c:v>
                </c:pt>
                <c:pt idx="6945">
                  <c:v>562.79621824068499</c:v>
                </c:pt>
                <c:pt idx="6946">
                  <c:v>529.47434065391099</c:v>
                </c:pt>
                <c:pt idx="6947">
                  <c:v>562.79621824068499</c:v>
                </c:pt>
                <c:pt idx="6948">
                  <c:v>496.60124256325599</c:v>
                </c:pt>
                <c:pt idx="6949">
                  <c:v>464.16791836009997</c:v>
                </c:pt>
                <c:pt idx="6950">
                  <c:v>480.33016213247902</c:v>
                </c:pt>
                <c:pt idx="6951">
                  <c:v>521.21434900169095</c:v>
                </c:pt>
                <c:pt idx="6952">
                  <c:v>534.99657489199205</c:v>
                </c:pt>
                <c:pt idx="6953">
                  <c:v>557.21101716790201</c:v>
                </c:pt>
                <c:pt idx="6954">
                  <c:v>630.82358078807897</c:v>
                </c:pt>
                <c:pt idx="6955">
                  <c:v>496.60124256325599</c:v>
                </c:pt>
                <c:pt idx="6956">
                  <c:v>496.60124256325599</c:v>
                </c:pt>
                <c:pt idx="6957">
                  <c:v>488.45202917103501</c:v>
                </c:pt>
                <c:pt idx="6958">
                  <c:v>557.21101716790201</c:v>
                </c:pt>
                <c:pt idx="6959">
                  <c:v>546.07860958745698</c:v>
                </c:pt>
                <c:pt idx="6960">
                  <c:v>496.60124256325599</c:v>
                </c:pt>
                <c:pt idx="6961">
                  <c:v>527.63636811382901</c:v>
                </c:pt>
                <c:pt idx="6962">
                  <c:v>502.04931219064099</c:v>
                </c:pt>
              </c:numCache>
            </c:numRef>
          </c:val>
          <c:smooth val="0"/>
        </c:ser>
        <c:ser>
          <c:idx val="1"/>
          <c:order val="1"/>
          <c:tx>
            <c:v>Filtered value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'Position_measurement12_30_20-05'!$E$1:$E$6963</c:f>
              <c:numCache>
                <c:formatCode>General</c:formatCode>
                <c:ptCount val="6963"/>
                <c:pt idx="0">
                  <c:v>0</c:v>
                </c:pt>
                <c:pt idx="1">
                  <c:v>2.30873784644545</c:v>
                </c:pt>
                <c:pt idx="2">
                  <c:v>4.7244604491168154</c:v>
                </c:pt>
                <c:pt idx="3">
                  <c:v>9.1587109573441747</c:v>
                </c:pt>
                <c:pt idx="4">
                  <c:v>8.6607963319649954</c:v>
                </c:pt>
                <c:pt idx="5">
                  <c:v>6.7117738442272854</c:v>
                </c:pt>
                <c:pt idx="6">
                  <c:v>6.3330817236358152</c:v>
                </c:pt>
                <c:pt idx="7">
                  <c:v>6.4945777976231742</c:v>
                </c:pt>
                <c:pt idx="8">
                  <c:v>4.3885668967736677</c:v>
                </c:pt>
                <c:pt idx="9">
                  <c:v>5.7842156555065518</c:v>
                </c:pt>
                <c:pt idx="10">
                  <c:v>6.3780986625642875</c:v>
                </c:pt>
                <c:pt idx="11">
                  <c:v>6.4722398097300262</c:v>
                </c:pt>
                <c:pt idx="12">
                  <c:v>4.8916973511677506</c:v>
                </c:pt>
                <c:pt idx="13">
                  <c:v>6.9012467088825353</c:v>
                </c:pt>
                <c:pt idx="14">
                  <c:v>10.580425710627852</c:v>
                </c:pt>
                <c:pt idx="15">
                  <c:v>11.135931774007098</c:v>
                </c:pt>
                <c:pt idx="16">
                  <c:v>11.930545997466758</c:v>
                </c:pt>
                <c:pt idx="17">
                  <c:v>18.078805604335503</c:v>
                </c:pt>
                <c:pt idx="18">
                  <c:v>17.443229616510344</c:v>
                </c:pt>
                <c:pt idx="19">
                  <c:v>18.049848302831499</c:v>
                </c:pt>
                <c:pt idx="20">
                  <c:v>11.417778520632169</c:v>
                </c:pt>
                <c:pt idx="21">
                  <c:v>9.2950632486438867</c:v>
                </c:pt>
                <c:pt idx="22">
                  <c:v>9.7268568957613581</c:v>
                </c:pt>
                <c:pt idx="23">
                  <c:v>15.733103110415865</c:v>
                </c:pt>
                <c:pt idx="24">
                  <c:v>11.141073341697307</c:v>
                </c:pt>
                <c:pt idx="25">
                  <c:v>12.525685100359137</c:v>
                </c:pt>
                <c:pt idx="26">
                  <c:v>12.621811776170413</c:v>
                </c:pt>
                <c:pt idx="27">
                  <c:v>12.772503185027901</c:v>
                </c:pt>
                <c:pt idx="28">
                  <c:v>14.994086487171671</c:v>
                </c:pt>
                <c:pt idx="29">
                  <c:v>9.440750349344885</c:v>
                </c:pt>
                <c:pt idx="30">
                  <c:v>12.329896820881295</c:v>
                </c:pt>
                <c:pt idx="31">
                  <c:v>14.039558069022025</c:v>
                </c:pt>
                <c:pt idx="32">
                  <c:v>13.327565197795296</c:v>
                </c:pt>
                <c:pt idx="33">
                  <c:v>16.423757856246908</c:v>
                </c:pt>
                <c:pt idx="34">
                  <c:v>10.024469562341189</c:v>
                </c:pt>
                <c:pt idx="35">
                  <c:v>12.855244112577971</c:v>
                </c:pt>
                <c:pt idx="36">
                  <c:v>6.2287350626828841</c:v>
                </c:pt>
                <c:pt idx="37">
                  <c:v>4.0041891581578257</c:v>
                </c:pt>
                <c:pt idx="38">
                  <c:v>4.5357717438307272</c:v>
                </c:pt>
                <c:pt idx="39">
                  <c:v>1.3230543028356245</c:v>
                </c:pt>
                <c:pt idx="40">
                  <c:v>2.6939028592266823</c:v>
                </c:pt>
                <c:pt idx="41">
                  <c:v>8.2748150633307631</c:v>
                </c:pt>
                <c:pt idx="42">
                  <c:v>10.983296231994476</c:v>
                </c:pt>
                <c:pt idx="43">
                  <c:v>6.2617725313655086</c:v>
                </c:pt>
                <c:pt idx="44">
                  <c:v>3.5267691955482077</c:v>
                </c:pt>
                <c:pt idx="45">
                  <c:v>8.3499782903764874</c:v>
                </c:pt>
                <c:pt idx="46">
                  <c:v>8.6872850339472283</c:v>
                </c:pt>
                <c:pt idx="47">
                  <c:v>10.888210569045496</c:v>
                </c:pt>
                <c:pt idx="48">
                  <c:v>12.298108604972416</c:v>
                </c:pt>
                <c:pt idx="49">
                  <c:v>11.800248757897524</c:v>
                </c:pt>
                <c:pt idx="50">
                  <c:v>11.264210806830549</c:v>
                </c:pt>
                <c:pt idx="51">
                  <c:v>13.971011232618395</c:v>
                </c:pt>
                <c:pt idx="52">
                  <c:v>6.8056122620291148</c:v>
                </c:pt>
                <c:pt idx="53">
                  <c:v>8.801234872899963</c:v>
                </c:pt>
                <c:pt idx="54">
                  <c:v>17.724127990919456</c:v>
                </c:pt>
                <c:pt idx="55">
                  <c:v>19.190821280047572</c:v>
                </c:pt>
                <c:pt idx="56">
                  <c:v>20.066312784701097</c:v>
                </c:pt>
                <c:pt idx="57">
                  <c:v>20.336771843784796</c:v>
                </c:pt>
                <c:pt idx="58">
                  <c:v>23.928362264192625</c:v>
                </c:pt>
                <c:pt idx="59">
                  <c:v>22.863461985971401</c:v>
                </c:pt>
                <c:pt idx="60">
                  <c:v>21.455752542248138</c:v>
                </c:pt>
                <c:pt idx="61">
                  <c:v>21.144682736433577</c:v>
                </c:pt>
                <c:pt idx="62">
                  <c:v>28.283822316018131</c:v>
                </c:pt>
                <c:pt idx="63">
                  <c:v>22.47996218282972</c:v>
                </c:pt>
                <c:pt idx="64">
                  <c:v>16.501007872509518</c:v>
                </c:pt>
                <c:pt idx="65">
                  <c:v>14.048594566674801</c:v>
                </c:pt>
                <c:pt idx="66">
                  <c:v>16.476956616478223</c:v>
                </c:pt>
                <c:pt idx="67">
                  <c:v>16.001565527438792</c:v>
                </c:pt>
                <c:pt idx="68">
                  <c:v>15.573713547303393</c:v>
                </c:pt>
                <c:pt idx="69">
                  <c:v>15.850847640983304</c:v>
                </c:pt>
                <c:pt idx="70">
                  <c:v>14.032057374089373</c:v>
                </c:pt>
                <c:pt idx="71">
                  <c:v>16.908717389425327</c:v>
                </c:pt>
                <c:pt idx="72">
                  <c:v>19.385965169224665</c:v>
                </c:pt>
                <c:pt idx="73">
                  <c:v>13.024924799866177</c:v>
                </c:pt>
                <c:pt idx="74">
                  <c:v>16.286999679910572</c:v>
                </c:pt>
                <c:pt idx="75">
                  <c:v>21.960758836288367</c:v>
                </c:pt>
                <c:pt idx="76">
                  <c:v>18.308129831572341</c:v>
                </c:pt>
                <c:pt idx="77">
                  <c:v>16.55040132743807</c:v>
                </c:pt>
                <c:pt idx="78">
                  <c:v>18.728582701165163</c:v>
                </c:pt>
                <c:pt idx="79">
                  <c:v>19.152953562697427</c:v>
                </c:pt>
                <c:pt idx="80">
                  <c:v>23.764445934293164</c:v>
                </c:pt>
                <c:pt idx="81">
                  <c:v>20.454682863274574</c:v>
                </c:pt>
                <c:pt idx="82">
                  <c:v>20.464900479825509</c:v>
                </c:pt>
                <c:pt idx="83">
                  <c:v>22.738925272483996</c:v>
                </c:pt>
                <c:pt idx="84">
                  <c:v>21.196983758657765</c:v>
                </c:pt>
                <c:pt idx="85">
                  <c:v>25.604073110657467</c:v>
                </c:pt>
                <c:pt idx="86">
                  <c:v>27.472614977822861</c:v>
                </c:pt>
                <c:pt idx="87">
                  <c:v>25.193518678460258</c:v>
                </c:pt>
                <c:pt idx="88">
                  <c:v>23.846471383222621</c:v>
                </c:pt>
                <c:pt idx="89">
                  <c:v>24.34100121836974</c:v>
                </c:pt>
                <c:pt idx="90">
                  <c:v>21.848451180795458</c:v>
                </c:pt>
                <c:pt idx="91">
                  <c:v>19.956091326546989</c:v>
                </c:pt>
                <c:pt idx="92">
                  <c:v>18.412670632584081</c:v>
                </c:pt>
                <c:pt idx="93">
                  <c:v>21.896981615862195</c:v>
                </c:pt>
                <c:pt idx="94">
                  <c:v>22.649934384504839</c:v>
                </c:pt>
                <c:pt idx="95">
                  <c:v>24.888469771742486</c:v>
                </c:pt>
                <c:pt idx="96">
                  <c:v>28.324987976063689</c:v>
                </c:pt>
                <c:pt idx="97">
                  <c:v>33.00696804172518</c:v>
                </c:pt>
                <c:pt idx="98">
                  <c:v>29.964988139916382</c:v>
                </c:pt>
                <c:pt idx="99">
                  <c:v>28.434857494997772</c:v>
                </c:pt>
                <c:pt idx="100">
                  <c:v>27.141830891029645</c:v>
                </c:pt>
                <c:pt idx="101">
                  <c:v>23.625335283342913</c:v>
                </c:pt>
                <c:pt idx="102">
                  <c:v>23.539892092562432</c:v>
                </c:pt>
                <c:pt idx="103">
                  <c:v>26.939733725242181</c:v>
                </c:pt>
                <c:pt idx="104">
                  <c:v>23.661966828129362</c:v>
                </c:pt>
                <c:pt idx="105">
                  <c:v>24.460724841913184</c:v>
                </c:pt>
                <c:pt idx="106">
                  <c:v>25.580322801372873</c:v>
                </c:pt>
                <c:pt idx="107">
                  <c:v>24.194595093843976</c:v>
                </c:pt>
                <c:pt idx="108">
                  <c:v>25.417215909351349</c:v>
                </c:pt>
                <c:pt idx="109">
                  <c:v>25.310868000007254</c:v>
                </c:pt>
                <c:pt idx="110">
                  <c:v>23.805202441361597</c:v>
                </c:pt>
                <c:pt idx="111">
                  <c:v>24.367333127454206</c:v>
                </c:pt>
                <c:pt idx="112">
                  <c:v>27.256177861245305</c:v>
                </c:pt>
                <c:pt idx="113">
                  <c:v>27.177156462436866</c:v>
                </c:pt>
                <c:pt idx="114">
                  <c:v>24.576387765697653</c:v>
                </c:pt>
                <c:pt idx="115">
                  <c:v>22.850700002550056</c:v>
                </c:pt>
                <c:pt idx="116">
                  <c:v>22.179178636737081</c:v>
                </c:pt>
                <c:pt idx="117">
                  <c:v>23.126215469660131</c:v>
                </c:pt>
                <c:pt idx="118">
                  <c:v>22.869279825572509</c:v>
                </c:pt>
                <c:pt idx="119">
                  <c:v>21.377156089366199</c:v>
                </c:pt>
                <c:pt idx="120">
                  <c:v>15.773090185503319</c:v>
                </c:pt>
                <c:pt idx="121">
                  <c:v>16.362141268384725</c:v>
                </c:pt>
                <c:pt idx="122">
                  <c:v>22.884777161192773</c:v>
                </c:pt>
                <c:pt idx="123">
                  <c:v>24.047404942765095</c:v>
                </c:pt>
                <c:pt idx="124">
                  <c:v>26.146193274176717</c:v>
                </c:pt>
                <c:pt idx="125">
                  <c:v>21.813876021662285</c:v>
                </c:pt>
                <c:pt idx="126">
                  <c:v>21.466993867906307</c:v>
                </c:pt>
                <c:pt idx="127">
                  <c:v>22.351839857177549</c:v>
                </c:pt>
                <c:pt idx="128">
                  <c:v>22.615374964291355</c:v>
                </c:pt>
                <c:pt idx="129">
                  <c:v>23.518792164458791</c:v>
                </c:pt>
                <c:pt idx="130">
                  <c:v>17.687487984008811</c:v>
                </c:pt>
                <c:pt idx="131">
                  <c:v>13.701391617961582</c:v>
                </c:pt>
                <c:pt idx="132">
                  <c:v>8.7943083544558736</c:v>
                </c:pt>
                <c:pt idx="133">
                  <c:v>15.195753434497297</c:v>
                </c:pt>
                <c:pt idx="134">
                  <c:v>12.933439867590169</c:v>
                </c:pt>
                <c:pt idx="135">
                  <c:v>14.138814973662713</c:v>
                </c:pt>
                <c:pt idx="136">
                  <c:v>16.043922968141771</c:v>
                </c:pt>
                <c:pt idx="137">
                  <c:v>17.271114244519396</c:v>
                </c:pt>
                <c:pt idx="138">
                  <c:v>21.455718339204488</c:v>
                </c:pt>
                <c:pt idx="139">
                  <c:v>15.514555831687719</c:v>
                </c:pt>
                <c:pt idx="140">
                  <c:v>14.695051261941115</c:v>
                </c:pt>
                <c:pt idx="141">
                  <c:v>13.957497149169352</c:v>
                </c:pt>
                <c:pt idx="142">
                  <c:v>17.737633448635517</c:v>
                </c:pt>
                <c:pt idx="143">
                  <c:v>19.529540547422975</c:v>
                </c:pt>
                <c:pt idx="144">
                  <c:v>17.956894010563964</c:v>
                </c:pt>
                <c:pt idx="145">
                  <c:v>23.65800740173114</c:v>
                </c:pt>
                <c:pt idx="146">
                  <c:v>25.460326180299898</c:v>
                </c:pt>
                <c:pt idx="147">
                  <c:v>26.301777714337369</c:v>
                </c:pt>
                <c:pt idx="148">
                  <c:v>27.772698993051964</c:v>
                </c:pt>
                <c:pt idx="149">
                  <c:v>31.97436099797741</c:v>
                </c:pt>
                <c:pt idx="150">
                  <c:v>29.508875911602019</c:v>
                </c:pt>
                <c:pt idx="151">
                  <c:v>29.50063925067068</c:v>
                </c:pt>
                <c:pt idx="152">
                  <c:v>26.84306058943487</c:v>
                </c:pt>
                <c:pt idx="153">
                  <c:v>26.435844868045102</c:v>
                </c:pt>
                <c:pt idx="154">
                  <c:v>26.734911311469361</c:v>
                </c:pt>
                <c:pt idx="155">
                  <c:v>26.264684131963627</c:v>
                </c:pt>
                <c:pt idx="156">
                  <c:v>22.895477495309866</c:v>
                </c:pt>
                <c:pt idx="157">
                  <c:v>22.809193697420081</c:v>
                </c:pt>
                <c:pt idx="158">
                  <c:v>20.732972742518349</c:v>
                </c:pt>
                <c:pt idx="159">
                  <c:v>24.585040649761964</c:v>
                </c:pt>
                <c:pt idx="160">
                  <c:v>26.257419985553049</c:v>
                </c:pt>
                <c:pt idx="161">
                  <c:v>27.464899493468643</c:v>
                </c:pt>
                <c:pt idx="162">
                  <c:v>24.309589561826172</c:v>
                </c:pt>
                <c:pt idx="163">
                  <c:v>31.631644841381654</c:v>
                </c:pt>
                <c:pt idx="164">
                  <c:v>29.310436423301116</c:v>
                </c:pt>
                <c:pt idx="165">
                  <c:v>23.512056634370587</c:v>
                </c:pt>
                <c:pt idx="166">
                  <c:v>24.99407247740443</c:v>
                </c:pt>
                <c:pt idx="167">
                  <c:v>22.348569871295002</c:v>
                </c:pt>
                <c:pt idx="168">
                  <c:v>24.678280244196511</c:v>
                </c:pt>
                <c:pt idx="169">
                  <c:v>20.318832379071171</c:v>
                </c:pt>
                <c:pt idx="170">
                  <c:v>23.462835155547154</c:v>
                </c:pt>
                <c:pt idx="171">
                  <c:v>29.623148265600094</c:v>
                </c:pt>
                <c:pt idx="172">
                  <c:v>28.362737983922187</c:v>
                </c:pt>
                <c:pt idx="173">
                  <c:v>29.657347586297252</c:v>
                </c:pt>
                <c:pt idx="174">
                  <c:v>27.863917400275916</c:v>
                </c:pt>
                <c:pt idx="175">
                  <c:v>28.242480356845086</c:v>
                </c:pt>
                <c:pt idx="176">
                  <c:v>28.183202503818027</c:v>
                </c:pt>
                <c:pt idx="177">
                  <c:v>28.196465826628025</c:v>
                </c:pt>
                <c:pt idx="178">
                  <c:v>28.827924741656823</c:v>
                </c:pt>
                <c:pt idx="179">
                  <c:v>25.361338742902447</c:v>
                </c:pt>
                <c:pt idx="180">
                  <c:v>25.767855798840973</c:v>
                </c:pt>
                <c:pt idx="181">
                  <c:v>21.734517097869688</c:v>
                </c:pt>
                <c:pt idx="182">
                  <c:v>18.104512266995531</c:v>
                </c:pt>
                <c:pt idx="183">
                  <c:v>11.871617187859957</c:v>
                </c:pt>
                <c:pt idx="184">
                  <c:v>13.035397117046152</c:v>
                </c:pt>
                <c:pt idx="185">
                  <c:v>21.596003281143648</c:v>
                </c:pt>
                <c:pt idx="186">
                  <c:v>21.935122045860844</c:v>
                </c:pt>
                <c:pt idx="187">
                  <c:v>22.77315521733663</c:v>
                </c:pt>
                <c:pt idx="188">
                  <c:v>22.846781343575156</c:v>
                </c:pt>
                <c:pt idx="189">
                  <c:v>25.289522870652398</c:v>
                </c:pt>
                <c:pt idx="190">
                  <c:v>24.414276565079632</c:v>
                </c:pt>
                <c:pt idx="191">
                  <c:v>18.904721122443831</c:v>
                </c:pt>
                <c:pt idx="192">
                  <c:v>24.446251615746668</c:v>
                </c:pt>
                <c:pt idx="193">
                  <c:v>22.419582924527241</c:v>
                </c:pt>
                <c:pt idx="194">
                  <c:v>23.342579328671277</c:v>
                </c:pt>
                <c:pt idx="195">
                  <c:v>25.511850221492281</c:v>
                </c:pt>
                <c:pt idx="196">
                  <c:v>24.132969771951444</c:v>
                </c:pt>
                <c:pt idx="197">
                  <c:v>30.364415332321087</c:v>
                </c:pt>
                <c:pt idx="198">
                  <c:v>34.397445630527727</c:v>
                </c:pt>
                <c:pt idx="199">
                  <c:v>32.350516189428063</c:v>
                </c:pt>
                <c:pt idx="200">
                  <c:v>23.347166723157819</c:v>
                </c:pt>
                <c:pt idx="201">
                  <c:v>29.049993114920575</c:v>
                </c:pt>
                <c:pt idx="202">
                  <c:v>27.537808925381629</c:v>
                </c:pt>
                <c:pt idx="203">
                  <c:v>27.092765879288915</c:v>
                </c:pt>
                <c:pt idx="204">
                  <c:v>32.145581438433254</c:v>
                </c:pt>
                <c:pt idx="205">
                  <c:v>26.605208611459201</c:v>
                </c:pt>
                <c:pt idx="206">
                  <c:v>26.887338680542143</c:v>
                </c:pt>
                <c:pt idx="207">
                  <c:v>24.240364366563927</c:v>
                </c:pt>
                <c:pt idx="208">
                  <c:v>23.711133126942094</c:v>
                </c:pt>
                <c:pt idx="209">
                  <c:v>29.226022496909337</c:v>
                </c:pt>
                <c:pt idx="210">
                  <c:v>25.322482827293339</c:v>
                </c:pt>
                <c:pt idx="211">
                  <c:v>25.732885474792866</c:v>
                </c:pt>
                <c:pt idx="212">
                  <c:v>20.66034784598661</c:v>
                </c:pt>
                <c:pt idx="213">
                  <c:v>23.77019907577105</c:v>
                </c:pt>
                <c:pt idx="214">
                  <c:v>21.978543085585752</c:v>
                </c:pt>
                <c:pt idx="215">
                  <c:v>20.292796107345843</c:v>
                </c:pt>
                <c:pt idx="216">
                  <c:v>26.149519179272708</c:v>
                </c:pt>
                <c:pt idx="217">
                  <c:v>27.559096521231258</c:v>
                </c:pt>
                <c:pt idx="218">
                  <c:v>15.143106193226501</c:v>
                </c:pt>
                <c:pt idx="219">
                  <c:v>16.329190298726612</c:v>
                </c:pt>
                <c:pt idx="220">
                  <c:v>23.128304851408814</c:v>
                </c:pt>
                <c:pt idx="221">
                  <c:v>23.580444548925382</c:v>
                </c:pt>
                <c:pt idx="222">
                  <c:v>22.154401595521527</c:v>
                </c:pt>
                <c:pt idx="223">
                  <c:v>26.674316142262043</c:v>
                </c:pt>
                <c:pt idx="224">
                  <c:v>25.76771287293473</c:v>
                </c:pt>
                <c:pt idx="225">
                  <c:v>25.499679432086708</c:v>
                </c:pt>
                <c:pt idx="226">
                  <c:v>25.005397391756606</c:v>
                </c:pt>
                <c:pt idx="227">
                  <c:v>21.484245757081457</c:v>
                </c:pt>
                <c:pt idx="228">
                  <c:v>20.588285632224252</c:v>
                </c:pt>
                <c:pt idx="229">
                  <c:v>19.005347714375521</c:v>
                </c:pt>
                <c:pt idx="230">
                  <c:v>24.514139964489289</c:v>
                </c:pt>
                <c:pt idx="231">
                  <c:v>29.34360188352737</c:v>
                </c:pt>
                <c:pt idx="232">
                  <c:v>34.750176693301782</c:v>
                </c:pt>
                <c:pt idx="233">
                  <c:v>30.472846505387835</c:v>
                </c:pt>
                <c:pt idx="234">
                  <c:v>31.258783361319953</c:v>
                </c:pt>
                <c:pt idx="235">
                  <c:v>30.33616897682916</c:v>
                </c:pt>
                <c:pt idx="236">
                  <c:v>34.961438372641439</c:v>
                </c:pt>
                <c:pt idx="237">
                  <c:v>33.698086051250328</c:v>
                </c:pt>
                <c:pt idx="238">
                  <c:v>30.182182087756402</c:v>
                </c:pt>
                <c:pt idx="239">
                  <c:v>30.774203519485493</c:v>
                </c:pt>
                <c:pt idx="240">
                  <c:v>37.699921679169542</c:v>
                </c:pt>
                <c:pt idx="241">
                  <c:v>37.351669017641655</c:v>
                </c:pt>
                <c:pt idx="242">
                  <c:v>40.595434020108129</c:v>
                </c:pt>
                <c:pt idx="243">
                  <c:v>46.212000068695907</c:v>
                </c:pt>
                <c:pt idx="244">
                  <c:v>48.796151323192056</c:v>
                </c:pt>
                <c:pt idx="245">
                  <c:v>50.965110902330004</c:v>
                </c:pt>
                <c:pt idx="246">
                  <c:v>54.17450685416479</c:v>
                </c:pt>
                <c:pt idx="247">
                  <c:v>51.034146506302122</c:v>
                </c:pt>
                <c:pt idx="248">
                  <c:v>50.373239088048095</c:v>
                </c:pt>
                <c:pt idx="249">
                  <c:v>47.834634272074844</c:v>
                </c:pt>
                <c:pt idx="250">
                  <c:v>48.22705685925046</c:v>
                </c:pt>
                <c:pt idx="251">
                  <c:v>46.855456671017016</c:v>
                </c:pt>
                <c:pt idx="252">
                  <c:v>46.897330665350253</c:v>
                </c:pt>
                <c:pt idx="253">
                  <c:v>40.751044477728037</c:v>
                </c:pt>
                <c:pt idx="254">
                  <c:v>42.301207634741544</c:v>
                </c:pt>
                <c:pt idx="255">
                  <c:v>46.229936890913912</c:v>
                </c:pt>
                <c:pt idx="256">
                  <c:v>49.220434153079587</c:v>
                </c:pt>
                <c:pt idx="257">
                  <c:v>51.911881689028689</c:v>
                </c:pt>
                <c:pt idx="258">
                  <c:v>56.523710125435315</c:v>
                </c:pt>
                <c:pt idx="259">
                  <c:v>61.250191726712281</c:v>
                </c:pt>
                <c:pt idx="260">
                  <c:v>67.139474074561249</c:v>
                </c:pt>
                <c:pt idx="261">
                  <c:v>69.091985669033008</c:v>
                </c:pt>
                <c:pt idx="262">
                  <c:v>70.637601177940894</c:v>
                </c:pt>
                <c:pt idx="263">
                  <c:v>72.82744891337471</c:v>
                </c:pt>
                <c:pt idx="264">
                  <c:v>74.46599660017435</c:v>
                </c:pt>
                <c:pt idx="265">
                  <c:v>58.07312838685867</c:v>
                </c:pt>
                <c:pt idx="266">
                  <c:v>59.697818153720021</c:v>
                </c:pt>
                <c:pt idx="267">
                  <c:v>61.069350544963442</c:v>
                </c:pt>
                <c:pt idx="268">
                  <c:v>58.323707981437401</c:v>
                </c:pt>
                <c:pt idx="269">
                  <c:v>60.104828134550722</c:v>
                </c:pt>
                <c:pt idx="270">
                  <c:v>63.031603223836584</c:v>
                </c:pt>
                <c:pt idx="271">
                  <c:v>63.995585143802217</c:v>
                </c:pt>
                <c:pt idx="272">
                  <c:v>58.013983099777235</c:v>
                </c:pt>
                <c:pt idx="273">
                  <c:v>57.388470804182617</c:v>
                </c:pt>
                <c:pt idx="274">
                  <c:v>53.535150953406124</c:v>
                </c:pt>
                <c:pt idx="275">
                  <c:v>46.43494125238977</c:v>
                </c:pt>
                <c:pt idx="276">
                  <c:v>46.199092481097438</c:v>
                </c:pt>
                <c:pt idx="277">
                  <c:v>45.859048985732585</c:v>
                </c:pt>
                <c:pt idx="278">
                  <c:v>49.159146769820779</c:v>
                </c:pt>
                <c:pt idx="279">
                  <c:v>45.415536665447092</c:v>
                </c:pt>
                <c:pt idx="280">
                  <c:v>42.575887543784305</c:v>
                </c:pt>
                <c:pt idx="281">
                  <c:v>44.845086517271355</c:v>
                </c:pt>
                <c:pt idx="282">
                  <c:v>45.686155912080743</c:v>
                </c:pt>
                <c:pt idx="283">
                  <c:v>48.898691116344452</c:v>
                </c:pt>
                <c:pt idx="284">
                  <c:v>42.179301111086488</c:v>
                </c:pt>
                <c:pt idx="285">
                  <c:v>35.202230733365809</c:v>
                </c:pt>
                <c:pt idx="286">
                  <c:v>38.039479611616969</c:v>
                </c:pt>
                <c:pt idx="287">
                  <c:v>37.178182580684044</c:v>
                </c:pt>
                <c:pt idx="288">
                  <c:v>40.562768957063518</c:v>
                </c:pt>
                <c:pt idx="289">
                  <c:v>37.678796633965554</c:v>
                </c:pt>
                <c:pt idx="290">
                  <c:v>35.303732092522289</c:v>
                </c:pt>
                <c:pt idx="291">
                  <c:v>33.702628550680572</c:v>
                </c:pt>
                <c:pt idx="292">
                  <c:v>36.859153423477999</c:v>
                </c:pt>
                <c:pt idx="293">
                  <c:v>43.6649286096618</c:v>
                </c:pt>
                <c:pt idx="294">
                  <c:v>31.829346714304926</c:v>
                </c:pt>
                <c:pt idx="295">
                  <c:v>31.500204582612305</c:v>
                </c:pt>
                <c:pt idx="296">
                  <c:v>36.084750007537565</c:v>
                </c:pt>
                <c:pt idx="297">
                  <c:v>37.989111257276527</c:v>
                </c:pt>
                <c:pt idx="298">
                  <c:v>39.611089739030838</c:v>
                </c:pt>
                <c:pt idx="299">
                  <c:v>41.005509430375788</c:v>
                </c:pt>
                <c:pt idx="300">
                  <c:v>43.770767596868104</c:v>
                </c:pt>
                <c:pt idx="301">
                  <c:v>40.464296417211337</c:v>
                </c:pt>
                <c:pt idx="302">
                  <c:v>38.554037448934501</c:v>
                </c:pt>
                <c:pt idx="303">
                  <c:v>33.802737437059612</c:v>
                </c:pt>
                <c:pt idx="304">
                  <c:v>26.36853620424403</c:v>
                </c:pt>
                <c:pt idx="305">
                  <c:v>25.124497705772917</c:v>
                </c:pt>
                <c:pt idx="306">
                  <c:v>22.992355453078911</c:v>
                </c:pt>
                <c:pt idx="307">
                  <c:v>27.491083117716752</c:v>
                </c:pt>
                <c:pt idx="308">
                  <c:v>32.822834161985384</c:v>
                </c:pt>
                <c:pt idx="309">
                  <c:v>34.492089353855604</c:v>
                </c:pt>
                <c:pt idx="310">
                  <c:v>38.928883101131497</c:v>
                </c:pt>
                <c:pt idx="311">
                  <c:v>41.961685228210747</c:v>
                </c:pt>
                <c:pt idx="312">
                  <c:v>45.19751931093689</c:v>
                </c:pt>
                <c:pt idx="313">
                  <c:v>46.238781473452732</c:v>
                </c:pt>
                <c:pt idx="314">
                  <c:v>47.060308286999387</c:v>
                </c:pt>
                <c:pt idx="315">
                  <c:v>45.519232154896208</c:v>
                </c:pt>
                <c:pt idx="316">
                  <c:v>41.259794203237846</c:v>
                </c:pt>
                <c:pt idx="317">
                  <c:v>36.152877362988995</c:v>
                </c:pt>
                <c:pt idx="318">
                  <c:v>32.610674105712881</c:v>
                </c:pt>
                <c:pt idx="319">
                  <c:v>35.06486069310742</c:v>
                </c:pt>
                <c:pt idx="320">
                  <c:v>27.504447134687055</c:v>
                </c:pt>
                <c:pt idx="321">
                  <c:v>23.18860073815889</c:v>
                </c:pt>
                <c:pt idx="322">
                  <c:v>20.067428145759234</c:v>
                </c:pt>
                <c:pt idx="323">
                  <c:v>19.895190779593563</c:v>
                </c:pt>
                <c:pt idx="324">
                  <c:v>21.738893208105107</c:v>
                </c:pt>
                <c:pt idx="325">
                  <c:v>16.950209058704747</c:v>
                </c:pt>
                <c:pt idx="326">
                  <c:v>23.141190835495721</c:v>
                </c:pt>
                <c:pt idx="327">
                  <c:v>26.677374241972899</c:v>
                </c:pt>
                <c:pt idx="328">
                  <c:v>30.171905622835339</c:v>
                </c:pt>
                <c:pt idx="329">
                  <c:v>27.740078977943611</c:v>
                </c:pt>
                <c:pt idx="330">
                  <c:v>26.138375652757642</c:v>
                </c:pt>
                <c:pt idx="331">
                  <c:v>27.536308310539518</c:v>
                </c:pt>
                <c:pt idx="332">
                  <c:v>32.161329467317039</c:v>
                </c:pt>
                <c:pt idx="333">
                  <c:v>35.471984248450816</c:v>
                </c:pt>
                <c:pt idx="334">
                  <c:v>37.039463504619206</c:v>
                </c:pt>
                <c:pt idx="335">
                  <c:v>38.896531247766816</c:v>
                </c:pt>
                <c:pt idx="336">
                  <c:v>39.91357467612918</c:v>
                </c:pt>
                <c:pt idx="337">
                  <c:v>44.810305587702764</c:v>
                </c:pt>
                <c:pt idx="338">
                  <c:v>46.856062756797968</c:v>
                </c:pt>
                <c:pt idx="339">
                  <c:v>47.077153034257215</c:v>
                </c:pt>
                <c:pt idx="340">
                  <c:v>49.574788992197234</c:v>
                </c:pt>
                <c:pt idx="341">
                  <c:v>48.450531599448411</c:v>
                </c:pt>
                <c:pt idx="342">
                  <c:v>61.482815802988668</c:v>
                </c:pt>
                <c:pt idx="343">
                  <c:v>71.271926744099204</c:v>
                </c:pt>
                <c:pt idx="344">
                  <c:v>73.398341922917027</c:v>
                </c:pt>
                <c:pt idx="345">
                  <c:v>70.785927392060088</c:v>
                </c:pt>
                <c:pt idx="346">
                  <c:v>74.030485910357882</c:v>
                </c:pt>
                <c:pt idx="347">
                  <c:v>81.436941177975896</c:v>
                </c:pt>
                <c:pt idx="348">
                  <c:v>89.356309627577204</c:v>
                </c:pt>
                <c:pt idx="349">
                  <c:v>90.590722972550694</c:v>
                </c:pt>
                <c:pt idx="350">
                  <c:v>97.045423041679527</c:v>
                </c:pt>
                <c:pt idx="351">
                  <c:v>92.516766751894679</c:v>
                </c:pt>
                <c:pt idx="352">
                  <c:v>88.890357681491693</c:v>
                </c:pt>
                <c:pt idx="353">
                  <c:v>93.608614971178326</c:v>
                </c:pt>
                <c:pt idx="354">
                  <c:v>94.877434641325806</c:v>
                </c:pt>
                <c:pt idx="355">
                  <c:v>94.186493603458956</c:v>
                </c:pt>
                <c:pt idx="356">
                  <c:v>88.218949740804661</c:v>
                </c:pt>
                <c:pt idx="357">
                  <c:v>90.856477411188195</c:v>
                </c:pt>
                <c:pt idx="358">
                  <c:v>91.690562184869677</c:v>
                </c:pt>
                <c:pt idx="359">
                  <c:v>93.348464900793104</c:v>
                </c:pt>
                <c:pt idx="360">
                  <c:v>88.997192652784662</c:v>
                </c:pt>
                <c:pt idx="361">
                  <c:v>84.122002647392023</c:v>
                </c:pt>
                <c:pt idx="362">
                  <c:v>79.543023889123731</c:v>
                </c:pt>
                <c:pt idx="363">
                  <c:v>80.09531812581902</c:v>
                </c:pt>
                <c:pt idx="364">
                  <c:v>83.82247618006302</c:v>
                </c:pt>
                <c:pt idx="365">
                  <c:v>81.666100172545754</c:v>
                </c:pt>
                <c:pt idx="366">
                  <c:v>82.296292581556912</c:v>
                </c:pt>
                <c:pt idx="367">
                  <c:v>73.191559960302982</c:v>
                </c:pt>
                <c:pt idx="368">
                  <c:v>70.89869963945911</c:v>
                </c:pt>
                <c:pt idx="369">
                  <c:v>71.922181806744959</c:v>
                </c:pt>
                <c:pt idx="370">
                  <c:v>73.526766052336384</c:v>
                </c:pt>
                <c:pt idx="371">
                  <c:v>67.346394019711141</c:v>
                </c:pt>
                <c:pt idx="372">
                  <c:v>67.409717827685753</c:v>
                </c:pt>
                <c:pt idx="373">
                  <c:v>68.100748650464396</c:v>
                </c:pt>
                <c:pt idx="374">
                  <c:v>69.176676468079407</c:v>
                </c:pt>
                <c:pt idx="375">
                  <c:v>69.830604638797951</c:v>
                </c:pt>
                <c:pt idx="376">
                  <c:v>68.810450283803789</c:v>
                </c:pt>
                <c:pt idx="377">
                  <c:v>70.634959248683259</c:v>
                </c:pt>
                <c:pt idx="378">
                  <c:v>69.08429957430765</c:v>
                </c:pt>
                <c:pt idx="379">
                  <c:v>72.254100253841486</c:v>
                </c:pt>
                <c:pt idx="380">
                  <c:v>80.734918549131137</c:v>
                </c:pt>
                <c:pt idx="381">
                  <c:v>82.164597534775424</c:v>
                </c:pt>
                <c:pt idx="382">
                  <c:v>86.890307297878991</c:v>
                </c:pt>
                <c:pt idx="383">
                  <c:v>82.034498074561995</c:v>
                </c:pt>
                <c:pt idx="384">
                  <c:v>79.214227272119857</c:v>
                </c:pt>
                <c:pt idx="385">
                  <c:v>78.090767754853601</c:v>
                </c:pt>
                <c:pt idx="386">
                  <c:v>75.073121333694417</c:v>
                </c:pt>
                <c:pt idx="387">
                  <c:v>72.638121847211593</c:v>
                </c:pt>
                <c:pt idx="388">
                  <c:v>76.833732306954431</c:v>
                </c:pt>
                <c:pt idx="389">
                  <c:v>81.521077853793287</c:v>
                </c:pt>
                <c:pt idx="390">
                  <c:v>85.661228316156951</c:v>
                </c:pt>
                <c:pt idx="391">
                  <c:v>87.265149792272467</c:v>
                </c:pt>
                <c:pt idx="392">
                  <c:v>93.067047118644922</c:v>
                </c:pt>
                <c:pt idx="393">
                  <c:v>92.101277404907407</c:v>
                </c:pt>
                <c:pt idx="394">
                  <c:v>94.289004080730976</c:v>
                </c:pt>
                <c:pt idx="395">
                  <c:v>94.66312027796738</c:v>
                </c:pt>
                <c:pt idx="396">
                  <c:v>94.176220125339171</c:v>
                </c:pt>
                <c:pt idx="397">
                  <c:v>82.72214991222647</c:v>
                </c:pt>
                <c:pt idx="398">
                  <c:v>79.850397150886778</c:v>
                </c:pt>
                <c:pt idx="399">
                  <c:v>86.987597622762806</c:v>
                </c:pt>
                <c:pt idx="400">
                  <c:v>83.849851954096053</c:v>
                </c:pt>
                <c:pt idx="401">
                  <c:v>87.799918248679461</c:v>
                </c:pt>
                <c:pt idx="402">
                  <c:v>89.452504251665616</c:v>
                </c:pt>
                <c:pt idx="403">
                  <c:v>88.366524844388252</c:v>
                </c:pt>
                <c:pt idx="404">
                  <c:v>90.312976704691621</c:v>
                </c:pt>
                <c:pt idx="405">
                  <c:v>87.5075506447115</c:v>
                </c:pt>
                <c:pt idx="406">
                  <c:v>86.415681873735537</c:v>
                </c:pt>
                <c:pt idx="407">
                  <c:v>88.956612899192095</c:v>
                </c:pt>
                <c:pt idx="408">
                  <c:v>91.612758430618896</c:v>
                </c:pt>
                <c:pt idx="409">
                  <c:v>94.213395635108114</c:v>
                </c:pt>
                <c:pt idx="410">
                  <c:v>89.609095918862948</c:v>
                </c:pt>
                <c:pt idx="411">
                  <c:v>92.894094462774561</c:v>
                </c:pt>
                <c:pt idx="412">
                  <c:v>90.62476683739294</c:v>
                </c:pt>
                <c:pt idx="413">
                  <c:v>89.838177636371114</c:v>
                </c:pt>
                <c:pt idx="414">
                  <c:v>86.964603649341882</c:v>
                </c:pt>
                <c:pt idx="415">
                  <c:v>90.661562386816598</c:v>
                </c:pt>
                <c:pt idx="416">
                  <c:v>92.118933088317249</c:v>
                </c:pt>
                <c:pt idx="417">
                  <c:v>91.423197582218393</c:v>
                </c:pt>
                <c:pt idx="418">
                  <c:v>96.421692861789367</c:v>
                </c:pt>
                <c:pt idx="419">
                  <c:v>98.54143662316153</c:v>
                </c:pt>
                <c:pt idx="420">
                  <c:v>98.123886273288633</c:v>
                </c:pt>
                <c:pt idx="421">
                  <c:v>103.12100150461357</c:v>
                </c:pt>
                <c:pt idx="422">
                  <c:v>108.62517831446021</c:v>
                </c:pt>
                <c:pt idx="423">
                  <c:v>115.8411297879597</c:v>
                </c:pt>
                <c:pt idx="424">
                  <c:v>113.1190196576038</c:v>
                </c:pt>
                <c:pt idx="425">
                  <c:v>108.3339054197089</c:v>
                </c:pt>
                <c:pt idx="426">
                  <c:v>109.97826963566901</c:v>
                </c:pt>
                <c:pt idx="427">
                  <c:v>112.43034660193581</c:v>
                </c:pt>
                <c:pt idx="428">
                  <c:v>112.94922498929334</c:v>
                </c:pt>
                <c:pt idx="429">
                  <c:v>108.79788002597698</c:v>
                </c:pt>
                <c:pt idx="430">
                  <c:v>107.367761491267</c:v>
                </c:pt>
                <c:pt idx="431">
                  <c:v>107.8596146130249</c:v>
                </c:pt>
                <c:pt idx="432">
                  <c:v>107.37492554339231</c:v>
                </c:pt>
                <c:pt idx="433">
                  <c:v>100.88290923175606</c:v>
                </c:pt>
                <c:pt idx="434">
                  <c:v>107.40115185067776</c:v>
                </c:pt>
                <c:pt idx="435">
                  <c:v>113.11726976371838</c:v>
                </c:pt>
                <c:pt idx="436">
                  <c:v>110.74280069008748</c:v>
                </c:pt>
                <c:pt idx="437">
                  <c:v>107.4030865042654</c:v>
                </c:pt>
                <c:pt idx="438">
                  <c:v>106.70167136154386</c:v>
                </c:pt>
                <c:pt idx="439">
                  <c:v>103.46350683093669</c:v>
                </c:pt>
                <c:pt idx="440">
                  <c:v>106.30979446240273</c:v>
                </c:pt>
                <c:pt idx="441">
                  <c:v>104.47561744242819</c:v>
                </c:pt>
                <c:pt idx="442">
                  <c:v>110.95699869234697</c:v>
                </c:pt>
                <c:pt idx="443">
                  <c:v>113.73519441473988</c:v>
                </c:pt>
                <c:pt idx="444">
                  <c:v>118.5819235856485</c:v>
                </c:pt>
                <c:pt idx="445">
                  <c:v>111.53262227597084</c:v>
                </c:pt>
                <c:pt idx="446">
                  <c:v>118.39929982791355</c:v>
                </c:pt>
                <c:pt idx="447">
                  <c:v>117.64963753485431</c:v>
                </c:pt>
                <c:pt idx="448">
                  <c:v>114.86408565653741</c:v>
                </c:pt>
                <c:pt idx="449">
                  <c:v>115.20686587377918</c:v>
                </c:pt>
                <c:pt idx="450">
                  <c:v>121.06726929613808</c:v>
                </c:pt>
                <c:pt idx="451">
                  <c:v>123.25923172297658</c:v>
                </c:pt>
                <c:pt idx="452">
                  <c:v>129.35128094893912</c:v>
                </c:pt>
                <c:pt idx="453">
                  <c:v>134.38854852235471</c:v>
                </c:pt>
                <c:pt idx="454">
                  <c:v>137.71092634693105</c:v>
                </c:pt>
                <c:pt idx="455">
                  <c:v>143.39075016730004</c:v>
                </c:pt>
                <c:pt idx="456">
                  <c:v>144.80069378258395</c:v>
                </c:pt>
                <c:pt idx="457">
                  <c:v>145.44286459129037</c:v>
                </c:pt>
                <c:pt idx="458">
                  <c:v>147.76300243117822</c:v>
                </c:pt>
                <c:pt idx="459">
                  <c:v>153.49275764721409</c:v>
                </c:pt>
                <c:pt idx="460">
                  <c:v>152.2236055524277</c:v>
                </c:pt>
                <c:pt idx="461">
                  <c:v>149.01554651770513</c:v>
                </c:pt>
                <c:pt idx="462">
                  <c:v>152.97779821503443</c:v>
                </c:pt>
                <c:pt idx="463">
                  <c:v>154.18347799787929</c:v>
                </c:pt>
                <c:pt idx="464">
                  <c:v>154.95168686919527</c:v>
                </c:pt>
                <c:pt idx="465">
                  <c:v>150.56984017957916</c:v>
                </c:pt>
                <c:pt idx="466">
                  <c:v>151.26187479363514</c:v>
                </c:pt>
                <c:pt idx="467">
                  <c:v>150.94519117292543</c:v>
                </c:pt>
                <c:pt idx="468">
                  <c:v>147.86497357615309</c:v>
                </c:pt>
                <c:pt idx="469">
                  <c:v>141.58507284414543</c:v>
                </c:pt>
                <c:pt idx="470">
                  <c:v>138.3631987089224</c:v>
                </c:pt>
                <c:pt idx="471">
                  <c:v>140.54505120995037</c:v>
                </c:pt>
                <c:pt idx="472">
                  <c:v>141.90357374256595</c:v>
                </c:pt>
                <c:pt idx="473">
                  <c:v>145.63807789897987</c:v>
                </c:pt>
                <c:pt idx="474">
                  <c:v>143.86152768577458</c:v>
                </c:pt>
                <c:pt idx="475">
                  <c:v>147.90778191134561</c:v>
                </c:pt>
                <c:pt idx="476">
                  <c:v>152.78334638750385</c:v>
                </c:pt>
                <c:pt idx="477">
                  <c:v>158.79906281835099</c:v>
                </c:pt>
                <c:pt idx="478">
                  <c:v>151.48790817952178</c:v>
                </c:pt>
                <c:pt idx="479">
                  <c:v>147.31414922887211</c:v>
                </c:pt>
                <c:pt idx="480">
                  <c:v>145.8632656512541</c:v>
                </c:pt>
                <c:pt idx="481">
                  <c:v>142.93539053177528</c:v>
                </c:pt>
                <c:pt idx="482">
                  <c:v>138.90374732621117</c:v>
                </c:pt>
                <c:pt idx="483">
                  <c:v>139.29611768153825</c:v>
                </c:pt>
                <c:pt idx="484">
                  <c:v>136.42131008779913</c:v>
                </c:pt>
                <c:pt idx="485">
                  <c:v>146.43149776946342</c:v>
                </c:pt>
                <c:pt idx="486">
                  <c:v>152.77563273154431</c:v>
                </c:pt>
                <c:pt idx="487">
                  <c:v>152.07330596855869</c:v>
                </c:pt>
                <c:pt idx="488">
                  <c:v>148.20787339799043</c:v>
                </c:pt>
                <c:pt idx="489">
                  <c:v>145.35088708479768</c:v>
                </c:pt>
                <c:pt idx="490">
                  <c:v>143.2272867299655</c:v>
                </c:pt>
                <c:pt idx="491">
                  <c:v>138.15816591019689</c:v>
                </c:pt>
                <c:pt idx="492">
                  <c:v>137.6101828754847</c:v>
                </c:pt>
                <c:pt idx="493">
                  <c:v>136.55900634811644</c:v>
                </c:pt>
                <c:pt idx="494">
                  <c:v>135.38086047123579</c:v>
                </c:pt>
                <c:pt idx="495">
                  <c:v>131.55412860116502</c:v>
                </c:pt>
                <c:pt idx="496">
                  <c:v>131.80626453291273</c:v>
                </c:pt>
                <c:pt idx="497">
                  <c:v>130.19844663459247</c:v>
                </c:pt>
                <c:pt idx="498">
                  <c:v>129.36132087975423</c:v>
                </c:pt>
                <c:pt idx="499">
                  <c:v>125.0699313293436</c:v>
                </c:pt>
                <c:pt idx="500">
                  <c:v>122.67559452361095</c:v>
                </c:pt>
                <c:pt idx="501">
                  <c:v>122.60760269537445</c:v>
                </c:pt>
                <c:pt idx="502">
                  <c:v>117.53160052839441</c:v>
                </c:pt>
                <c:pt idx="503">
                  <c:v>121.05721188002687</c:v>
                </c:pt>
                <c:pt idx="504">
                  <c:v>112.11644538862095</c:v>
                </c:pt>
                <c:pt idx="505">
                  <c:v>114.20486865902276</c:v>
                </c:pt>
                <c:pt idx="506">
                  <c:v>104.97629005066671</c:v>
                </c:pt>
                <c:pt idx="507">
                  <c:v>109.28816490425383</c:v>
                </c:pt>
                <c:pt idx="508">
                  <c:v>111.76689720569256</c:v>
                </c:pt>
                <c:pt idx="509">
                  <c:v>112.29607288557371</c:v>
                </c:pt>
                <c:pt idx="510">
                  <c:v>110.77781977406923</c:v>
                </c:pt>
                <c:pt idx="511">
                  <c:v>109.50305440197181</c:v>
                </c:pt>
                <c:pt idx="512">
                  <c:v>117.62118887506092</c:v>
                </c:pt>
                <c:pt idx="513">
                  <c:v>114.56462398081469</c:v>
                </c:pt>
                <c:pt idx="514">
                  <c:v>111.16465448288739</c:v>
                </c:pt>
                <c:pt idx="515">
                  <c:v>108.61694067760455</c:v>
                </c:pt>
                <c:pt idx="516">
                  <c:v>105.95310225301462</c:v>
                </c:pt>
                <c:pt idx="517">
                  <c:v>101.88457975557864</c:v>
                </c:pt>
                <c:pt idx="518">
                  <c:v>97.771689017274781</c:v>
                </c:pt>
                <c:pt idx="519">
                  <c:v>92.125403516314577</c:v>
                </c:pt>
                <c:pt idx="520">
                  <c:v>90.571749458178303</c:v>
                </c:pt>
                <c:pt idx="521">
                  <c:v>90.964243980248185</c:v>
                </c:pt>
                <c:pt idx="522">
                  <c:v>83.611906595071275</c:v>
                </c:pt>
                <c:pt idx="523">
                  <c:v>80.426601949947241</c:v>
                </c:pt>
                <c:pt idx="524">
                  <c:v>79.0914761523387</c:v>
                </c:pt>
                <c:pt idx="525">
                  <c:v>82.919018403930735</c:v>
                </c:pt>
                <c:pt idx="526">
                  <c:v>78.843120366510163</c:v>
                </c:pt>
                <c:pt idx="527">
                  <c:v>78.996351393937687</c:v>
                </c:pt>
                <c:pt idx="528">
                  <c:v>76.94701874457067</c:v>
                </c:pt>
                <c:pt idx="529">
                  <c:v>81.053040370528109</c:v>
                </c:pt>
                <c:pt idx="530">
                  <c:v>79.996311044932455</c:v>
                </c:pt>
                <c:pt idx="531">
                  <c:v>81.250287793667113</c:v>
                </c:pt>
                <c:pt idx="532">
                  <c:v>84.047930631832003</c:v>
                </c:pt>
                <c:pt idx="533">
                  <c:v>78.008852470756253</c:v>
                </c:pt>
                <c:pt idx="534">
                  <c:v>73.547502867234869</c:v>
                </c:pt>
                <c:pt idx="535">
                  <c:v>71.368638594894477</c:v>
                </c:pt>
                <c:pt idx="536">
                  <c:v>66.996744918062475</c:v>
                </c:pt>
                <c:pt idx="537">
                  <c:v>63.70479573189477</c:v>
                </c:pt>
                <c:pt idx="538">
                  <c:v>68.79373880316929</c:v>
                </c:pt>
                <c:pt idx="539">
                  <c:v>70.25529992097934</c:v>
                </c:pt>
                <c:pt idx="540">
                  <c:v>77.03698519858311</c:v>
                </c:pt>
                <c:pt idx="541">
                  <c:v>80.885093500070809</c:v>
                </c:pt>
                <c:pt idx="542">
                  <c:v>79.323371877929219</c:v>
                </c:pt>
                <c:pt idx="543">
                  <c:v>70.982214707840683</c:v>
                </c:pt>
                <c:pt idx="544">
                  <c:v>64.767965878938952</c:v>
                </c:pt>
                <c:pt idx="545">
                  <c:v>63.467055305428161</c:v>
                </c:pt>
                <c:pt idx="546">
                  <c:v>60.953571281356247</c:v>
                </c:pt>
                <c:pt idx="547">
                  <c:v>49.221306783094875</c:v>
                </c:pt>
                <c:pt idx="548">
                  <c:v>52.01481966585385</c:v>
                </c:pt>
                <c:pt idx="549">
                  <c:v>47.105822963099541</c:v>
                </c:pt>
                <c:pt idx="550">
                  <c:v>45.704159218773739</c:v>
                </c:pt>
                <c:pt idx="551">
                  <c:v>41.865694310318716</c:v>
                </c:pt>
                <c:pt idx="552">
                  <c:v>38.097081349641904</c:v>
                </c:pt>
                <c:pt idx="553">
                  <c:v>36.343059117556287</c:v>
                </c:pt>
                <c:pt idx="554">
                  <c:v>32.562657847431765</c:v>
                </c:pt>
                <c:pt idx="555">
                  <c:v>29.598877326519666</c:v>
                </c:pt>
                <c:pt idx="556">
                  <c:v>23.674892487296439</c:v>
                </c:pt>
                <c:pt idx="557">
                  <c:v>26.202890705518975</c:v>
                </c:pt>
                <c:pt idx="558">
                  <c:v>23.373924001393796</c:v>
                </c:pt>
                <c:pt idx="559">
                  <c:v>21.266308361436412</c:v>
                </c:pt>
                <c:pt idx="560">
                  <c:v>22.65442282830552</c:v>
                </c:pt>
                <c:pt idx="561">
                  <c:v>24.96711432559248</c:v>
                </c:pt>
                <c:pt idx="562">
                  <c:v>22.700179653215226</c:v>
                </c:pt>
                <c:pt idx="563">
                  <c:v>21.791461659875566</c:v>
                </c:pt>
                <c:pt idx="564">
                  <c:v>24.403745848214168</c:v>
                </c:pt>
                <c:pt idx="565">
                  <c:v>20.332686661189651</c:v>
                </c:pt>
                <c:pt idx="566">
                  <c:v>21.413051803435415</c:v>
                </c:pt>
                <c:pt idx="567">
                  <c:v>17.628629407613506</c:v>
                </c:pt>
                <c:pt idx="568">
                  <c:v>15.719671108483263</c:v>
                </c:pt>
                <c:pt idx="569">
                  <c:v>11.388563731022906</c:v>
                </c:pt>
                <c:pt idx="570">
                  <c:v>7.9672729992610041</c:v>
                </c:pt>
                <c:pt idx="571">
                  <c:v>7.81453262405768</c:v>
                </c:pt>
                <c:pt idx="572">
                  <c:v>6.8869840032830192</c:v>
                </c:pt>
                <c:pt idx="573">
                  <c:v>5.9270436956941808</c:v>
                </c:pt>
                <c:pt idx="574">
                  <c:v>2.2579779168445127</c:v>
                </c:pt>
                <c:pt idx="575">
                  <c:v>-1.8495572101588693</c:v>
                </c:pt>
                <c:pt idx="576">
                  <c:v>-5.2015455908523522</c:v>
                </c:pt>
                <c:pt idx="577">
                  <c:v>-8.2737855032233973</c:v>
                </c:pt>
                <c:pt idx="578">
                  <c:v>-1.3708397156472278</c:v>
                </c:pt>
                <c:pt idx="579">
                  <c:v>-8.194023624373445</c:v>
                </c:pt>
                <c:pt idx="580">
                  <c:v>-11.981087168506431</c:v>
                </c:pt>
                <c:pt idx="581">
                  <c:v>-17.221054765177527</c:v>
                </c:pt>
                <c:pt idx="582">
                  <c:v>-19.020669227841406</c:v>
                </c:pt>
                <c:pt idx="583">
                  <c:v>-21.356866752307905</c:v>
                </c:pt>
                <c:pt idx="584">
                  <c:v>-23.876691982300393</c:v>
                </c:pt>
                <c:pt idx="585">
                  <c:v>-27.428008141228144</c:v>
                </c:pt>
                <c:pt idx="586">
                  <c:v>-26.6637358025365</c:v>
                </c:pt>
                <c:pt idx="587">
                  <c:v>-27.866794998045684</c:v>
                </c:pt>
                <c:pt idx="588">
                  <c:v>-24.622934448007143</c:v>
                </c:pt>
                <c:pt idx="589">
                  <c:v>-30.15034343610202</c:v>
                </c:pt>
                <c:pt idx="590">
                  <c:v>-32.62720722522851</c:v>
                </c:pt>
                <c:pt idx="591">
                  <c:v>-35.843088310888987</c:v>
                </c:pt>
                <c:pt idx="592">
                  <c:v>-42.382683580101293</c:v>
                </c:pt>
                <c:pt idx="593">
                  <c:v>-44.156510841052821</c:v>
                </c:pt>
                <c:pt idx="594">
                  <c:v>-38.207603673046044</c:v>
                </c:pt>
                <c:pt idx="595">
                  <c:v>-38.153710778145722</c:v>
                </c:pt>
                <c:pt idx="596">
                  <c:v>-38.392267189440773</c:v>
                </c:pt>
                <c:pt idx="597">
                  <c:v>-41.673068781545609</c:v>
                </c:pt>
                <c:pt idx="598">
                  <c:v>-43.281682623337446</c:v>
                </c:pt>
                <c:pt idx="599">
                  <c:v>-45.743906079176185</c:v>
                </c:pt>
                <c:pt idx="600">
                  <c:v>-41.971827989842339</c:v>
                </c:pt>
                <c:pt idx="601">
                  <c:v>-43.457548372300828</c:v>
                </c:pt>
                <c:pt idx="602">
                  <c:v>-43.411468613289408</c:v>
                </c:pt>
                <c:pt idx="603">
                  <c:v>-46.409826129702573</c:v>
                </c:pt>
                <c:pt idx="604">
                  <c:v>-46.753083684048185</c:v>
                </c:pt>
                <c:pt idx="605">
                  <c:v>-48.059411352108071</c:v>
                </c:pt>
                <c:pt idx="606">
                  <c:v>-46.44506941582334</c:v>
                </c:pt>
                <c:pt idx="607">
                  <c:v>-45.788279253109252</c:v>
                </c:pt>
                <c:pt idx="608">
                  <c:v>-48.890192506447676</c:v>
                </c:pt>
                <c:pt idx="609">
                  <c:v>-45.457726376890101</c:v>
                </c:pt>
                <c:pt idx="610">
                  <c:v>-42.163467144164578</c:v>
                </c:pt>
                <c:pt idx="611">
                  <c:v>-38.718229402859798</c:v>
                </c:pt>
                <c:pt idx="612">
                  <c:v>-38.242139858205938</c:v>
                </c:pt>
                <c:pt idx="613">
                  <c:v>-43.574387622935696</c:v>
                </c:pt>
                <c:pt idx="614">
                  <c:v>-43.856856432779445</c:v>
                </c:pt>
                <c:pt idx="615">
                  <c:v>-41.951844261319991</c:v>
                </c:pt>
                <c:pt idx="616">
                  <c:v>-41.164164318163209</c:v>
                </c:pt>
                <c:pt idx="617">
                  <c:v>-41.198471935755627</c:v>
                </c:pt>
                <c:pt idx="618">
                  <c:v>-42.579951450172821</c:v>
                </c:pt>
                <c:pt idx="619">
                  <c:v>-34.278662409169208</c:v>
                </c:pt>
                <c:pt idx="620">
                  <c:v>-34.04239536717855</c:v>
                </c:pt>
                <c:pt idx="621">
                  <c:v>-34.692083319570315</c:v>
                </c:pt>
                <c:pt idx="622">
                  <c:v>-33.331701070294031</c:v>
                </c:pt>
                <c:pt idx="623">
                  <c:v>-34.654042868487998</c:v>
                </c:pt>
                <c:pt idx="624">
                  <c:v>-35.043872916328723</c:v>
                </c:pt>
                <c:pt idx="625">
                  <c:v>-35.378153930035467</c:v>
                </c:pt>
                <c:pt idx="626">
                  <c:v>-35.752361028415152</c:v>
                </c:pt>
                <c:pt idx="627">
                  <c:v>-38.404657179123816</c:v>
                </c:pt>
                <c:pt idx="628">
                  <c:v>-37.879191537995936</c:v>
                </c:pt>
                <c:pt idx="629">
                  <c:v>-40.346889124838263</c:v>
                </c:pt>
                <c:pt idx="630">
                  <c:v>-36.458295570723337</c:v>
                </c:pt>
                <c:pt idx="631">
                  <c:v>-35.733879800831247</c:v>
                </c:pt>
                <c:pt idx="632">
                  <c:v>-38.216884570752789</c:v>
                </c:pt>
                <c:pt idx="633">
                  <c:v>-38.991980568593682</c:v>
                </c:pt>
                <c:pt idx="634">
                  <c:v>-39.621784613726355</c:v>
                </c:pt>
                <c:pt idx="635">
                  <c:v>-41.16093286034647</c:v>
                </c:pt>
                <c:pt idx="636">
                  <c:v>-33.697832125523455</c:v>
                </c:pt>
                <c:pt idx="637">
                  <c:v>-34.81185092360802</c:v>
                </c:pt>
                <c:pt idx="638">
                  <c:v>-36.634984051602203</c:v>
                </c:pt>
                <c:pt idx="639">
                  <c:v>-35.930329876256145</c:v>
                </c:pt>
                <c:pt idx="640">
                  <c:v>-36.344277062290196</c:v>
                </c:pt>
                <c:pt idx="641">
                  <c:v>-36.5054400296575</c:v>
                </c:pt>
                <c:pt idx="642">
                  <c:v>-40.041456009863012</c:v>
                </c:pt>
                <c:pt idx="643">
                  <c:v>-31.821306605904212</c:v>
                </c:pt>
                <c:pt idx="644">
                  <c:v>-36.192950979218971</c:v>
                </c:pt>
                <c:pt idx="645">
                  <c:v>-34.139057564356534</c:v>
                </c:pt>
                <c:pt idx="646">
                  <c:v>-37.855161188291454</c:v>
                </c:pt>
                <c:pt idx="647">
                  <c:v>-37.888733699589622</c:v>
                </c:pt>
                <c:pt idx="648">
                  <c:v>-36.77240489493829</c:v>
                </c:pt>
                <c:pt idx="649">
                  <c:v>-40.352391635205983</c:v>
                </c:pt>
                <c:pt idx="650">
                  <c:v>-33.818433378853825</c:v>
                </c:pt>
                <c:pt idx="651">
                  <c:v>-33.381175818864357</c:v>
                </c:pt>
                <c:pt idx="652">
                  <c:v>-32.15188431965867</c:v>
                </c:pt>
                <c:pt idx="653">
                  <c:v>-34.363211184496137</c:v>
                </c:pt>
                <c:pt idx="654">
                  <c:v>-36.353405362849678</c:v>
                </c:pt>
                <c:pt idx="655">
                  <c:v>-40.610248800170538</c:v>
                </c:pt>
                <c:pt idx="656">
                  <c:v>-40.086168021863038</c:v>
                </c:pt>
                <c:pt idx="657">
                  <c:v>-38.750095784984275</c:v>
                </c:pt>
                <c:pt idx="658">
                  <c:v>-39.78790641490184</c:v>
                </c:pt>
                <c:pt idx="659">
                  <c:v>-42.174226887194145</c:v>
                </c:pt>
                <c:pt idx="660">
                  <c:v>-40.597850818905819</c:v>
                </c:pt>
                <c:pt idx="661">
                  <c:v>-39.78366149554423</c:v>
                </c:pt>
                <c:pt idx="662">
                  <c:v>-37.821059708322885</c:v>
                </c:pt>
                <c:pt idx="663">
                  <c:v>-40.168161319867821</c:v>
                </c:pt>
                <c:pt idx="664">
                  <c:v>-39.729148837955869</c:v>
                </c:pt>
                <c:pt idx="665">
                  <c:v>-41.976056097352227</c:v>
                </c:pt>
                <c:pt idx="666">
                  <c:v>-48.191731149171204</c:v>
                </c:pt>
                <c:pt idx="667">
                  <c:v>-40.325321658623437</c:v>
                </c:pt>
                <c:pt idx="668">
                  <c:v>-32.459567986290196</c:v>
                </c:pt>
                <c:pt idx="669">
                  <c:v>-29.096664238156702</c:v>
                </c:pt>
                <c:pt idx="670">
                  <c:v>-27.032987767075397</c:v>
                </c:pt>
                <c:pt idx="671">
                  <c:v>-26.275630813365279</c:v>
                </c:pt>
                <c:pt idx="672">
                  <c:v>-27.900505416852891</c:v>
                </c:pt>
                <c:pt idx="673">
                  <c:v>-27.937935681020111</c:v>
                </c:pt>
                <c:pt idx="674">
                  <c:v>-30.485126751555391</c:v>
                </c:pt>
                <c:pt idx="675">
                  <c:v>-30.381199854295762</c:v>
                </c:pt>
                <c:pt idx="676">
                  <c:v>-26.501123802808561</c:v>
                </c:pt>
                <c:pt idx="677">
                  <c:v>-29.487918792653456</c:v>
                </c:pt>
                <c:pt idx="678">
                  <c:v>-28.77817225238223</c:v>
                </c:pt>
                <c:pt idx="679">
                  <c:v>-25.427020626164278</c:v>
                </c:pt>
                <c:pt idx="680">
                  <c:v>-24.34087168463504</c:v>
                </c:pt>
                <c:pt idx="681">
                  <c:v>-25.221784592955949</c:v>
                </c:pt>
                <c:pt idx="682">
                  <c:v>-28.157215050089842</c:v>
                </c:pt>
                <c:pt idx="683">
                  <c:v>-28.395586023065288</c:v>
                </c:pt>
                <c:pt idx="684">
                  <c:v>-28.747626619684841</c:v>
                </c:pt>
                <c:pt idx="685">
                  <c:v>-30.779239093828448</c:v>
                </c:pt>
                <c:pt idx="686">
                  <c:v>-29.321120665133733</c:v>
                </c:pt>
                <c:pt idx="687">
                  <c:v>-23.8902895057888</c:v>
                </c:pt>
                <c:pt idx="688">
                  <c:v>-21.271483795027926</c:v>
                </c:pt>
                <c:pt idx="689">
                  <c:v>-25.296489452404746</c:v>
                </c:pt>
                <c:pt idx="690">
                  <c:v>-33.253820820335072</c:v>
                </c:pt>
                <c:pt idx="691">
                  <c:v>-33.786684941629439</c:v>
                </c:pt>
                <c:pt idx="692">
                  <c:v>-37.594576430637758</c:v>
                </c:pt>
                <c:pt idx="693">
                  <c:v>-35.454924268262111</c:v>
                </c:pt>
                <c:pt idx="694">
                  <c:v>-39.20406169708022</c:v>
                </c:pt>
                <c:pt idx="695">
                  <c:v>-39.380609076265465</c:v>
                </c:pt>
                <c:pt idx="696">
                  <c:v>-37.85966144038035</c:v>
                </c:pt>
                <c:pt idx="697">
                  <c:v>-45.558362570555417</c:v>
                </c:pt>
                <c:pt idx="698">
                  <c:v>-47.962794193790998</c:v>
                </c:pt>
                <c:pt idx="699">
                  <c:v>-43.312610132780613</c:v>
                </c:pt>
                <c:pt idx="700">
                  <c:v>-43.551023193650323</c:v>
                </c:pt>
                <c:pt idx="701">
                  <c:v>-45.943822492203907</c:v>
                </c:pt>
                <c:pt idx="702">
                  <c:v>-45.959512853576456</c:v>
                </c:pt>
                <c:pt idx="703">
                  <c:v>-46.091678761758125</c:v>
                </c:pt>
                <c:pt idx="704">
                  <c:v>-47.677273255981746</c:v>
                </c:pt>
                <c:pt idx="705">
                  <c:v>-48.25053056902086</c:v>
                </c:pt>
                <c:pt idx="706">
                  <c:v>-42.748508214372485</c:v>
                </c:pt>
                <c:pt idx="707">
                  <c:v>-41.603529706108979</c:v>
                </c:pt>
                <c:pt idx="708">
                  <c:v>-40.526742307672109</c:v>
                </c:pt>
                <c:pt idx="709">
                  <c:v>-44.507097761983133</c:v>
                </c:pt>
                <c:pt idx="710">
                  <c:v>-44.171778645969404</c:v>
                </c:pt>
                <c:pt idx="711">
                  <c:v>-42.834352414876847</c:v>
                </c:pt>
                <c:pt idx="712">
                  <c:v>-40.899560114596149</c:v>
                </c:pt>
                <c:pt idx="713">
                  <c:v>-42.455899173550989</c:v>
                </c:pt>
                <c:pt idx="714">
                  <c:v>-41.747253357905443</c:v>
                </c:pt>
                <c:pt idx="715">
                  <c:v>-38.974636368574124</c:v>
                </c:pt>
                <c:pt idx="716">
                  <c:v>-31.567323453900705</c:v>
                </c:pt>
                <c:pt idx="717">
                  <c:v>-31.633047137190609</c:v>
                </c:pt>
                <c:pt idx="718">
                  <c:v>-28.323548915718625</c:v>
                </c:pt>
                <c:pt idx="719">
                  <c:v>-27.185164506733464</c:v>
                </c:pt>
                <c:pt idx="720">
                  <c:v>-27.117538277036569</c:v>
                </c:pt>
                <c:pt idx="721">
                  <c:v>-25.698962233523723</c:v>
                </c:pt>
                <c:pt idx="722">
                  <c:v>-22.1219982331531</c:v>
                </c:pt>
                <c:pt idx="723">
                  <c:v>-17.71789015229157</c:v>
                </c:pt>
                <c:pt idx="724">
                  <c:v>-13.754192879516193</c:v>
                </c:pt>
                <c:pt idx="725">
                  <c:v>-9.9433999099735342</c:v>
                </c:pt>
                <c:pt idx="726">
                  <c:v>-9.7858553523131899</c:v>
                </c:pt>
                <c:pt idx="727">
                  <c:v>-10.26382293816906</c:v>
                </c:pt>
                <c:pt idx="728">
                  <c:v>-10.367119975341495</c:v>
                </c:pt>
                <c:pt idx="729">
                  <c:v>-10.917572818093346</c:v>
                </c:pt>
                <c:pt idx="730">
                  <c:v>-5.3222867105958809</c:v>
                </c:pt>
                <c:pt idx="731">
                  <c:v>-4.5853596246961068</c:v>
                </c:pt>
                <c:pt idx="732">
                  <c:v>-0.20434594634568626</c:v>
                </c:pt>
                <c:pt idx="733">
                  <c:v>3.0988249212632728</c:v>
                </c:pt>
                <c:pt idx="734">
                  <c:v>10.674945111798396</c:v>
                </c:pt>
                <c:pt idx="735">
                  <c:v>12.605656332864797</c:v>
                </c:pt>
                <c:pt idx="736">
                  <c:v>17.088769086042348</c:v>
                </c:pt>
                <c:pt idx="737">
                  <c:v>13.251330869819094</c:v>
                </c:pt>
                <c:pt idx="738">
                  <c:v>15.893317213702026</c:v>
                </c:pt>
                <c:pt idx="739">
                  <c:v>16.094281697566974</c:v>
                </c:pt>
                <c:pt idx="740">
                  <c:v>16.572729783933948</c:v>
                </c:pt>
                <c:pt idx="741">
                  <c:v>14.273370056829583</c:v>
                </c:pt>
                <c:pt idx="742">
                  <c:v>11.450971497887645</c:v>
                </c:pt>
                <c:pt idx="743">
                  <c:v>15.481760362482161</c:v>
                </c:pt>
                <c:pt idx="744">
                  <c:v>16.795453412157563</c:v>
                </c:pt>
                <c:pt idx="745">
                  <c:v>18.280862767538657</c:v>
                </c:pt>
                <c:pt idx="746">
                  <c:v>24.566128622016542</c:v>
                </c:pt>
                <c:pt idx="747">
                  <c:v>23.061532408569924</c:v>
                </c:pt>
                <c:pt idx="748">
                  <c:v>30.794272675417929</c:v>
                </c:pt>
                <c:pt idx="749">
                  <c:v>31.930849210848638</c:v>
                </c:pt>
                <c:pt idx="750">
                  <c:v>31.735970022010015</c:v>
                </c:pt>
                <c:pt idx="751">
                  <c:v>26.888177390212256</c:v>
                </c:pt>
                <c:pt idx="752">
                  <c:v>23.178747755691543</c:v>
                </c:pt>
                <c:pt idx="753">
                  <c:v>21.018316210513458</c:v>
                </c:pt>
                <c:pt idx="754">
                  <c:v>16.776646817929773</c:v>
                </c:pt>
                <c:pt idx="755">
                  <c:v>12.177568348956555</c:v>
                </c:pt>
                <c:pt idx="756">
                  <c:v>10.813716155692008</c:v>
                </c:pt>
                <c:pt idx="757">
                  <c:v>9.6738946243854986</c:v>
                </c:pt>
                <c:pt idx="758">
                  <c:v>10.256964307478599</c:v>
                </c:pt>
                <c:pt idx="759">
                  <c:v>11.375488656807928</c:v>
                </c:pt>
                <c:pt idx="760">
                  <c:v>11.575606386150566</c:v>
                </c:pt>
                <c:pt idx="761">
                  <c:v>8.5264259068296298</c:v>
                </c:pt>
                <c:pt idx="762">
                  <c:v>15.479600679361397</c:v>
                </c:pt>
                <c:pt idx="763">
                  <c:v>9.4088015996491059</c:v>
                </c:pt>
                <c:pt idx="764">
                  <c:v>10.578937439802075</c:v>
                </c:pt>
                <c:pt idx="765">
                  <c:v>10.014317598585718</c:v>
                </c:pt>
                <c:pt idx="766">
                  <c:v>12.567415397700767</c:v>
                </c:pt>
                <c:pt idx="767">
                  <c:v>5.7254061745756415</c:v>
                </c:pt>
                <c:pt idx="768">
                  <c:v>9.266728834462338</c:v>
                </c:pt>
                <c:pt idx="769">
                  <c:v>15.360137771911944</c:v>
                </c:pt>
                <c:pt idx="770">
                  <c:v>19.214373246025271</c:v>
                </c:pt>
                <c:pt idx="771">
                  <c:v>20.324481297484617</c:v>
                </c:pt>
                <c:pt idx="772">
                  <c:v>18.145937809367265</c:v>
                </c:pt>
                <c:pt idx="773">
                  <c:v>16.514101260554817</c:v>
                </c:pt>
                <c:pt idx="774">
                  <c:v>15.02350939505194</c:v>
                </c:pt>
                <c:pt idx="775">
                  <c:v>20.047946183412225</c:v>
                </c:pt>
                <c:pt idx="776">
                  <c:v>21.685231889962772</c:v>
                </c:pt>
                <c:pt idx="777">
                  <c:v>19.46452052524873</c:v>
                </c:pt>
                <c:pt idx="778">
                  <c:v>25.40407115538531</c:v>
                </c:pt>
                <c:pt idx="779">
                  <c:v>27.485694914063448</c:v>
                </c:pt>
                <c:pt idx="780">
                  <c:v>29.259835961894517</c:v>
                </c:pt>
                <c:pt idx="781">
                  <c:v>29.852341761719018</c:v>
                </c:pt>
                <c:pt idx="782">
                  <c:v>28.804802727906576</c:v>
                </c:pt>
                <c:pt idx="783">
                  <c:v>23.685277116121799</c:v>
                </c:pt>
                <c:pt idx="784">
                  <c:v>22.753693381092258</c:v>
                </c:pt>
                <c:pt idx="785">
                  <c:v>20.691001618002677</c:v>
                </c:pt>
                <c:pt idx="786">
                  <c:v>21.742377355388697</c:v>
                </c:pt>
                <c:pt idx="787">
                  <c:v>21.181688254291668</c:v>
                </c:pt>
                <c:pt idx="788">
                  <c:v>25.312523877175142</c:v>
                </c:pt>
                <c:pt idx="789">
                  <c:v>24.892287489575509</c:v>
                </c:pt>
                <c:pt idx="790">
                  <c:v>20.783253259929829</c:v>
                </c:pt>
                <c:pt idx="791">
                  <c:v>25.231715661802149</c:v>
                </c:pt>
                <c:pt idx="792">
                  <c:v>21.999855663258447</c:v>
                </c:pt>
                <c:pt idx="793">
                  <c:v>24.853356456342055</c:v>
                </c:pt>
                <c:pt idx="794">
                  <c:v>25.351073836235109</c:v>
                </c:pt>
                <c:pt idx="795">
                  <c:v>26.340504133851098</c:v>
                </c:pt>
                <c:pt idx="796">
                  <c:v>27.298261392211472</c:v>
                </c:pt>
                <c:pt idx="797">
                  <c:v>29.343018882289787</c:v>
                </c:pt>
                <c:pt idx="798">
                  <c:v>25.824923469472115</c:v>
                </c:pt>
                <c:pt idx="799">
                  <c:v>29.266488990982644</c:v>
                </c:pt>
                <c:pt idx="800">
                  <c:v>32.866627819749858</c:v>
                </c:pt>
                <c:pt idx="801">
                  <c:v>40.485883970683375</c:v>
                </c:pt>
                <c:pt idx="802">
                  <c:v>41.77168220293261</c:v>
                </c:pt>
                <c:pt idx="803">
                  <c:v>42.321933644074292</c:v>
                </c:pt>
                <c:pt idx="804">
                  <c:v>48.167970916631461</c:v>
                </c:pt>
                <c:pt idx="805">
                  <c:v>49.950565211461097</c:v>
                </c:pt>
                <c:pt idx="806">
                  <c:v>51.318109516002764</c:v>
                </c:pt>
                <c:pt idx="807">
                  <c:v>49.484743829597583</c:v>
                </c:pt>
                <c:pt idx="808">
                  <c:v>52.449007019806494</c:v>
                </c:pt>
                <c:pt idx="809">
                  <c:v>52.95793715976184</c:v>
                </c:pt>
                <c:pt idx="810">
                  <c:v>52.091092622016617</c:v>
                </c:pt>
                <c:pt idx="811">
                  <c:v>51.961692488722008</c:v>
                </c:pt>
                <c:pt idx="812">
                  <c:v>52.750956972238974</c:v>
                </c:pt>
                <c:pt idx="813">
                  <c:v>55.021276659241892</c:v>
                </c:pt>
                <c:pt idx="814">
                  <c:v>58.772756846545704</c:v>
                </c:pt>
                <c:pt idx="815">
                  <c:v>62.698497767200806</c:v>
                </c:pt>
                <c:pt idx="816">
                  <c:v>62.955435718346209</c:v>
                </c:pt>
                <c:pt idx="817">
                  <c:v>66.109561614399311</c:v>
                </c:pt>
                <c:pt idx="818">
                  <c:v>68.752213306187286</c:v>
                </c:pt>
                <c:pt idx="819">
                  <c:v>65.504376025833395</c:v>
                </c:pt>
                <c:pt idx="820">
                  <c:v>65.311410374837806</c:v>
                </c:pt>
                <c:pt idx="821">
                  <c:v>67.030143155522381</c:v>
                </c:pt>
                <c:pt idx="822">
                  <c:v>71.302160707272648</c:v>
                </c:pt>
                <c:pt idx="823">
                  <c:v>74.801625803810694</c:v>
                </c:pt>
                <c:pt idx="824">
                  <c:v>82.443703410394335</c:v>
                </c:pt>
                <c:pt idx="825">
                  <c:v>85.398112390565615</c:v>
                </c:pt>
                <c:pt idx="826">
                  <c:v>85.3622811057175</c:v>
                </c:pt>
                <c:pt idx="827">
                  <c:v>86.766634079338161</c:v>
                </c:pt>
                <c:pt idx="828">
                  <c:v>92.467171382661846</c:v>
                </c:pt>
                <c:pt idx="829">
                  <c:v>102.92671305904267</c:v>
                </c:pt>
                <c:pt idx="830">
                  <c:v>102.62049656503727</c:v>
                </c:pt>
                <c:pt idx="831">
                  <c:v>106.34221209482125</c:v>
                </c:pt>
                <c:pt idx="832">
                  <c:v>107.62893909497853</c:v>
                </c:pt>
                <c:pt idx="833">
                  <c:v>110.73994077710859</c:v>
                </c:pt>
                <c:pt idx="834">
                  <c:v>112.85858501395744</c:v>
                </c:pt>
                <c:pt idx="835">
                  <c:v>115.45760664504121</c:v>
                </c:pt>
                <c:pt idx="836">
                  <c:v>107.745067487008</c:v>
                </c:pt>
                <c:pt idx="837">
                  <c:v>105.80246870497533</c:v>
                </c:pt>
                <c:pt idx="838">
                  <c:v>106.04918076888819</c:v>
                </c:pt>
                <c:pt idx="839">
                  <c:v>106.62676190482966</c:v>
                </c:pt>
                <c:pt idx="840">
                  <c:v>113.4579391342229</c:v>
                </c:pt>
                <c:pt idx="841">
                  <c:v>110.5773148396668</c:v>
                </c:pt>
                <c:pt idx="842">
                  <c:v>108.64257948972886</c:v>
                </c:pt>
                <c:pt idx="843">
                  <c:v>115.34516946659788</c:v>
                </c:pt>
                <c:pt idx="844">
                  <c:v>110.16812447152583</c:v>
                </c:pt>
                <c:pt idx="845">
                  <c:v>108.40491987760116</c:v>
                </c:pt>
                <c:pt idx="846">
                  <c:v>107.96417210313615</c:v>
                </c:pt>
                <c:pt idx="847">
                  <c:v>109.27467028248785</c:v>
                </c:pt>
                <c:pt idx="848">
                  <c:v>107.05275724749892</c:v>
                </c:pt>
                <c:pt idx="849">
                  <c:v>110.80567579792152</c:v>
                </c:pt>
                <c:pt idx="850">
                  <c:v>110.16905265527278</c:v>
                </c:pt>
                <c:pt idx="851">
                  <c:v>114.02862960476762</c:v>
                </c:pt>
                <c:pt idx="852">
                  <c:v>112.62890515592346</c:v>
                </c:pt>
                <c:pt idx="853">
                  <c:v>111.44424527729572</c:v>
                </c:pt>
                <c:pt idx="854">
                  <c:v>114.17371634119405</c:v>
                </c:pt>
                <c:pt idx="855">
                  <c:v>110.77223279945702</c:v>
                </c:pt>
                <c:pt idx="856">
                  <c:v>107.02032374829642</c:v>
                </c:pt>
                <c:pt idx="857">
                  <c:v>101.6438694200033</c:v>
                </c:pt>
                <c:pt idx="858">
                  <c:v>99.36548516066442</c:v>
                </c:pt>
                <c:pt idx="859">
                  <c:v>98.943998427492886</c:v>
                </c:pt>
                <c:pt idx="860">
                  <c:v>97.960514317359241</c:v>
                </c:pt>
                <c:pt idx="861">
                  <c:v>94.884913419411006</c:v>
                </c:pt>
                <c:pt idx="862">
                  <c:v>91.923209805335389</c:v>
                </c:pt>
                <c:pt idx="863">
                  <c:v>98.951137437184457</c:v>
                </c:pt>
                <c:pt idx="864">
                  <c:v>100.85674719388052</c:v>
                </c:pt>
                <c:pt idx="865">
                  <c:v>102.50776234131837</c:v>
                </c:pt>
                <c:pt idx="866">
                  <c:v>100.99675386742699</c:v>
                </c:pt>
                <c:pt idx="867">
                  <c:v>99.83433638342521</c:v>
                </c:pt>
                <c:pt idx="868">
                  <c:v>88.884845122819144</c:v>
                </c:pt>
                <c:pt idx="869">
                  <c:v>92.474115368468233</c:v>
                </c:pt>
                <c:pt idx="870">
                  <c:v>86.725537452267972</c:v>
                </c:pt>
                <c:pt idx="871">
                  <c:v>90.39432901118218</c:v>
                </c:pt>
                <c:pt idx="872">
                  <c:v>87.655958308901049</c:v>
                </c:pt>
                <c:pt idx="873">
                  <c:v>88.047156634781885</c:v>
                </c:pt>
                <c:pt idx="874">
                  <c:v>86.855931922560757</c:v>
                </c:pt>
                <c:pt idx="875">
                  <c:v>91.535540380260684</c:v>
                </c:pt>
                <c:pt idx="876">
                  <c:v>94.705149999565009</c:v>
                </c:pt>
                <c:pt idx="877">
                  <c:v>89.365518400375791</c:v>
                </c:pt>
                <c:pt idx="878">
                  <c:v>88.000562377864696</c:v>
                </c:pt>
                <c:pt idx="879">
                  <c:v>83.239758286665165</c:v>
                </c:pt>
                <c:pt idx="880">
                  <c:v>77.79495943146803</c:v>
                </c:pt>
                <c:pt idx="881">
                  <c:v>74.742883149755997</c:v>
                </c:pt>
                <c:pt idx="882">
                  <c:v>73.408565697226578</c:v>
                </c:pt>
                <c:pt idx="883">
                  <c:v>70.795128788938683</c:v>
                </c:pt>
                <c:pt idx="884">
                  <c:v>72.969223763272723</c:v>
                </c:pt>
                <c:pt idx="885">
                  <c:v>64.390019667810762</c:v>
                </c:pt>
                <c:pt idx="886">
                  <c:v>56.930405805530192</c:v>
                </c:pt>
                <c:pt idx="887">
                  <c:v>54.099234310900798</c:v>
                </c:pt>
                <c:pt idx="888">
                  <c:v>50.523816328220967</c:v>
                </c:pt>
                <c:pt idx="889">
                  <c:v>47.970153788230427</c:v>
                </c:pt>
                <c:pt idx="890">
                  <c:v>45.671857502238943</c:v>
                </c:pt>
                <c:pt idx="891">
                  <c:v>42.442338347038479</c:v>
                </c:pt>
                <c:pt idx="892">
                  <c:v>39.811653146776663</c:v>
                </c:pt>
                <c:pt idx="893">
                  <c:v>36.47447475682177</c:v>
                </c:pt>
                <c:pt idx="894">
                  <c:v>40.398623098666071</c:v>
                </c:pt>
                <c:pt idx="895">
                  <c:v>37.707455974646834</c:v>
                </c:pt>
                <c:pt idx="896">
                  <c:v>37.918712396729113</c:v>
                </c:pt>
                <c:pt idx="897">
                  <c:v>44.756522324321509</c:v>
                </c:pt>
                <c:pt idx="898">
                  <c:v>42.613346574894294</c:v>
                </c:pt>
                <c:pt idx="899">
                  <c:v>38.661383325931617</c:v>
                </c:pt>
                <c:pt idx="900">
                  <c:v>35.904587456993774</c:v>
                </c:pt>
                <c:pt idx="901">
                  <c:v>34.546920227167426</c:v>
                </c:pt>
                <c:pt idx="902">
                  <c:v>27.979193557876116</c:v>
                </c:pt>
                <c:pt idx="903">
                  <c:v>28.150066813810756</c:v>
                </c:pt>
                <c:pt idx="904">
                  <c:v>26.155010746900281</c:v>
                </c:pt>
                <c:pt idx="905">
                  <c:v>25.595195575088823</c:v>
                </c:pt>
                <c:pt idx="906">
                  <c:v>21.077200286611141</c:v>
                </c:pt>
                <c:pt idx="907">
                  <c:v>17.774386762818118</c:v>
                </c:pt>
                <c:pt idx="908">
                  <c:v>19.830169593007206</c:v>
                </c:pt>
                <c:pt idx="909">
                  <c:v>20.124242971260294</c:v>
                </c:pt>
                <c:pt idx="910">
                  <c:v>18.931769288605139</c:v>
                </c:pt>
                <c:pt idx="911">
                  <c:v>18.924119589386397</c:v>
                </c:pt>
                <c:pt idx="912">
                  <c:v>16.885612272078866</c:v>
                </c:pt>
                <c:pt idx="913">
                  <c:v>22.17598294910162</c:v>
                </c:pt>
                <c:pt idx="914">
                  <c:v>21.79289010260171</c:v>
                </c:pt>
                <c:pt idx="915">
                  <c:v>22.1123201851731</c:v>
                </c:pt>
                <c:pt idx="916">
                  <c:v>18.241018536594769</c:v>
                </c:pt>
                <c:pt idx="917">
                  <c:v>15.980818830338697</c:v>
                </c:pt>
                <c:pt idx="918">
                  <c:v>13.507633584206769</c:v>
                </c:pt>
                <c:pt idx="919">
                  <c:v>14.275791668575451</c:v>
                </c:pt>
                <c:pt idx="920">
                  <c:v>13.631923684162947</c:v>
                </c:pt>
                <c:pt idx="921">
                  <c:v>14.412952095823574</c:v>
                </c:pt>
                <c:pt idx="922">
                  <c:v>12.825561527872324</c:v>
                </c:pt>
                <c:pt idx="923">
                  <c:v>14.041724467916653</c:v>
                </c:pt>
                <c:pt idx="924">
                  <c:v>14.926301434548087</c:v>
                </c:pt>
                <c:pt idx="925">
                  <c:v>14.397276496339863</c:v>
                </c:pt>
                <c:pt idx="926">
                  <c:v>15.604145234021788</c:v>
                </c:pt>
                <c:pt idx="927">
                  <c:v>14.975732212108294</c:v>
                </c:pt>
                <c:pt idx="928">
                  <c:v>21.322850460127668</c:v>
                </c:pt>
                <c:pt idx="929">
                  <c:v>24.921703177447295</c:v>
                </c:pt>
                <c:pt idx="930">
                  <c:v>22.722018123533822</c:v>
                </c:pt>
                <c:pt idx="931">
                  <c:v>16.073402550498763</c:v>
                </c:pt>
                <c:pt idx="932">
                  <c:v>17.408713225677658</c:v>
                </c:pt>
                <c:pt idx="933">
                  <c:v>12.692364001523293</c:v>
                </c:pt>
                <c:pt idx="934">
                  <c:v>13.438582226442525</c:v>
                </c:pt>
                <c:pt idx="935">
                  <c:v>11.015935989764063</c:v>
                </c:pt>
                <c:pt idx="936">
                  <c:v>9.7682470324187651</c:v>
                </c:pt>
                <c:pt idx="937">
                  <c:v>7.2477859879611586</c:v>
                </c:pt>
                <c:pt idx="938">
                  <c:v>4.2839620501709224</c:v>
                </c:pt>
                <c:pt idx="939">
                  <c:v>10.576016378941521</c:v>
                </c:pt>
                <c:pt idx="940">
                  <c:v>11.39713837825062</c:v>
                </c:pt>
                <c:pt idx="941">
                  <c:v>15.188579263563849</c:v>
                </c:pt>
                <c:pt idx="942">
                  <c:v>14.137886535627148</c:v>
                </c:pt>
                <c:pt idx="943">
                  <c:v>12.402817511727624</c:v>
                </c:pt>
                <c:pt idx="944">
                  <c:v>14.105186690783722</c:v>
                </c:pt>
                <c:pt idx="945">
                  <c:v>14.13161199828799</c:v>
                </c:pt>
                <c:pt idx="946">
                  <c:v>7.3774661598219007</c:v>
                </c:pt>
                <c:pt idx="947">
                  <c:v>5.1831664227525209</c:v>
                </c:pt>
                <c:pt idx="948">
                  <c:v>6.4993552288875192</c:v>
                </c:pt>
                <c:pt idx="949">
                  <c:v>9.8886718525856985</c:v>
                </c:pt>
                <c:pt idx="950">
                  <c:v>9.8832774021365299</c:v>
                </c:pt>
                <c:pt idx="951">
                  <c:v>8.3111561373342777</c:v>
                </c:pt>
                <c:pt idx="952">
                  <c:v>11.066821563500261</c:v>
                </c:pt>
                <c:pt idx="953">
                  <c:v>10.189916167332228</c:v>
                </c:pt>
                <c:pt idx="954">
                  <c:v>13.898344212033946</c:v>
                </c:pt>
                <c:pt idx="955">
                  <c:v>16.04447246582734</c:v>
                </c:pt>
                <c:pt idx="956">
                  <c:v>14.371262242180755</c:v>
                </c:pt>
                <c:pt idx="957">
                  <c:v>15.34417666839675</c:v>
                </c:pt>
                <c:pt idx="958">
                  <c:v>12.934655638459017</c:v>
                </c:pt>
                <c:pt idx="959">
                  <c:v>10.838877556029349</c:v>
                </c:pt>
                <c:pt idx="960">
                  <c:v>14.930875814809426</c:v>
                </c:pt>
                <c:pt idx="961">
                  <c:v>23.378369317520885</c:v>
                </c:pt>
                <c:pt idx="962">
                  <c:v>24.205487082365558</c:v>
                </c:pt>
                <c:pt idx="963">
                  <c:v>21.026312074376914</c:v>
                </c:pt>
                <c:pt idx="964">
                  <c:v>24.436517117431944</c:v>
                </c:pt>
                <c:pt idx="965">
                  <c:v>18.168555355051758</c:v>
                </c:pt>
                <c:pt idx="966">
                  <c:v>15.331087924047001</c:v>
                </c:pt>
                <c:pt idx="967">
                  <c:v>17.562566701254042</c:v>
                </c:pt>
                <c:pt idx="968">
                  <c:v>18.486528830252027</c:v>
                </c:pt>
                <c:pt idx="969">
                  <c:v>22.623309679615993</c:v>
                </c:pt>
                <c:pt idx="970">
                  <c:v>24.730282384288145</c:v>
                </c:pt>
                <c:pt idx="971">
                  <c:v>22.374201095363805</c:v>
                </c:pt>
                <c:pt idx="972">
                  <c:v>19.299985552490416</c:v>
                </c:pt>
                <c:pt idx="973">
                  <c:v>22.829586304325595</c:v>
                </c:pt>
                <c:pt idx="974">
                  <c:v>24.558397896951046</c:v>
                </c:pt>
                <c:pt idx="975">
                  <c:v>22.044108191518632</c:v>
                </c:pt>
                <c:pt idx="976">
                  <c:v>29.276290684810107</c:v>
                </c:pt>
                <c:pt idx="977">
                  <c:v>34.759669127501823</c:v>
                </c:pt>
                <c:pt idx="978">
                  <c:v>26.370882006335652</c:v>
                </c:pt>
                <c:pt idx="979">
                  <c:v>26.232512898533649</c:v>
                </c:pt>
                <c:pt idx="980">
                  <c:v>22.233124045520245</c:v>
                </c:pt>
                <c:pt idx="981">
                  <c:v>24.208401769425759</c:v>
                </c:pt>
                <c:pt idx="982">
                  <c:v>28.653370702013074</c:v>
                </c:pt>
                <c:pt idx="983">
                  <c:v>36.049929479425067</c:v>
                </c:pt>
                <c:pt idx="984">
                  <c:v>37.33980813112548</c:v>
                </c:pt>
                <c:pt idx="985">
                  <c:v>36.758650538318093</c:v>
                </c:pt>
                <c:pt idx="986">
                  <c:v>34.69633411892832</c:v>
                </c:pt>
                <c:pt idx="987">
                  <c:v>35.769723120060235</c:v>
                </c:pt>
                <c:pt idx="988">
                  <c:v>33.953579152953104</c:v>
                </c:pt>
                <c:pt idx="989">
                  <c:v>34.087432708062124</c:v>
                </c:pt>
                <c:pt idx="990">
                  <c:v>32.60164021158527</c:v>
                </c:pt>
                <c:pt idx="991">
                  <c:v>32.807554098927135</c:v>
                </c:pt>
                <c:pt idx="992">
                  <c:v>31.614674945158093</c:v>
                </c:pt>
                <c:pt idx="993">
                  <c:v>34.979995178507764</c:v>
                </c:pt>
                <c:pt idx="994">
                  <c:v>31.774480924488245</c:v>
                </c:pt>
                <c:pt idx="995">
                  <c:v>36.437593603587885</c:v>
                </c:pt>
                <c:pt idx="996">
                  <c:v>35.863488281722091</c:v>
                </c:pt>
                <c:pt idx="997">
                  <c:v>34.377088314064146</c:v>
                </c:pt>
                <c:pt idx="998">
                  <c:v>35.711604673397304</c:v>
                </c:pt>
                <c:pt idx="999">
                  <c:v>40.761802158241302</c:v>
                </c:pt>
                <c:pt idx="1000">
                  <c:v>46.666679354456974</c:v>
                </c:pt>
                <c:pt idx="1001">
                  <c:v>44.039603922365288</c:v>
                </c:pt>
                <c:pt idx="1002">
                  <c:v>42.324508926901991</c:v>
                </c:pt>
                <c:pt idx="1003">
                  <c:v>39.869724669804029</c:v>
                </c:pt>
                <c:pt idx="1004">
                  <c:v>39.715973709294623</c:v>
                </c:pt>
                <c:pt idx="1005">
                  <c:v>44.681634241106096</c:v>
                </c:pt>
                <c:pt idx="1006">
                  <c:v>45.4791598408802</c:v>
                </c:pt>
                <c:pt idx="1007">
                  <c:v>45.121708076108789</c:v>
                </c:pt>
                <c:pt idx="1008">
                  <c:v>42.182935937754763</c:v>
                </c:pt>
                <c:pt idx="1009">
                  <c:v>38.508142338556738</c:v>
                </c:pt>
                <c:pt idx="1010">
                  <c:v>35.125493303120749</c:v>
                </c:pt>
                <c:pt idx="1011">
                  <c:v>40.534236550945792</c:v>
                </c:pt>
                <c:pt idx="1012">
                  <c:v>36.45424280595013</c:v>
                </c:pt>
                <c:pt idx="1013">
                  <c:v>32.88527672676345</c:v>
                </c:pt>
                <c:pt idx="1014">
                  <c:v>33.041328436138244</c:v>
                </c:pt>
                <c:pt idx="1015">
                  <c:v>33.347435233029145</c:v>
                </c:pt>
                <c:pt idx="1016">
                  <c:v>30.005814434092414</c:v>
                </c:pt>
                <c:pt idx="1017">
                  <c:v>28.839738439093423</c:v>
                </c:pt>
                <c:pt idx="1018">
                  <c:v>26.731710968743045</c:v>
                </c:pt>
                <c:pt idx="1019">
                  <c:v>29.003671912662682</c:v>
                </c:pt>
                <c:pt idx="1020">
                  <c:v>34.487104980819659</c:v>
                </c:pt>
                <c:pt idx="1021">
                  <c:v>34.514953686944253</c:v>
                </c:pt>
                <c:pt idx="1022">
                  <c:v>32.60340432064212</c:v>
                </c:pt>
                <c:pt idx="1023">
                  <c:v>28.836164462320866</c:v>
                </c:pt>
                <c:pt idx="1024">
                  <c:v>23.78945439218522</c:v>
                </c:pt>
                <c:pt idx="1025">
                  <c:v>26.137928614401638</c:v>
                </c:pt>
                <c:pt idx="1026">
                  <c:v>23.378040394592581</c:v>
                </c:pt>
                <c:pt idx="1027">
                  <c:v>20.237923836549555</c:v>
                </c:pt>
                <c:pt idx="1028">
                  <c:v>21.212337185140843</c:v>
                </c:pt>
                <c:pt idx="1029">
                  <c:v>28.97876507225703</c:v>
                </c:pt>
                <c:pt idx="1030">
                  <c:v>29.579722185677888</c:v>
                </c:pt>
                <c:pt idx="1031">
                  <c:v>32.998028372894261</c:v>
                </c:pt>
                <c:pt idx="1032">
                  <c:v>30.870530108213224</c:v>
                </c:pt>
                <c:pt idx="1033">
                  <c:v>30.345559941189443</c:v>
                </c:pt>
                <c:pt idx="1034">
                  <c:v>27.014741369019927</c:v>
                </c:pt>
                <c:pt idx="1035">
                  <c:v>31.251056876906354</c:v>
                </c:pt>
                <c:pt idx="1036">
                  <c:v>30.84652369901314</c:v>
                </c:pt>
                <c:pt idx="1037">
                  <c:v>26.436008632688498</c:v>
                </c:pt>
                <c:pt idx="1038">
                  <c:v>21.0023488689109</c:v>
                </c:pt>
                <c:pt idx="1039">
                  <c:v>18.591778541649266</c:v>
                </c:pt>
                <c:pt idx="1040">
                  <c:v>16.788817338984085</c:v>
                </c:pt>
                <c:pt idx="1041">
                  <c:v>18.664465164059298</c:v>
                </c:pt>
                <c:pt idx="1042">
                  <c:v>17.733099283003646</c:v>
                </c:pt>
                <c:pt idx="1043">
                  <c:v>14.889594558588753</c:v>
                </c:pt>
                <c:pt idx="1044">
                  <c:v>9.6050444291335566</c:v>
                </c:pt>
                <c:pt idx="1045">
                  <c:v>7.3840520389133406</c:v>
                </c:pt>
                <c:pt idx="1046">
                  <c:v>5.770543471923764</c:v>
                </c:pt>
                <c:pt idx="1047">
                  <c:v>10.686490500839277</c:v>
                </c:pt>
                <c:pt idx="1048">
                  <c:v>8.8751032272979504</c:v>
                </c:pt>
                <c:pt idx="1049">
                  <c:v>8.7195439179905048</c:v>
                </c:pt>
                <c:pt idx="1050">
                  <c:v>9.1668763747019941</c:v>
                </c:pt>
                <c:pt idx="1051">
                  <c:v>8.1917388214944857</c:v>
                </c:pt>
                <c:pt idx="1052">
                  <c:v>7.355372157778155</c:v>
                </c:pt>
                <c:pt idx="1053">
                  <c:v>8.3217394868822598</c:v>
                </c:pt>
                <c:pt idx="1054">
                  <c:v>8.5296706630127535</c:v>
                </c:pt>
                <c:pt idx="1055">
                  <c:v>1.6756836893769282</c:v>
                </c:pt>
                <c:pt idx="1056">
                  <c:v>1.6250622699436166</c:v>
                </c:pt>
                <c:pt idx="1057">
                  <c:v>0.34222320221157498</c:v>
                </c:pt>
                <c:pt idx="1058">
                  <c:v>0.17635014437931049</c:v>
                </c:pt>
                <c:pt idx="1059">
                  <c:v>1.7328306981412593</c:v>
                </c:pt>
                <c:pt idx="1060">
                  <c:v>1.9871587245643845</c:v>
                </c:pt>
                <c:pt idx="1061">
                  <c:v>-3.7128838558848045</c:v>
                </c:pt>
                <c:pt idx="1062">
                  <c:v>2.4336698684765659</c:v>
                </c:pt>
                <c:pt idx="1063">
                  <c:v>1.0393830240772093</c:v>
                </c:pt>
                <c:pt idx="1064">
                  <c:v>1.9695034218180683</c:v>
                </c:pt>
                <c:pt idx="1065">
                  <c:v>-3.0545318722799193</c:v>
                </c:pt>
                <c:pt idx="1066">
                  <c:v>-6.0872085788185775</c:v>
                </c:pt>
                <c:pt idx="1067">
                  <c:v>-5.4367281668607221</c:v>
                </c:pt>
                <c:pt idx="1068">
                  <c:v>-4.8844584499754955</c:v>
                </c:pt>
                <c:pt idx="1069">
                  <c:v>-4.5421079633468384</c:v>
                </c:pt>
                <c:pt idx="1070">
                  <c:v>-4.5430473840011771</c:v>
                </c:pt>
                <c:pt idx="1071">
                  <c:v>4.480008997404842</c:v>
                </c:pt>
                <c:pt idx="1072">
                  <c:v>2.8556023519009175</c:v>
                </c:pt>
                <c:pt idx="1073">
                  <c:v>-1.4838853723987944</c:v>
                </c:pt>
                <c:pt idx="1074">
                  <c:v>-0.69150991043613885</c:v>
                </c:pt>
                <c:pt idx="1075">
                  <c:v>-4.3892263917965355</c:v>
                </c:pt>
                <c:pt idx="1076">
                  <c:v>-1.5402631021828119</c:v>
                </c:pt>
                <c:pt idx="1077">
                  <c:v>-4.1453770585765612</c:v>
                </c:pt>
                <c:pt idx="1078">
                  <c:v>-3.158796646896664</c:v>
                </c:pt>
                <c:pt idx="1079">
                  <c:v>-4.5452621528533577</c:v>
                </c:pt>
                <c:pt idx="1080">
                  <c:v>-5.3935274423985824</c:v>
                </c:pt>
                <c:pt idx="1081">
                  <c:v>-7.7493238924771237</c:v>
                </c:pt>
                <c:pt idx="1082">
                  <c:v>-12.047873286893422</c:v>
                </c:pt>
                <c:pt idx="1083">
                  <c:v>-13.66405907187259</c:v>
                </c:pt>
                <c:pt idx="1084">
                  <c:v>-9.3232583582330797</c:v>
                </c:pt>
                <c:pt idx="1085">
                  <c:v>-9.0775858929471234</c:v>
                </c:pt>
                <c:pt idx="1086">
                  <c:v>-5.2613569431647011</c:v>
                </c:pt>
                <c:pt idx="1087">
                  <c:v>2.4701300125176884</c:v>
                </c:pt>
                <c:pt idx="1088">
                  <c:v>0.88719840935746941</c:v>
                </c:pt>
                <c:pt idx="1089">
                  <c:v>3.4080962656802627</c:v>
                </c:pt>
                <c:pt idx="1090">
                  <c:v>6.4750119447507775</c:v>
                </c:pt>
                <c:pt idx="1091">
                  <c:v>7.7790838535152691</c:v>
                </c:pt>
                <c:pt idx="1092">
                  <c:v>9.5259832957477624</c:v>
                </c:pt>
                <c:pt idx="1093">
                  <c:v>4.6178350128778654</c:v>
                </c:pt>
                <c:pt idx="1094">
                  <c:v>6.7815164540446897</c:v>
                </c:pt>
                <c:pt idx="1095">
                  <c:v>7.0868375434496222</c:v>
                </c:pt>
                <c:pt idx="1096">
                  <c:v>6.1444482863090588</c:v>
                </c:pt>
                <c:pt idx="1097">
                  <c:v>2.1813608296781424</c:v>
                </c:pt>
                <c:pt idx="1098">
                  <c:v>0.65603854003775797</c:v>
                </c:pt>
                <c:pt idx="1099">
                  <c:v>1.6368332063766824</c:v>
                </c:pt>
                <c:pt idx="1100">
                  <c:v>1.3270545273703032</c:v>
                </c:pt>
                <c:pt idx="1101">
                  <c:v>-0.17604337914417734</c:v>
                </c:pt>
                <c:pt idx="1102">
                  <c:v>-1.3815611433417798</c:v>
                </c:pt>
                <c:pt idx="1103">
                  <c:v>-7.1100456399401768E-2</c:v>
                </c:pt>
                <c:pt idx="1104">
                  <c:v>-0.63685221475515363</c:v>
                </c:pt>
                <c:pt idx="1105">
                  <c:v>-0.28068172944856229</c:v>
                </c:pt>
                <c:pt idx="1106">
                  <c:v>-3.8758076339332259</c:v>
                </c:pt>
                <c:pt idx="1107">
                  <c:v>-7.5913262984182541</c:v>
                </c:pt>
                <c:pt idx="1108">
                  <c:v>-8.2887467896636196</c:v>
                </c:pt>
                <c:pt idx="1109">
                  <c:v>-9.7856867938279883</c:v>
                </c:pt>
                <c:pt idx="1110">
                  <c:v>-9.2451101364990116</c:v>
                </c:pt>
                <c:pt idx="1111">
                  <c:v>-13.661583761486401</c:v>
                </c:pt>
                <c:pt idx="1112">
                  <c:v>-12.065648625155767</c:v>
                </c:pt>
                <c:pt idx="1113">
                  <c:v>-13.582146701120422</c:v>
                </c:pt>
                <c:pt idx="1114">
                  <c:v>-14.983072297620129</c:v>
                </c:pt>
                <c:pt idx="1115">
                  <c:v>-17.723029515108568</c:v>
                </c:pt>
                <c:pt idx="1116">
                  <c:v>-19.080598876771454</c:v>
                </c:pt>
                <c:pt idx="1117">
                  <c:v>-20.343564519113272</c:v>
                </c:pt>
                <c:pt idx="1118">
                  <c:v>-21.221079724353949</c:v>
                </c:pt>
                <c:pt idx="1119">
                  <c:v>-18.417290279110887</c:v>
                </c:pt>
                <c:pt idx="1120">
                  <c:v>-16.809266753995399</c:v>
                </c:pt>
                <c:pt idx="1121">
                  <c:v>-15.790201333014586</c:v>
                </c:pt>
                <c:pt idx="1122">
                  <c:v>-14.969807499465213</c:v>
                </c:pt>
                <c:pt idx="1123">
                  <c:v>-14.38311693763465</c:v>
                </c:pt>
                <c:pt idx="1124">
                  <c:v>-13.797514022322964</c:v>
                </c:pt>
                <c:pt idx="1125">
                  <c:v>-15.648633382818529</c:v>
                </c:pt>
                <c:pt idx="1126">
                  <c:v>-17.512616071239954</c:v>
                </c:pt>
                <c:pt idx="1127">
                  <c:v>-18.285884451543879</c:v>
                </c:pt>
                <c:pt idx="1128">
                  <c:v>-18.891523476371702</c:v>
                </c:pt>
                <c:pt idx="1129">
                  <c:v>-20.280358344733823</c:v>
                </c:pt>
                <c:pt idx="1130">
                  <c:v>-17.190189706688482</c:v>
                </c:pt>
                <c:pt idx="1131">
                  <c:v>-20.383990944435535</c:v>
                </c:pt>
                <c:pt idx="1132">
                  <c:v>-20.065925997264735</c:v>
                </c:pt>
                <c:pt idx="1133">
                  <c:v>-20.211574601159072</c:v>
                </c:pt>
                <c:pt idx="1134">
                  <c:v>-20.358443503453067</c:v>
                </c:pt>
                <c:pt idx="1135">
                  <c:v>-19.600918531094038</c:v>
                </c:pt>
                <c:pt idx="1136">
                  <c:v>-21.407694150388643</c:v>
                </c:pt>
                <c:pt idx="1137">
                  <c:v>-21.766173816676748</c:v>
                </c:pt>
                <c:pt idx="1138">
                  <c:v>-22.988653063938301</c:v>
                </c:pt>
                <c:pt idx="1139">
                  <c:v>-24.355248647738954</c:v>
                </c:pt>
                <c:pt idx="1140">
                  <c:v>-26.159192528471529</c:v>
                </c:pt>
                <c:pt idx="1141">
                  <c:v>-27.564925583575818</c:v>
                </c:pt>
                <c:pt idx="1142">
                  <c:v>-29.721253233634137</c:v>
                </c:pt>
                <c:pt idx="1143">
                  <c:v>-29.161677167213924</c:v>
                </c:pt>
                <c:pt idx="1144">
                  <c:v>-30.977794625397863</c:v>
                </c:pt>
                <c:pt idx="1145">
                  <c:v>-32.578433152852305</c:v>
                </c:pt>
                <c:pt idx="1146">
                  <c:v>-32.407717819117458</c:v>
                </c:pt>
                <c:pt idx="1147">
                  <c:v>-29.958857872010871</c:v>
                </c:pt>
                <c:pt idx="1148">
                  <c:v>-26.714384669768563</c:v>
                </c:pt>
                <c:pt idx="1149">
                  <c:v>-26.224125985188127</c:v>
                </c:pt>
                <c:pt idx="1150">
                  <c:v>-27.030559413372593</c:v>
                </c:pt>
                <c:pt idx="1151">
                  <c:v>-23.561710662029114</c:v>
                </c:pt>
                <c:pt idx="1152">
                  <c:v>-17.372318089355304</c:v>
                </c:pt>
                <c:pt idx="1153">
                  <c:v>-19.473754585759114</c:v>
                </c:pt>
                <c:pt idx="1154">
                  <c:v>-18.58665824912924</c:v>
                </c:pt>
                <c:pt idx="1155">
                  <c:v>-22.496290271543756</c:v>
                </c:pt>
                <c:pt idx="1156">
                  <c:v>-21.485353230639994</c:v>
                </c:pt>
                <c:pt idx="1157">
                  <c:v>-24.973725277701746</c:v>
                </c:pt>
                <c:pt idx="1158">
                  <c:v>-23.194645509877351</c:v>
                </c:pt>
                <c:pt idx="1159">
                  <c:v>-20.268882063523126</c:v>
                </c:pt>
                <c:pt idx="1160">
                  <c:v>-23.903543065489036</c:v>
                </c:pt>
                <c:pt idx="1161">
                  <c:v>-27.951265072461872</c:v>
                </c:pt>
                <c:pt idx="1162">
                  <c:v>-30.371280964994096</c:v>
                </c:pt>
                <c:pt idx="1163">
                  <c:v>-31.646107972859777</c:v>
                </c:pt>
                <c:pt idx="1164">
                  <c:v>-35.006187422148912</c:v>
                </c:pt>
                <c:pt idx="1165">
                  <c:v>-34.984993643938125</c:v>
                </c:pt>
                <c:pt idx="1166">
                  <c:v>-35.540421768653935</c:v>
                </c:pt>
                <c:pt idx="1167">
                  <c:v>-34.00834931299363</c:v>
                </c:pt>
                <c:pt idx="1168">
                  <c:v>-35.627455638746589</c:v>
                </c:pt>
                <c:pt idx="1169">
                  <c:v>-35.561834867617321</c:v>
                </c:pt>
                <c:pt idx="1170">
                  <c:v>-36.591678156674249</c:v>
                </c:pt>
                <c:pt idx="1171">
                  <c:v>-33.297564922940062</c:v>
                </c:pt>
                <c:pt idx="1172">
                  <c:v>-34.574274337216387</c:v>
                </c:pt>
                <c:pt idx="1173">
                  <c:v>-32.338771275936772</c:v>
                </c:pt>
                <c:pt idx="1174">
                  <c:v>-31.940413597631405</c:v>
                </c:pt>
                <c:pt idx="1175">
                  <c:v>-30.321666535922255</c:v>
                </c:pt>
                <c:pt idx="1176">
                  <c:v>-32.630484520967322</c:v>
                </c:pt>
                <c:pt idx="1177">
                  <c:v>-34.747302499109182</c:v>
                </c:pt>
                <c:pt idx="1178">
                  <c:v>-36.313931316233678</c:v>
                </c:pt>
                <c:pt idx="1179">
                  <c:v>-37.509623136526308</c:v>
                </c:pt>
                <c:pt idx="1180">
                  <c:v>-40.237262631057007</c:v>
                </c:pt>
                <c:pt idx="1181">
                  <c:v>-42.418949499508756</c:v>
                </c:pt>
                <c:pt idx="1182">
                  <c:v>-45.448412428640971</c:v>
                </c:pt>
                <c:pt idx="1183">
                  <c:v>-48.317845522664008</c:v>
                </c:pt>
                <c:pt idx="1184">
                  <c:v>-49.671140371735468</c:v>
                </c:pt>
                <c:pt idx="1185">
                  <c:v>-52.414986436833217</c:v>
                </c:pt>
                <c:pt idx="1186">
                  <c:v>-49.065107633855774</c:v>
                </c:pt>
                <c:pt idx="1187">
                  <c:v>-51.415824100231902</c:v>
                </c:pt>
                <c:pt idx="1188">
                  <c:v>-53.294433703620342</c:v>
                </c:pt>
                <c:pt idx="1189">
                  <c:v>-52.203254780508949</c:v>
                </c:pt>
                <c:pt idx="1190">
                  <c:v>-52.385010741541713</c:v>
                </c:pt>
                <c:pt idx="1191">
                  <c:v>-53.402126408029645</c:v>
                </c:pt>
                <c:pt idx="1192">
                  <c:v>-54.347029443224301</c:v>
                </c:pt>
                <c:pt idx="1193">
                  <c:v>-54.143293114691069</c:v>
                </c:pt>
                <c:pt idx="1194">
                  <c:v>-50.612681129926443</c:v>
                </c:pt>
                <c:pt idx="1195">
                  <c:v>-50.280472975226488</c:v>
                </c:pt>
                <c:pt idx="1196">
                  <c:v>-49.47840589829466</c:v>
                </c:pt>
                <c:pt idx="1197">
                  <c:v>-45.114358833053885</c:v>
                </c:pt>
                <c:pt idx="1198">
                  <c:v>-43.037150419730708</c:v>
                </c:pt>
                <c:pt idx="1199">
                  <c:v>-44.928197748156975</c:v>
                </c:pt>
                <c:pt idx="1200">
                  <c:v>-49.78274464854001</c:v>
                </c:pt>
                <c:pt idx="1201">
                  <c:v>-52.485211362335356</c:v>
                </c:pt>
                <c:pt idx="1202">
                  <c:v>-53.85707095980522</c:v>
                </c:pt>
                <c:pt idx="1203">
                  <c:v>-57.350604187587187</c:v>
                </c:pt>
                <c:pt idx="1204">
                  <c:v>-57.725081008077495</c:v>
                </c:pt>
                <c:pt idx="1205">
                  <c:v>-52.250278897729252</c:v>
                </c:pt>
                <c:pt idx="1206">
                  <c:v>-52.234583525640701</c:v>
                </c:pt>
                <c:pt idx="1207">
                  <c:v>-52.962297303469924</c:v>
                </c:pt>
                <c:pt idx="1208">
                  <c:v>-53.775604812371959</c:v>
                </c:pt>
                <c:pt idx="1209">
                  <c:v>-57.109145512872956</c:v>
                </c:pt>
                <c:pt idx="1210">
                  <c:v>-60.427327648513298</c:v>
                </c:pt>
                <c:pt idx="1211">
                  <c:v>-63.180598418619859</c:v>
                </c:pt>
                <c:pt idx="1212">
                  <c:v>-62.386761530800989</c:v>
                </c:pt>
                <c:pt idx="1213">
                  <c:v>-66.919096390364984</c:v>
                </c:pt>
                <c:pt idx="1214">
                  <c:v>-69.203495600893547</c:v>
                </c:pt>
                <c:pt idx="1215">
                  <c:v>-61.276078263785941</c:v>
                </c:pt>
                <c:pt idx="1216">
                  <c:v>-61.768851171110747</c:v>
                </c:pt>
                <c:pt idx="1217">
                  <c:v>-55.059882097057667</c:v>
                </c:pt>
                <c:pt idx="1218">
                  <c:v>-53.105215378852485</c:v>
                </c:pt>
                <c:pt idx="1219">
                  <c:v>-51.202198323942447</c:v>
                </c:pt>
                <c:pt idx="1220">
                  <c:v>-52.702359225251605</c:v>
                </c:pt>
                <c:pt idx="1221">
                  <c:v>-54.335780766004788</c:v>
                </c:pt>
                <c:pt idx="1222">
                  <c:v>-49.376654256997718</c:v>
                </c:pt>
                <c:pt idx="1223">
                  <c:v>-51.116054883325056</c:v>
                </c:pt>
                <c:pt idx="1224">
                  <c:v>-51.963506715830199</c:v>
                </c:pt>
                <c:pt idx="1225">
                  <c:v>-50.821083533356713</c:v>
                </c:pt>
                <c:pt idx="1226">
                  <c:v>-48.844151799755032</c:v>
                </c:pt>
                <c:pt idx="1227">
                  <c:v>-47.696571201268597</c:v>
                </c:pt>
                <c:pt idx="1228">
                  <c:v>-51.695164796767081</c:v>
                </c:pt>
                <c:pt idx="1229">
                  <c:v>-49.024897398417345</c:v>
                </c:pt>
                <c:pt idx="1230">
                  <c:v>-44.531227640871222</c:v>
                </c:pt>
                <c:pt idx="1231">
                  <c:v>-44.454518637465782</c:v>
                </c:pt>
                <c:pt idx="1232">
                  <c:v>-44.385480534400884</c:v>
                </c:pt>
                <c:pt idx="1233">
                  <c:v>-41.925460956391966</c:v>
                </c:pt>
                <c:pt idx="1234">
                  <c:v>-43.988531601394691</c:v>
                </c:pt>
                <c:pt idx="1235">
                  <c:v>-45.18715298916598</c:v>
                </c:pt>
                <c:pt idx="1236">
                  <c:v>-46.576953086784783</c:v>
                </c:pt>
                <c:pt idx="1237">
                  <c:v>-46.217640181278519</c:v>
                </c:pt>
                <c:pt idx="1238">
                  <c:v>-45.991244682249373</c:v>
                </c:pt>
                <c:pt idx="1239">
                  <c:v>-49.002333954303296</c:v>
                </c:pt>
                <c:pt idx="1240">
                  <c:v>-49.809405681483128</c:v>
                </c:pt>
                <c:pt idx="1241">
                  <c:v>-56.98888651721272</c:v>
                </c:pt>
                <c:pt idx="1242">
                  <c:v>-54.535593624020443</c:v>
                </c:pt>
                <c:pt idx="1243">
                  <c:v>-54.669649472798611</c:v>
                </c:pt>
                <c:pt idx="1244">
                  <c:v>-55.610361690067222</c:v>
                </c:pt>
                <c:pt idx="1245">
                  <c:v>-55.390310159697613</c:v>
                </c:pt>
                <c:pt idx="1246">
                  <c:v>-55.070018058508289</c:v>
                </c:pt>
                <c:pt idx="1247">
                  <c:v>-54.100492315701786</c:v>
                </c:pt>
                <c:pt idx="1248">
                  <c:v>-53.076063650070701</c:v>
                </c:pt>
                <c:pt idx="1249">
                  <c:v>-49.442652914660393</c:v>
                </c:pt>
                <c:pt idx="1250">
                  <c:v>-44.805842727274502</c:v>
                </c:pt>
                <c:pt idx="1251">
                  <c:v>-46.093556301874493</c:v>
                </c:pt>
                <c:pt idx="1252">
                  <c:v>-47.209805430761612</c:v>
                </c:pt>
                <c:pt idx="1253">
                  <c:v>-46.155131029694481</c:v>
                </c:pt>
                <c:pt idx="1254">
                  <c:v>-49.431801900330854</c:v>
                </c:pt>
                <c:pt idx="1255">
                  <c:v>-49.217681668590458</c:v>
                </c:pt>
                <c:pt idx="1256">
                  <c:v>-52.456904198939995</c:v>
                </c:pt>
                <c:pt idx="1257">
                  <c:v>-52.510259189591466</c:v>
                </c:pt>
                <c:pt idx="1258">
                  <c:v>-52.984838029706893</c:v>
                </c:pt>
                <c:pt idx="1259">
                  <c:v>-54.792123059926745</c:v>
                </c:pt>
                <c:pt idx="1260">
                  <c:v>-51.855496722942519</c:v>
                </c:pt>
                <c:pt idx="1261">
                  <c:v>-52.651583087112982</c:v>
                </c:pt>
                <c:pt idx="1262">
                  <c:v>-52.910647732444801</c:v>
                </c:pt>
                <c:pt idx="1263">
                  <c:v>-53.14380591324344</c:v>
                </c:pt>
                <c:pt idx="1264">
                  <c:v>-55.510166500568445</c:v>
                </c:pt>
                <c:pt idx="1265">
                  <c:v>-55.157507718099723</c:v>
                </c:pt>
                <c:pt idx="1266">
                  <c:v>-58.135407093948288</c:v>
                </c:pt>
                <c:pt idx="1267">
                  <c:v>-58.431403623802588</c:v>
                </c:pt>
                <c:pt idx="1268">
                  <c:v>-56.900218365787417</c:v>
                </c:pt>
                <c:pt idx="1269">
                  <c:v>-58.320627219288774</c:v>
                </c:pt>
                <c:pt idx="1270">
                  <c:v>-54.301146225390703</c:v>
                </c:pt>
                <c:pt idx="1271">
                  <c:v>-53.60009156114414</c:v>
                </c:pt>
                <c:pt idx="1272">
                  <c:v>-54.860463138733124</c:v>
                </c:pt>
                <c:pt idx="1273">
                  <c:v>-50.488518448490893</c:v>
                </c:pt>
                <c:pt idx="1274">
                  <c:v>-50.597256580187732</c:v>
                </c:pt>
                <c:pt idx="1275">
                  <c:v>-48.12344509933002</c:v>
                </c:pt>
                <c:pt idx="1276">
                  <c:v>-51.231461134848161</c:v>
                </c:pt>
                <c:pt idx="1277">
                  <c:v>-51.842653148137103</c:v>
                </c:pt>
                <c:pt idx="1278">
                  <c:v>-52.914004573965499</c:v>
                </c:pt>
                <c:pt idx="1279">
                  <c:v>-54.101205924752101</c:v>
                </c:pt>
                <c:pt idx="1280">
                  <c:v>-55.00753918195867</c:v>
                </c:pt>
                <c:pt idx="1281">
                  <c:v>-53.208358507360408</c:v>
                </c:pt>
                <c:pt idx="1282">
                  <c:v>-48.18820034834647</c:v>
                </c:pt>
                <c:pt idx="1283">
                  <c:v>-49.013456509977814</c:v>
                </c:pt>
                <c:pt idx="1284">
                  <c:v>-49.239119844087142</c:v>
                </c:pt>
                <c:pt idx="1285">
                  <c:v>-47.593195075677627</c:v>
                </c:pt>
                <c:pt idx="1286">
                  <c:v>-46.28453521479652</c:v>
                </c:pt>
                <c:pt idx="1287">
                  <c:v>-45.494749998656481</c:v>
                </c:pt>
                <c:pt idx="1288">
                  <c:v>-38.728589921212894</c:v>
                </c:pt>
                <c:pt idx="1289">
                  <c:v>-41.794771656733317</c:v>
                </c:pt>
                <c:pt idx="1290">
                  <c:v>-42.857547598245183</c:v>
                </c:pt>
                <c:pt idx="1291">
                  <c:v>-44.055309668020122</c:v>
                </c:pt>
                <c:pt idx="1292">
                  <c:v>-43.934102762461769</c:v>
                </c:pt>
                <c:pt idx="1293">
                  <c:v>-40.89474997416005</c:v>
                </c:pt>
                <c:pt idx="1294">
                  <c:v>-43.991834959915124</c:v>
                </c:pt>
                <c:pt idx="1295">
                  <c:v>-47.582353896819207</c:v>
                </c:pt>
                <c:pt idx="1296">
                  <c:v>-51.412582257765678</c:v>
                </c:pt>
                <c:pt idx="1297">
                  <c:v>-52.551277687180018</c:v>
                </c:pt>
                <c:pt idx="1298">
                  <c:v>-49.621964601592943</c:v>
                </c:pt>
                <c:pt idx="1299">
                  <c:v>-48.008410769433659</c:v>
                </c:pt>
                <c:pt idx="1300">
                  <c:v>-49.827950426193787</c:v>
                </c:pt>
                <c:pt idx="1301">
                  <c:v>-49.815113455802788</c:v>
                </c:pt>
                <c:pt idx="1302">
                  <c:v>-50.271614731792809</c:v>
                </c:pt>
                <c:pt idx="1303">
                  <c:v>-48.559453335398032</c:v>
                </c:pt>
                <c:pt idx="1304">
                  <c:v>-49.826329306902039</c:v>
                </c:pt>
                <c:pt idx="1305">
                  <c:v>-47.689397678114972</c:v>
                </c:pt>
                <c:pt idx="1306">
                  <c:v>-46.504451726288664</c:v>
                </c:pt>
                <c:pt idx="1307">
                  <c:v>-42.262826535955412</c:v>
                </c:pt>
                <c:pt idx="1308">
                  <c:v>-45.120273472114206</c:v>
                </c:pt>
                <c:pt idx="1309">
                  <c:v>-54.199962119620189</c:v>
                </c:pt>
                <c:pt idx="1310">
                  <c:v>-57.726234460956427</c:v>
                </c:pt>
                <c:pt idx="1311">
                  <c:v>-54.725868817638727</c:v>
                </c:pt>
                <c:pt idx="1312">
                  <c:v>-50.883966538077772</c:v>
                </c:pt>
                <c:pt idx="1313">
                  <c:v>-52.415950617973394</c:v>
                </c:pt>
                <c:pt idx="1314">
                  <c:v>-54.106320098637312</c:v>
                </c:pt>
                <c:pt idx="1315">
                  <c:v>-54.872698015335942</c:v>
                </c:pt>
                <c:pt idx="1316">
                  <c:v>-54.930463819795492</c:v>
                </c:pt>
                <c:pt idx="1317">
                  <c:v>-55.772161589148624</c:v>
                </c:pt>
                <c:pt idx="1318">
                  <c:v>-55.670962922001863</c:v>
                </c:pt>
                <c:pt idx="1319">
                  <c:v>-51.928609944118172</c:v>
                </c:pt>
                <c:pt idx="1320">
                  <c:v>-50.164594976409631</c:v>
                </c:pt>
                <c:pt idx="1321">
                  <c:v>-48.134424580542252</c:v>
                </c:pt>
                <c:pt idx="1322">
                  <c:v>-47.743425974924044</c:v>
                </c:pt>
                <c:pt idx="1323">
                  <c:v>-46.684649905136688</c:v>
                </c:pt>
                <c:pt idx="1324">
                  <c:v>-47.997820951087732</c:v>
                </c:pt>
                <c:pt idx="1325">
                  <c:v>-48.66730671990473</c:v>
                </c:pt>
                <c:pt idx="1326">
                  <c:v>-47.337520149623906</c:v>
                </c:pt>
                <c:pt idx="1327">
                  <c:v>-48.542753491819305</c:v>
                </c:pt>
                <c:pt idx="1328">
                  <c:v>-43.505720910513098</c:v>
                </c:pt>
                <c:pt idx="1329">
                  <c:v>-43.77243465684947</c:v>
                </c:pt>
                <c:pt idx="1330">
                  <c:v>-44.038442644178794</c:v>
                </c:pt>
                <c:pt idx="1331">
                  <c:v>-39.968386566957392</c:v>
                </c:pt>
                <c:pt idx="1332">
                  <c:v>-39.224856361206413</c:v>
                </c:pt>
                <c:pt idx="1333">
                  <c:v>-42.154551183963363</c:v>
                </c:pt>
                <c:pt idx="1334">
                  <c:v>-40.628653237679679</c:v>
                </c:pt>
                <c:pt idx="1335">
                  <c:v>-39.324928180523742</c:v>
                </c:pt>
                <c:pt idx="1336">
                  <c:v>-39.833288497789596</c:v>
                </c:pt>
                <c:pt idx="1337">
                  <c:v>-40.456425554580967</c:v>
                </c:pt>
                <c:pt idx="1338">
                  <c:v>-37.63857618378141</c:v>
                </c:pt>
                <c:pt idx="1339">
                  <c:v>-36.633858832015299</c:v>
                </c:pt>
                <c:pt idx="1340">
                  <c:v>-36.228527535123703</c:v>
                </c:pt>
                <c:pt idx="1341">
                  <c:v>-34.383592243843076</c:v>
                </c:pt>
                <c:pt idx="1342">
                  <c:v>-28.535192369024699</c:v>
                </c:pt>
                <c:pt idx="1343">
                  <c:v>-30.344336645362702</c:v>
                </c:pt>
                <c:pt idx="1344">
                  <c:v>-29.346351181405133</c:v>
                </c:pt>
                <c:pt idx="1345">
                  <c:v>-28.737530746395542</c:v>
                </c:pt>
                <c:pt idx="1346">
                  <c:v>-28.102823010750111</c:v>
                </c:pt>
                <c:pt idx="1347">
                  <c:v>-27.680312206588233</c:v>
                </c:pt>
                <c:pt idx="1348">
                  <c:v>-28.227281062713821</c:v>
                </c:pt>
                <c:pt idx="1349">
                  <c:v>-27.730367639573171</c:v>
                </c:pt>
                <c:pt idx="1350">
                  <c:v>-27.716471142227881</c:v>
                </c:pt>
                <c:pt idx="1351">
                  <c:v>-25.003273943742403</c:v>
                </c:pt>
                <c:pt idx="1352">
                  <c:v>-25.323919663036676</c:v>
                </c:pt>
                <c:pt idx="1353">
                  <c:v>-22.542940281691788</c:v>
                </c:pt>
                <c:pt idx="1354">
                  <c:v>-21.67519643962795</c:v>
                </c:pt>
                <c:pt idx="1355">
                  <c:v>-23.107179258658917</c:v>
                </c:pt>
                <c:pt idx="1356">
                  <c:v>-22.427145934995945</c:v>
                </c:pt>
                <c:pt idx="1357">
                  <c:v>-20.242881257233659</c:v>
                </c:pt>
                <c:pt idx="1358">
                  <c:v>-18.725492557767332</c:v>
                </c:pt>
                <c:pt idx="1359">
                  <c:v>-19.811787531804761</c:v>
                </c:pt>
                <c:pt idx="1360">
                  <c:v>-20.589749045236314</c:v>
                </c:pt>
                <c:pt idx="1361">
                  <c:v>-19.749649716890332</c:v>
                </c:pt>
                <c:pt idx="1362">
                  <c:v>-16.866698995823405</c:v>
                </c:pt>
                <c:pt idx="1363">
                  <c:v>-17.722615065249517</c:v>
                </c:pt>
                <c:pt idx="1364">
                  <c:v>-16.62158105616696</c:v>
                </c:pt>
                <c:pt idx="1365">
                  <c:v>-13.202421308931005</c:v>
                </c:pt>
                <c:pt idx="1366">
                  <c:v>-13.338732299125095</c:v>
                </c:pt>
                <c:pt idx="1367">
                  <c:v>-11.304327877310703</c:v>
                </c:pt>
                <c:pt idx="1368">
                  <c:v>-14.862412434403403</c:v>
                </c:pt>
                <c:pt idx="1369">
                  <c:v>-12.203866618354674</c:v>
                </c:pt>
                <c:pt idx="1370">
                  <c:v>-7.892651574984586</c:v>
                </c:pt>
                <c:pt idx="1371">
                  <c:v>-5.7974656853083673</c:v>
                </c:pt>
                <c:pt idx="1372">
                  <c:v>-4.3977685023068407</c:v>
                </c:pt>
                <c:pt idx="1373">
                  <c:v>-3.1396127705897698</c:v>
                </c:pt>
                <c:pt idx="1374">
                  <c:v>-0.55527367535390271</c:v>
                </c:pt>
                <c:pt idx="1375">
                  <c:v>0.32020430665208671</c:v>
                </c:pt>
                <c:pt idx="1376">
                  <c:v>-0.51412864259688917</c:v>
                </c:pt>
                <c:pt idx="1377">
                  <c:v>-1.4287734006007424</c:v>
                </c:pt>
                <c:pt idx="1378">
                  <c:v>-1.6509506424739042</c:v>
                </c:pt>
                <c:pt idx="1379">
                  <c:v>-0.48979913855572188</c:v>
                </c:pt>
                <c:pt idx="1380">
                  <c:v>-1.8303614513859499</c:v>
                </c:pt>
                <c:pt idx="1381">
                  <c:v>-2.4184342793588502</c:v>
                </c:pt>
                <c:pt idx="1382">
                  <c:v>-0.7837757294698553</c:v>
                </c:pt>
                <c:pt idx="1383">
                  <c:v>8.5482096967050403</c:v>
                </c:pt>
                <c:pt idx="1384">
                  <c:v>9.2816993789119469</c:v>
                </c:pt>
                <c:pt idx="1385">
                  <c:v>14.609474213454693</c:v>
                </c:pt>
                <c:pt idx="1386">
                  <c:v>16.758766432613953</c:v>
                </c:pt>
                <c:pt idx="1387">
                  <c:v>19.159622828872337</c:v>
                </c:pt>
                <c:pt idx="1388">
                  <c:v>25.234564761616245</c:v>
                </c:pt>
                <c:pt idx="1389">
                  <c:v>31.118293088679192</c:v>
                </c:pt>
                <c:pt idx="1390">
                  <c:v>35.397239778747164</c:v>
                </c:pt>
                <c:pt idx="1391">
                  <c:v>36.297117665536007</c:v>
                </c:pt>
                <c:pt idx="1392">
                  <c:v>36.730216717334272</c:v>
                </c:pt>
                <c:pt idx="1393">
                  <c:v>32.582743478007444</c:v>
                </c:pt>
                <c:pt idx="1394">
                  <c:v>36.303401034437343</c:v>
                </c:pt>
                <c:pt idx="1395">
                  <c:v>33.845365503601997</c:v>
                </c:pt>
                <c:pt idx="1396">
                  <c:v>28.460578765897669</c:v>
                </c:pt>
                <c:pt idx="1397">
                  <c:v>29.88320946094516</c:v>
                </c:pt>
                <c:pt idx="1398">
                  <c:v>26.486068532555038</c:v>
                </c:pt>
                <c:pt idx="1399">
                  <c:v>25.820263416418904</c:v>
                </c:pt>
                <c:pt idx="1400">
                  <c:v>23.283413674300999</c:v>
                </c:pt>
                <c:pt idx="1401">
                  <c:v>24.075548206057189</c:v>
                </c:pt>
                <c:pt idx="1402">
                  <c:v>21.949503357383715</c:v>
                </c:pt>
                <c:pt idx="1403">
                  <c:v>19.674852483387411</c:v>
                </c:pt>
                <c:pt idx="1404">
                  <c:v>18.879671807657061</c:v>
                </c:pt>
                <c:pt idx="1405">
                  <c:v>18.605253261333196</c:v>
                </c:pt>
                <c:pt idx="1406">
                  <c:v>21.267438474437466</c:v>
                </c:pt>
                <c:pt idx="1407">
                  <c:v>22.210348665486713</c:v>
                </c:pt>
                <c:pt idx="1408">
                  <c:v>22.298051645383492</c:v>
                </c:pt>
                <c:pt idx="1409">
                  <c:v>26.276429909894365</c:v>
                </c:pt>
                <c:pt idx="1410">
                  <c:v>24.058376392965904</c:v>
                </c:pt>
                <c:pt idx="1411">
                  <c:v>23.316572103515746</c:v>
                </c:pt>
                <c:pt idx="1412">
                  <c:v>24.016460269226222</c:v>
                </c:pt>
                <c:pt idx="1413">
                  <c:v>30.245738317954963</c:v>
                </c:pt>
                <c:pt idx="1414">
                  <c:v>29.340085928948827</c:v>
                </c:pt>
                <c:pt idx="1415">
                  <c:v>31.581963350437043</c:v>
                </c:pt>
                <c:pt idx="1416">
                  <c:v>28.628465430233614</c:v>
                </c:pt>
                <c:pt idx="1417">
                  <c:v>30.941504901593532</c:v>
                </c:pt>
                <c:pt idx="1418">
                  <c:v>31.063642015206248</c:v>
                </c:pt>
                <c:pt idx="1419">
                  <c:v>32.940852055756508</c:v>
                </c:pt>
                <c:pt idx="1420">
                  <c:v>34.150295675868989</c:v>
                </c:pt>
                <c:pt idx="1421">
                  <c:v>36.117225172184192</c:v>
                </c:pt>
                <c:pt idx="1422">
                  <c:v>44.519804175485973</c:v>
                </c:pt>
                <c:pt idx="1423">
                  <c:v>49.633429140600953</c:v>
                </c:pt>
                <c:pt idx="1424">
                  <c:v>46.964216961497378</c:v>
                </c:pt>
                <c:pt idx="1425">
                  <c:v>46.867249396752761</c:v>
                </c:pt>
                <c:pt idx="1426">
                  <c:v>47.693360707570207</c:v>
                </c:pt>
                <c:pt idx="1427">
                  <c:v>47.953039229286958</c:v>
                </c:pt>
                <c:pt idx="1428">
                  <c:v>46.821045321309171</c:v>
                </c:pt>
                <c:pt idx="1429">
                  <c:v>40.845763004987447</c:v>
                </c:pt>
                <c:pt idx="1430">
                  <c:v>43.578532332140739</c:v>
                </c:pt>
                <c:pt idx="1431">
                  <c:v>45.596957504710637</c:v>
                </c:pt>
                <c:pt idx="1432">
                  <c:v>45.34693610291054</c:v>
                </c:pt>
                <c:pt idx="1433">
                  <c:v>46.325078743112208</c:v>
                </c:pt>
                <c:pt idx="1434">
                  <c:v>47.542873358827734</c:v>
                </c:pt>
                <c:pt idx="1435">
                  <c:v>48.332079682232333</c:v>
                </c:pt>
                <c:pt idx="1436">
                  <c:v>49.713177814681366</c:v>
                </c:pt>
                <c:pt idx="1437">
                  <c:v>50.457114031179046</c:v>
                </c:pt>
                <c:pt idx="1438">
                  <c:v>48.48105666655394</c:v>
                </c:pt>
                <c:pt idx="1439">
                  <c:v>49.843201805568235</c:v>
                </c:pt>
                <c:pt idx="1440">
                  <c:v>52.290884230558632</c:v>
                </c:pt>
                <c:pt idx="1441">
                  <c:v>54.947798490164402</c:v>
                </c:pt>
                <c:pt idx="1442">
                  <c:v>55.592989503594133</c:v>
                </c:pt>
                <c:pt idx="1443">
                  <c:v>55.0172647953056</c:v>
                </c:pt>
                <c:pt idx="1444">
                  <c:v>58.116854298685951</c:v>
                </c:pt>
                <c:pt idx="1445">
                  <c:v>57.976578753296536</c:v>
                </c:pt>
                <c:pt idx="1446">
                  <c:v>56.548224550600452</c:v>
                </c:pt>
                <c:pt idx="1447">
                  <c:v>55.758714091168088</c:v>
                </c:pt>
                <c:pt idx="1448">
                  <c:v>56.408714292540324</c:v>
                </c:pt>
                <c:pt idx="1449">
                  <c:v>56.434008820441782</c:v>
                </c:pt>
                <c:pt idx="1450">
                  <c:v>58.222610543944825</c:v>
                </c:pt>
                <c:pt idx="1451">
                  <c:v>56.903878315238472</c:v>
                </c:pt>
                <c:pt idx="1452">
                  <c:v>57.125206002851662</c:v>
                </c:pt>
                <c:pt idx="1453">
                  <c:v>63.704943650309495</c:v>
                </c:pt>
                <c:pt idx="1454">
                  <c:v>68.161408219688951</c:v>
                </c:pt>
                <c:pt idx="1455">
                  <c:v>69.976191473371415</c:v>
                </c:pt>
                <c:pt idx="1456">
                  <c:v>67.003101585920092</c:v>
                </c:pt>
                <c:pt idx="1457">
                  <c:v>72.807838054762684</c:v>
                </c:pt>
                <c:pt idx="1458">
                  <c:v>79.214294825048725</c:v>
                </c:pt>
                <c:pt idx="1459">
                  <c:v>77.188202381791555</c:v>
                </c:pt>
                <c:pt idx="1460">
                  <c:v>77.082873094869655</c:v>
                </c:pt>
                <c:pt idx="1461">
                  <c:v>73.475684835531027</c:v>
                </c:pt>
                <c:pt idx="1462">
                  <c:v>75.110539531359663</c:v>
                </c:pt>
                <c:pt idx="1463">
                  <c:v>77.654768711801594</c:v>
                </c:pt>
                <c:pt idx="1464">
                  <c:v>76.265570246405602</c:v>
                </c:pt>
                <c:pt idx="1465">
                  <c:v>74.234293523634335</c:v>
                </c:pt>
                <c:pt idx="1466">
                  <c:v>75.868583227480769</c:v>
                </c:pt>
                <c:pt idx="1467">
                  <c:v>75.034469082883874</c:v>
                </c:pt>
                <c:pt idx="1468">
                  <c:v>77.15075167562722</c:v>
                </c:pt>
                <c:pt idx="1469">
                  <c:v>75.78186535599994</c:v>
                </c:pt>
                <c:pt idx="1470">
                  <c:v>73.469367844284648</c:v>
                </c:pt>
                <c:pt idx="1471">
                  <c:v>72.455725638221608</c:v>
                </c:pt>
                <c:pt idx="1472">
                  <c:v>67.566370770050213</c:v>
                </c:pt>
                <c:pt idx="1473">
                  <c:v>68.063633557926991</c:v>
                </c:pt>
                <c:pt idx="1474">
                  <c:v>67.47455023316428</c:v>
                </c:pt>
                <c:pt idx="1475">
                  <c:v>69.432649203107616</c:v>
                </c:pt>
                <c:pt idx="1476">
                  <c:v>69.791843407165885</c:v>
                </c:pt>
                <c:pt idx="1477">
                  <c:v>67.796233308520186</c:v>
                </c:pt>
                <c:pt idx="1478">
                  <c:v>70.087382915045097</c:v>
                </c:pt>
                <c:pt idx="1479">
                  <c:v>71.916936012150515</c:v>
                </c:pt>
                <c:pt idx="1480">
                  <c:v>67.223961503767029</c:v>
                </c:pt>
                <c:pt idx="1481">
                  <c:v>65.24498594198424</c:v>
                </c:pt>
                <c:pt idx="1482">
                  <c:v>64.368248107334423</c:v>
                </c:pt>
                <c:pt idx="1483">
                  <c:v>62.552199846521063</c:v>
                </c:pt>
                <c:pt idx="1484">
                  <c:v>62.071117017279832</c:v>
                </c:pt>
                <c:pt idx="1485">
                  <c:v>64.718894460159689</c:v>
                </c:pt>
                <c:pt idx="1486">
                  <c:v>62.277163496521638</c:v>
                </c:pt>
                <c:pt idx="1487">
                  <c:v>59.564192449882228</c:v>
                </c:pt>
                <c:pt idx="1488">
                  <c:v>60.381070341413803</c:v>
                </c:pt>
                <c:pt idx="1489">
                  <c:v>58.956373697061586</c:v>
                </c:pt>
                <c:pt idx="1490">
                  <c:v>54.674284961797269</c:v>
                </c:pt>
                <c:pt idx="1491">
                  <c:v>58.460464318845453</c:v>
                </c:pt>
                <c:pt idx="1492">
                  <c:v>57.261850367522015</c:v>
                </c:pt>
                <c:pt idx="1493">
                  <c:v>60.85163766841378</c:v>
                </c:pt>
                <c:pt idx="1494">
                  <c:v>55.993885227199364</c:v>
                </c:pt>
                <c:pt idx="1495">
                  <c:v>51.81883152667109</c:v>
                </c:pt>
                <c:pt idx="1496">
                  <c:v>42.734946235525605</c:v>
                </c:pt>
                <c:pt idx="1497">
                  <c:v>42.62441498407474</c:v>
                </c:pt>
                <c:pt idx="1498">
                  <c:v>42.577977288639573</c:v>
                </c:pt>
                <c:pt idx="1499">
                  <c:v>40.818898652607359</c:v>
                </c:pt>
                <c:pt idx="1500">
                  <c:v>36.465766880086086</c:v>
                </c:pt>
                <c:pt idx="1501">
                  <c:v>36.117635457272748</c:v>
                </c:pt>
                <c:pt idx="1502">
                  <c:v>32.505871911545476</c:v>
                </c:pt>
                <c:pt idx="1503">
                  <c:v>39.540149372769733</c:v>
                </c:pt>
                <c:pt idx="1504">
                  <c:v>41.932323283428381</c:v>
                </c:pt>
                <c:pt idx="1505">
                  <c:v>36.513221145180552</c:v>
                </c:pt>
                <c:pt idx="1506">
                  <c:v>32.715803672293603</c:v>
                </c:pt>
                <c:pt idx="1507">
                  <c:v>29.804261005353439</c:v>
                </c:pt>
                <c:pt idx="1508">
                  <c:v>28.194588944071917</c:v>
                </c:pt>
                <c:pt idx="1509">
                  <c:v>25.814005416973171</c:v>
                </c:pt>
                <c:pt idx="1510">
                  <c:v>25.465396391148882</c:v>
                </c:pt>
                <c:pt idx="1511">
                  <c:v>23.211342015865252</c:v>
                </c:pt>
                <c:pt idx="1512">
                  <c:v>25.202011503099047</c:v>
                </c:pt>
                <c:pt idx="1513">
                  <c:v>27.857696367172153</c:v>
                </c:pt>
                <c:pt idx="1514">
                  <c:v>21.017999241345315</c:v>
                </c:pt>
                <c:pt idx="1515">
                  <c:v>22.049382523209061</c:v>
                </c:pt>
                <c:pt idx="1516">
                  <c:v>27.73044695354961</c:v>
                </c:pt>
                <c:pt idx="1517">
                  <c:v>32.12568721394365</c:v>
                </c:pt>
                <c:pt idx="1518">
                  <c:v>32.523358133054018</c:v>
                </c:pt>
                <c:pt idx="1519">
                  <c:v>33.219008475714986</c:v>
                </c:pt>
                <c:pt idx="1520">
                  <c:v>35.102923910203216</c:v>
                </c:pt>
                <c:pt idx="1521">
                  <c:v>36.896818759668207</c:v>
                </c:pt>
                <c:pt idx="1522">
                  <c:v>37.8705644735373</c:v>
                </c:pt>
                <c:pt idx="1523">
                  <c:v>38.57670893000482</c:v>
                </c:pt>
                <c:pt idx="1524">
                  <c:v>35.383321215953309</c:v>
                </c:pt>
                <c:pt idx="1525">
                  <c:v>36.380488372380569</c:v>
                </c:pt>
                <c:pt idx="1526">
                  <c:v>38.91461926013308</c:v>
                </c:pt>
                <c:pt idx="1527">
                  <c:v>38.410641486187416</c:v>
                </c:pt>
                <c:pt idx="1528">
                  <c:v>39.169031468973792</c:v>
                </c:pt>
                <c:pt idx="1529">
                  <c:v>41.00595916401241</c:v>
                </c:pt>
                <c:pt idx="1530">
                  <c:v>40.144469335831232</c:v>
                </c:pt>
                <c:pt idx="1531">
                  <c:v>38.362813918121141</c:v>
                </c:pt>
                <c:pt idx="1532">
                  <c:v>40.666503388755196</c:v>
                </c:pt>
                <c:pt idx="1533">
                  <c:v>40.037943589016869</c:v>
                </c:pt>
                <c:pt idx="1534">
                  <c:v>42.260020840604227</c:v>
                </c:pt>
                <c:pt idx="1535">
                  <c:v>43.52091745355073</c:v>
                </c:pt>
                <c:pt idx="1536">
                  <c:v>44.257276454433423</c:v>
                </c:pt>
                <c:pt idx="1537">
                  <c:v>42.520414205763494</c:v>
                </c:pt>
                <c:pt idx="1538">
                  <c:v>39.484761646830144</c:v>
                </c:pt>
                <c:pt idx="1539">
                  <c:v>37.591971385025516</c:v>
                </c:pt>
                <c:pt idx="1540">
                  <c:v>32.014719720200176</c:v>
                </c:pt>
                <c:pt idx="1541">
                  <c:v>26.48743306504943</c:v>
                </c:pt>
                <c:pt idx="1542">
                  <c:v>27.881983654530817</c:v>
                </c:pt>
                <c:pt idx="1543">
                  <c:v>28.831415396879496</c:v>
                </c:pt>
                <c:pt idx="1544">
                  <c:v>30.731701856276509</c:v>
                </c:pt>
                <c:pt idx="1545">
                  <c:v>35.090534276196259</c:v>
                </c:pt>
                <c:pt idx="1546">
                  <c:v>33.778034546079162</c:v>
                </c:pt>
                <c:pt idx="1547">
                  <c:v>34.568350610213116</c:v>
                </c:pt>
                <c:pt idx="1548">
                  <c:v>34.054166479420665</c:v>
                </c:pt>
                <c:pt idx="1549">
                  <c:v>36.209763925087948</c:v>
                </c:pt>
                <c:pt idx="1550">
                  <c:v>37.324822933242842</c:v>
                </c:pt>
                <c:pt idx="1551">
                  <c:v>36.091059732750118</c:v>
                </c:pt>
                <c:pt idx="1552">
                  <c:v>38.274368196075763</c:v>
                </c:pt>
                <c:pt idx="1553">
                  <c:v>38.471460636354003</c:v>
                </c:pt>
                <c:pt idx="1554">
                  <c:v>38.993618245352351</c:v>
                </c:pt>
                <c:pt idx="1555">
                  <c:v>39.73209239415543</c:v>
                </c:pt>
                <c:pt idx="1556">
                  <c:v>36.836751376525022</c:v>
                </c:pt>
                <c:pt idx="1557">
                  <c:v>35.27199768166188</c:v>
                </c:pt>
                <c:pt idx="1558">
                  <c:v>35.704038735146526</c:v>
                </c:pt>
                <c:pt idx="1559">
                  <c:v>35.379483229359792</c:v>
                </c:pt>
                <c:pt idx="1560">
                  <c:v>35.880787053010742</c:v>
                </c:pt>
                <c:pt idx="1561">
                  <c:v>35.591153612904762</c:v>
                </c:pt>
                <c:pt idx="1562">
                  <c:v>40.232894611630329</c:v>
                </c:pt>
                <c:pt idx="1563">
                  <c:v>40.39368493771984</c:v>
                </c:pt>
                <c:pt idx="1564">
                  <c:v>39.119286626605309</c:v>
                </c:pt>
                <c:pt idx="1565">
                  <c:v>36.980567278655627</c:v>
                </c:pt>
                <c:pt idx="1566">
                  <c:v>36.225161481018922</c:v>
                </c:pt>
                <c:pt idx="1567">
                  <c:v>34.762967215332175</c:v>
                </c:pt>
                <c:pt idx="1568">
                  <c:v>37.061935832571578</c:v>
                </c:pt>
                <c:pt idx="1569">
                  <c:v>35.854461342145981</c:v>
                </c:pt>
                <c:pt idx="1570">
                  <c:v>34.856448689022841</c:v>
                </c:pt>
                <c:pt idx="1571">
                  <c:v>31.751111338003842</c:v>
                </c:pt>
                <c:pt idx="1572">
                  <c:v>35.878459328572305</c:v>
                </c:pt>
                <c:pt idx="1573">
                  <c:v>34.641555043687269</c:v>
                </c:pt>
                <c:pt idx="1574">
                  <c:v>34.120050469547401</c:v>
                </c:pt>
                <c:pt idx="1575">
                  <c:v>35.665990784434051</c:v>
                </c:pt>
                <c:pt idx="1576">
                  <c:v>34.758993073227799</c:v>
                </c:pt>
                <c:pt idx="1577">
                  <c:v>36.616450802431942</c:v>
                </c:pt>
                <c:pt idx="1578">
                  <c:v>36.253250987384021</c:v>
                </c:pt>
                <c:pt idx="1579">
                  <c:v>32.481830530276724</c:v>
                </c:pt>
                <c:pt idx="1580">
                  <c:v>30.935552022130974</c:v>
                </c:pt>
                <c:pt idx="1581">
                  <c:v>27.258203295329185</c:v>
                </c:pt>
                <c:pt idx="1582">
                  <c:v>31.511314870026908</c:v>
                </c:pt>
                <c:pt idx="1583">
                  <c:v>30.164545195457517</c:v>
                </c:pt>
                <c:pt idx="1584">
                  <c:v>31.696379436596629</c:v>
                </c:pt>
                <c:pt idx="1585">
                  <c:v>29.038848823255634</c:v>
                </c:pt>
                <c:pt idx="1586">
                  <c:v>29.506256515142361</c:v>
                </c:pt>
                <c:pt idx="1587">
                  <c:v>29.771918467400006</c:v>
                </c:pt>
                <c:pt idx="1588">
                  <c:v>32.614329008015915</c:v>
                </c:pt>
                <c:pt idx="1589">
                  <c:v>32.093648261518716</c:v>
                </c:pt>
                <c:pt idx="1590">
                  <c:v>33.052402954108715</c:v>
                </c:pt>
                <c:pt idx="1591">
                  <c:v>39.485472453511477</c:v>
                </c:pt>
                <c:pt idx="1592">
                  <c:v>42.878239414775756</c:v>
                </c:pt>
                <c:pt idx="1593">
                  <c:v>39.762720045906569</c:v>
                </c:pt>
                <c:pt idx="1594">
                  <c:v>42.855919872754846</c:v>
                </c:pt>
                <c:pt idx="1595">
                  <c:v>43.040292738844215</c:v>
                </c:pt>
                <c:pt idx="1596">
                  <c:v>42.83736251510804</c:v>
                </c:pt>
                <c:pt idx="1597">
                  <c:v>41.22981010067118</c:v>
                </c:pt>
                <c:pt idx="1598">
                  <c:v>38.562688164286648</c:v>
                </c:pt>
                <c:pt idx="1599">
                  <c:v>36.463420989477243</c:v>
                </c:pt>
                <c:pt idx="1600">
                  <c:v>34.209894012482813</c:v>
                </c:pt>
                <c:pt idx="1601">
                  <c:v>36.495976509987642</c:v>
                </c:pt>
                <c:pt idx="1602">
                  <c:v>39.10232363142282</c:v>
                </c:pt>
                <c:pt idx="1603">
                  <c:v>40.233341404156995</c:v>
                </c:pt>
                <c:pt idx="1604">
                  <c:v>37.081974343470463</c:v>
                </c:pt>
                <c:pt idx="1605">
                  <c:v>36.590064512895495</c:v>
                </c:pt>
                <c:pt idx="1606">
                  <c:v>32.97281761568194</c:v>
                </c:pt>
                <c:pt idx="1607">
                  <c:v>30.588238774637791</c:v>
                </c:pt>
                <c:pt idx="1608">
                  <c:v>33.042251147666732</c:v>
                </c:pt>
                <c:pt idx="1609">
                  <c:v>38.617814138075758</c:v>
                </c:pt>
                <c:pt idx="1610">
                  <c:v>41.839437066162489</c:v>
                </c:pt>
                <c:pt idx="1611">
                  <c:v>36.538559342326742</c:v>
                </c:pt>
                <c:pt idx="1612">
                  <c:v>39.721433153365872</c:v>
                </c:pt>
                <c:pt idx="1613">
                  <c:v>43.151058847839607</c:v>
                </c:pt>
                <c:pt idx="1614">
                  <c:v>44.788620003553739</c:v>
                </c:pt>
                <c:pt idx="1615">
                  <c:v>45.410836142841418</c:v>
                </c:pt>
                <c:pt idx="1616">
                  <c:v>46.151773307349139</c:v>
                </c:pt>
                <c:pt idx="1617">
                  <c:v>44.521573097290322</c:v>
                </c:pt>
                <c:pt idx="1618">
                  <c:v>44.924875464200397</c:v>
                </c:pt>
                <c:pt idx="1619">
                  <c:v>42.589259464181438</c:v>
                </c:pt>
                <c:pt idx="1620">
                  <c:v>39.706178378223093</c:v>
                </c:pt>
                <c:pt idx="1621">
                  <c:v>42.714492444631425</c:v>
                </c:pt>
                <c:pt idx="1622">
                  <c:v>36.290801996547472</c:v>
                </c:pt>
                <c:pt idx="1623">
                  <c:v>35.249155277984187</c:v>
                </c:pt>
                <c:pt idx="1624">
                  <c:v>31.578144391816878</c:v>
                </c:pt>
                <c:pt idx="1625">
                  <c:v>28.420329952635189</c:v>
                </c:pt>
                <c:pt idx="1626">
                  <c:v>31.428599447398511</c:v>
                </c:pt>
                <c:pt idx="1627">
                  <c:v>32.118961009129563</c:v>
                </c:pt>
                <c:pt idx="1628">
                  <c:v>28.948824462292787</c:v>
                </c:pt>
                <c:pt idx="1629">
                  <c:v>23.974722143410609</c:v>
                </c:pt>
                <c:pt idx="1630">
                  <c:v>23.854340266623268</c:v>
                </c:pt>
                <c:pt idx="1631">
                  <c:v>24.30048981315274</c:v>
                </c:pt>
                <c:pt idx="1632">
                  <c:v>26.359051703888607</c:v>
                </c:pt>
                <c:pt idx="1633">
                  <c:v>23.664696617762438</c:v>
                </c:pt>
                <c:pt idx="1634">
                  <c:v>21.548904544109849</c:v>
                </c:pt>
                <c:pt idx="1635">
                  <c:v>19.859040903549499</c:v>
                </c:pt>
                <c:pt idx="1636">
                  <c:v>22.256203396794071</c:v>
                </c:pt>
                <c:pt idx="1637">
                  <c:v>22.892452143038284</c:v>
                </c:pt>
                <c:pt idx="1638">
                  <c:v>22.040150905317095</c:v>
                </c:pt>
                <c:pt idx="1639">
                  <c:v>22.334854907616947</c:v>
                </c:pt>
                <c:pt idx="1640">
                  <c:v>24.700823548260374</c:v>
                </c:pt>
                <c:pt idx="1641">
                  <c:v>22.172291277697028</c:v>
                </c:pt>
                <c:pt idx="1642">
                  <c:v>20.822411881757525</c:v>
                </c:pt>
                <c:pt idx="1643">
                  <c:v>16.993476087906213</c:v>
                </c:pt>
                <c:pt idx="1644">
                  <c:v>13.315600003684603</c:v>
                </c:pt>
                <c:pt idx="1645">
                  <c:v>12.401996473671199</c:v>
                </c:pt>
                <c:pt idx="1646">
                  <c:v>12.643451855306449</c:v>
                </c:pt>
                <c:pt idx="1647">
                  <c:v>10.041359771493294</c:v>
                </c:pt>
                <c:pt idx="1648">
                  <c:v>9.3845938165676976</c:v>
                </c:pt>
                <c:pt idx="1649">
                  <c:v>10.967028754029187</c:v>
                </c:pt>
                <c:pt idx="1650">
                  <c:v>11.345101688214838</c:v>
                </c:pt>
                <c:pt idx="1651">
                  <c:v>11.647535495975994</c:v>
                </c:pt>
                <c:pt idx="1652">
                  <c:v>9.5494634687891224</c:v>
                </c:pt>
                <c:pt idx="1653">
                  <c:v>3.0931904139174593</c:v>
                </c:pt>
                <c:pt idx="1654">
                  <c:v>-1.6999306381111965</c:v>
                </c:pt>
                <c:pt idx="1655">
                  <c:v>-2.6751934946839668</c:v>
                </c:pt>
                <c:pt idx="1656">
                  <c:v>-5.9446182469251205</c:v>
                </c:pt>
                <c:pt idx="1657">
                  <c:v>-7.675971105363339</c:v>
                </c:pt>
                <c:pt idx="1658">
                  <c:v>-7.3351464648431168</c:v>
                </c:pt>
                <c:pt idx="1659">
                  <c:v>-4.5459459154804147</c:v>
                </c:pt>
                <c:pt idx="1660">
                  <c:v>-13.807316174719533</c:v>
                </c:pt>
                <c:pt idx="1661">
                  <c:v>-17.425105871493621</c:v>
                </c:pt>
                <c:pt idx="1662">
                  <c:v>-20.68111659859003</c:v>
                </c:pt>
                <c:pt idx="1663">
                  <c:v>-23.720551028390648</c:v>
                </c:pt>
                <c:pt idx="1664">
                  <c:v>-25.340942715233016</c:v>
                </c:pt>
                <c:pt idx="1665">
                  <c:v>-22.952943802078607</c:v>
                </c:pt>
                <c:pt idx="1666">
                  <c:v>-23.383487753143569</c:v>
                </c:pt>
                <c:pt idx="1667">
                  <c:v>-20.664831459945749</c:v>
                </c:pt>
                <c:pt idx="1668">
                  <c:v>-22.759824853969143</c:v>
                </c:pt>
                <c:pt idx="1669">
                  <c:v>-22.918069838554441</c:v>
                </c:pt>
                <c:pt idx="1670">
                  <c:v>-23.555869043690777</c:v>
                </c:pt>
                <c:pt idx="1671">
                  <c:v>-25.827185236526709</c:v>
                </c:pt>
                <c:pt idx="1672">
                  <c:v>-27.187716317558881</c:v>
                </c:pt>
                <c:pt idx="1673">
                  <c:v>-27.195615627967481</c:v>
                </c:pt>
                <c:pt idx="1674">
                  <c:v>-29.303139017087091</c:v>
                </c:pt>
                <c:pt idx="1675">
                  <c:v>-25.954868645023144</c:v>
                </c:pt>
                <c:pt idx="1676">
                  <c:v>-17.05831958168374</c:v>
                </c:pt>
                <c:pt idx="1677">
                  <c:v>-10.923538445284048</c:v>
                </c:pt>
                <c:pt idx="1678">
                  <c:v>-8.1774786192631748</c:v>
                </c:pt>
                <c:pt idx="1679">
                  <c:v>-7.5058261157057498</c:v>
                </c:pt>
                <c:pt idx="1680">
                  <c:v>-8.4017513085854354</c:v>
                </c:pt>
                <c:pt idx="1681">
                  <c:v>-9.0181292988140829</c:v>
                </c:pt>
                <c:pt idx="1682">
                  <c:v>-12.886225500506363</c:v>
                </c:pt>
                <c:pt idx="1683">
                  <c:v>-15.393193624052046</c:v>
                </c:pt>
                <c:pt idx="1684">
                  <c:v>-16.914282741113713</c:v>
                </c:pt>
                <c:pt idx="1685">
                  <c:v>-18.126243877148042</c:v>
                </c:pt>
                <c:pt idx="1686">
                  <c:v>-18.205239330139118</c:v>
                </c:pt>
                <c:pt idx="1687">
                  <c:v>-22.261648269862075</c:v>
                </c:pt>
                <c:pt idx="1688">
                  <c:v>-22.824137046846261</c:v>
                </c:pt>
                <c:pt idx="1689">
                  <c:v>-23.916025674654517</c:v>
                </c:pt>
                <c:pt idx="1690">
                  <c:v>-25.049603177600506</c:v>
                </c:pt>
                <c:pt idx="1691">
                  <c:v>-27.371727811756635</c:v>
                </c:pt>
                <c:pt idx="1692">
                  <c:v>-30.616191067045683</c:v>
                </c:pt>
                <c:pt idx="1693">
                  <c:v>-35.023660994732005</c:v>
                </c:pt>
                <c:pt idx="1694">
                  <c:v>-34.712894094185067</c:v>
                </c:pt>
                <c:pt idx="1695">
                  <c:v>-36.826872368121791</c:v>
                </c:pt>
                <c:pt idx="1696">
                  <c:v>-31.283838970757401</c:v>
                </c:pt>
                <c:pt idx="1697">
                  <c:v>-32.117154938172604</c:v>
                </c:pt>
                <c:pt idx="1698">
                  <c:v>-30.623137369451925</c:v>
                </c:pt>
                <c:pt idx="1699">
                  <c:v>-33.435817076041275</c:v>
                </c:pt>
                <c:pt idx="1700">
                  <c:v>-32.526462838419356</c:v>
                </c:pt>
                <c:pt idx="1701">
                  <c:v>-30.579566041595843</c:v>
                </c:pt>
                <c:pt idx="1702">
                  <c:v>-32.044448449212226</c:v>
                </c:pt>
                <c:pt idx="1703">
                  <c:v>-34.486298674705452</c:v>
                </c:pt>
                <c:pt idx="1704">
                  <c:v>-38.26461293160785</c:v>
                </c:pt>
                <c:pt idx="1705">
                  <c:v>-41.174463584443266</c:v>
                </c:pt>
                <c:pt idx="1706">
                  <c:v>-41.603275042275492</c:v>
                </c:pt>
                <c:pt idx="1707">
                  <c:v>-43.133615274252008</c:v>
                </c:pt>
                <c:pt idx="1708">
                  <c:v>-45.121499937084806</c:v>
                </c:pt>
                <c:pt idx="1709">
                  <c:v>-47.548390671018041</c:v>
                </c:pt>
                <c:pt idx="1710">
                  <c:v>-44.187881009688397</c:v>
                </c:pt>
                <c:pt idx="1711">
                  <c:v>-42.960692107645819</c:v>
                </c:pt>
                <c:pt idx="1712">
                  <c:v>-44.87874989423652</c:v>
                </c:pt>
                <c:pt idx="1713">
                  <c:v>-49.757322663658016</c:v>
                </c:pt>
                <c:pt idx="1714">
                  <c:v>-50.254146567934043</c:v>
                </c:pt>
                <c:pt idx="1715">
                  <c:v>-48.506719127139846</c:v>
                </c:pt>
                <c:pt idx="1716">
                  <c:v>-45.808288418046672</c:v>
                </c:pt>
                <c:pt idx="1717">
                  <c:v>-45.476890894630635</c:v>
                </c:pt>
                <c:pt idx="1718">
                  <c:v>-45.351645657603591</c:v>
                </c:pt>
                <c:pt idx="1719">
                  <c:v>-39.872932614195612</c:v>
                </c:pt>
                <c:pt idx="1720">
                  <c:v>-40.123903800026696</c:v>
                </c:pt>
                <c:pt idx="1721">
                  <c:v>-39.389500636023037</c:v>
                </c:pt>
                <c:pt idx="1722">
                  <c:v>-39.692165141774709</c:v>
                </c:pt>
                <c:pt idx="1723">
                  <c:v>-40.421366617591474</c:v>
                </c:pt>
                <c:pt idx="1724">
                  <c:v>-40.110188047869556</c:v>
                </c:pt>
                <c:pt idx="1725">
                  <c:v>-39.0746471446692</c:v>
                </c:pt>
                <c:pt idx="1726">
                  <c:v>-38.630170539367782</c:v>
                </c:pt>
                <c:pt idx="1727">
                  <c:v>-38.642265375912821</c:v>
                </c:pt>
                <c:pt idx="1728">
                  <c:v>-40.148053534221134</c:v>
                </c:pt>
                <c:pt idx="1729">
                  <c:v>-39.324847379725284</c:v>
                </c:pt>
                <c:pt idx="1730">
                  <c:v>-41.750924382269254</c:v>
                </c:pt>
                <c:pt idx="1731">
                  <c:v>-44.196212677745727</c:v>
                </c:pt>
                <c:pt idx="1732">
                  <c:v>-45.117576048608441</c:v>
                </c:pt>
                <c:pt idx="1733">
                  <c:v>-44.105787716465279</c:v>
                </c:pt>
                <c:pt idx="1734">
                  <c:v>-44.944515808249704</c:v>
                </c:pt>
                <c:pt idx="1735">
                  <c:v>-45.240395038638333</c:v>
                </c:pt>
                <c:pt idx="1736">
                  <c:v>-46.057340173411788</c:v>
                </c:pt>
                <c:pt idx="1737">
                  <c:v>-47.113155364388831</c:v>
                </c:pt>
                <c:pt idx="1738">
                  <c:v>-48.045916024415938</c:v>
                </c:pt>
                <c:pt idx="1739">
                  <c:v>-54.349639101721252</c:v>
                </c:pt>
                <c:pt idx="1740">
                  <c:v>-54.512149739459886</c:v>
                </c:pt>
                <c:pt idx="1741">
                  <c:v>-55.124567523256175</c:v>
                </c:pt>
                <c:pt idx="1742">
                  <c:v>-58.418135269605301</c:v>
                </c:pt>
                <c:pt idx="1743">
                  <c:v>-63.823370396189574</c:v>
                </c:pt>
                <c:pt idx="1744">
                  <c:v>-66.153767594702614</c:v>
                </c:pt>
                <c:pt idx="1745">
                  <c:v>-63.607965157884337</c:v>
                </c:pt>
                <c:pt idx="1746">
                  <c:v>-61.30109613120581</c:v>
                </c:pt>
                <c:pt idx="1747">
                  <c:v>-58.37920148076595</c:v>
                </c:pt>
                <c:pt idx="1748">
                  <c:v>-58.43151267653387</c:v>
                </c:pt>
                <c:pt idx="1749">
                  <c:v>-60.269102587529837</c:v>
                </c:pt>
                <c:pt idx="1750">
                  <c:v>-60.862573062480251</c:v>
                </c:pt>
                <c:pt idx="1751">
                  <c:v>-61.031932496874148</c:v>
                </c:pt>
                <c:pt idx="1752">
                  <c:v>-66.59144576732723</c:v>
                </c:pt>
                <c:pt idx="1753">
                  <c:v>-68.492037996004427</c:v>
                </c:pt>
                <c:pt idx="1754">
                  <c:v>-63.138974934490506</c:v>
                </c:pt>
                <c:pt idx="1755">
                  <c:v>-62.877779112695627</c:v>
                </c:pt>
                <c:pt idx="1756">
                  <c:v>-64.482185175031887</c:v>
                </c:pt>
                <c:pt idx="1757">
                  <c:v>-64.306177048545578</c:v>
                </c:pt>
                <c:pt idx="1758">
                  <c:v>-70.752840688301717</c:v>
                </c:pt>
                <c:pt idx="1759">
                  <c:v>-74.508130789787145</c:v>
                </c:pt>
                <c:pt idx="1760">
                  <c:v>-79.341985120905733</c:v>
                </c:pt>
                <c:pt idx="1761">
                  <c:v>-74.772127300497061</c:v>
                </c:pt>
                <c:pt idx="1762">
                  <c:v>-70.443306801338565</c:v>
                </c:pt>
                <c:pt idx="1763">
                  <c:v>-70.514845516003106</c:v>
                </c:pt>
                <c:pt idx="1764">
                  <c:v>-69.06083551231356</c:v>
                </c:pt>
                <c:pt idx="1765">
                  <c:v>-66.66718179775728</c:v>
                </c:pt>
                <c:pt idx="1766">
                  <c:v>-61.457016739068742</c:v>
                </c:pt>
                <c:pt idx="1767">
                  <c:v>-57.761025643512234</c:v>
                </c:pt>
                <c:pt idx="1768">
                  <c:v>-55.94662294365213</c:v>
                </c:pt>
                <c:pt idx="1769">
                  <c:v>-54.656752490124887</c:v>
                </c:pt>
                <c:pt idx="1770">
                  <c:v>-53.204019545327391</c:v>
                </c:pt>
                <c:pt idx="1771">
                  <c:v>-52.939254013074716</c:v>
                </c:pt>
                <c:pt idx="1772">
                  <c:v>-55.17491106767487</c:v>
                </c:pt>
                <c:pt idx="1773">
                  <c:v>-54.941365246006363</c:v>
                </c:pt>
                <c:pt idx="1774">
                  <c:v>-54.074131818610738</c:v>
                </c:pt>
                <c:pt idx="1775">
                  <c:v>-49.541821999847905</c:v>
                </c:pt>
                <c:pt idx="1776">
                  <c:v>-49.953784048001992</c:v>
                </c:pt>
                <c:pt idx="1777">
                  <c:v>-51.432955246640631</c:v>
                </c:pt>
                <c:pt idx="1778">
                  <c:v>-53.589276100445751</c:v>
                </c:pt>
                <c:pt idx="1779">
                  <c:v>-55.699437524792067</c:v>
                </c:pt>
                <c:pt idx="1780">
                  <c:v>-56.633880543405276</c:v>
                </c:pt>
                <c:pt idx="1781">
                  <c:v>-60.282040821043985</c:v>
                </c:pt>
                <c:pt idx="1782">
                  <c:v>-58.307764228049209</c:v>
                </c:pt>
                <c:pt idx="1783">
                  <c:v>-54.520674882586299</c:v>
                </c:pt>
                <c:pt idx="1784">
                  <c:v>-54.409592032964959</c:v>
                </c:pt>
                <c:pt idx="1785">
                  <c:v>-56.578846569947324</c:v>
                </c:pt>
                <c:pt idx="1786">
                  <c:v>-54.285302604634495</c:v>
                </c:pt>
                <c:pt idx="1787">
                  <c:v>-55.689645736202209</c:v>
                </c:pt>
                <c:pt idx="1788">
                  <c:v>-61.783387682722292</c:v>
                </c:pt>
                <c:pt idx="1789">
                  <c:v>-57.844094253444098</c:v>
                </c:pt>
                <c:pt idx="1790">
                  <c:v>-56.152433200934432</c:v>
                </c:pt>
                <c:pt idx="1791">
                  <c:v>-56.2485617240946</c:v>
                </c:pt>
                <c:pt idx="1792">
                  <c:v>-55.643646808737458</c:v>
                </c:pt>
                <c:pt idx="1793">
                  <c:v>-56.128008721057512</c:v>
                </c:pt>
                <c:pt idx="1794">
                  <c:v>-58.688990431195009</c:v>
                </c:pt>
                <c:pt idx="1795">
                  <c:v>-58.267984031672292</c:v>
                </c:pt>
                <c:pt idx="1796">
                  <c:v>-59.243715827506705</c:v>
                </c:pt>
                <c:pt idx="1797">
                  <c:v>-57.333547747769181</c:v>
                </c:pt>
                <c:pt idx="1798">
                  <c:v>-54.791792171918523</c:v>
                </c:pt>
                <c:pt idx="1799">
                  <c:v>-57.287120633466003</c:v>
                </c:pt>
                <c:pt idx="1800">
                  <c:v>-55.526258170410571</c:v>
                </c:pt>
                <c:pt idx="1801">
                  <c:v>-56.937165762690981</c:v>
                </c:pt>
                <c:pt idx="1802">
                  <c:v>-57.267727427987367</c:v>
                </c:pt>
                <c:pt idx="1803">
                  <c:v>-56.024756695825538</c:v>
                </c:pt>
                <c:pt idx="1804">
                  <c:v>-57.997222320853176</c:v>
                </c:pt>
                <c:pt idx="1805">
                  <c:v>-56.926560047060548</c:v>
                </c:pt>
                <c:pt idx="1806">
                  <c:v>-61.011542174563573</c:v>
                </c:pt>
                <c:pt idx="1807">
                  <c:v>-61.477612583673292</c:v>
                </c:pt>
                <c:pt idx="1808">
                  <c:v>-61.950232059009366</c:v>
                </c:pt>
                <c:pt idx="1809">
                  <c:v>-62.528169754788806</c:v>
                </c:pt>
                <c:pt idx="1810">
                  <c:v>-64.420992202860816</c:v>
                </c:pt>
                <c:pt idx="1811">
                  <c:v>-64.668839970432828</c:v>
                </c:pt>
                <c:pt idx="1812">
                  <c:v>-66.347595396940434</c:v>
                </c:pt>
                <c:pt idx="1813">
                  <c:v>-64.135279709682223</c:v>
                </c:pt>
                <c:pt idx="1814">
                  <c:v>-66.036194495528605</c:v>
                </c:pt>
                <c:pt idx="1815">
                  <c:v>-61.671620384969863</c:v>
                </c:pt>
                <c:pt idx="1816">
                  <c:v>-58.263598613084909</c:v>
                </c:pt>
                <c:pt idx="1817">
                  <c:v>-61.243263250451342</c:v>
                </c:pt>
                <c:pt idx="1818">
                  <c:v>-60.609855442181789</c:v>
                </c:pt>
                <c:pt idx="1819">
                  <c:v>-61.678879278334186</c:v>
                </c:pt>
                <c:pt idx="1820">
                  <c:v>-59.241949442537994</c:v>
                </c:pt>
                <c:pt idx="1821">
                  <c:v>-57.371681987393814</c:v>
                </c:pt>
                <c:pt idx="1822">
                  <c:v>-57.665351617478471</c:v>
                </c:pt>
                <c:pt idx="1823">
                  <c:v>-57.068637611213518</c:v>
                </c:pt>
                <c:pt idx="1824">
                  <c:v>-58.521147908400351</c:v>
                </c:pt>
                <c:pt idx="1825">
                  <c:v>-63.24932962024652</c:v>
                </c:pt>
                <c:pt idx="1826">
                  <c:v>-61.494070732369359</c:v>
                </c:pt>
                <c:pt idx="1827">
                  <c:v>-56.256153297611057</c:v>
                </c:pt>
                <c:pt idx="1828">
                  <c:v>-48.131818875018396</c:v>
                </c:pt>
                <c:pt idx="1829">
                  <c:v>-40.709019290258013</c:v>
                </c:pt>
                <c:pt idx="1830">
                  <c:v>-40.887548679620842</c:v>
                </c:pt>
                <c:pt idx="1831">
                  <c:v>-39.69703312372404</c:v>
                </c:pt>
                <c:pt idx="1832">
                  <c:v>-37.040262801500326</c:v>
                </c:pt>
                <c:pt idx="1833">
                  <c:v>-38.320476688666162</c:v>
                </c:pt>
                <c:pt idx="1834">
                  <c:v>-39.115332117004378</c:v>
                </c:pt>
                <c:pt idx="1835">
                  <c:v>-40.287987195110603</c:v>
                </c:pt>
                <c:pt idx="1836">
                  <c:v>-39.731422469607175</c:v>
                </c:pt>
                <c:pt idx="1837">
                  <c:v>-37.881578979473346</c:v>
                </c:pt>
                <c:pt idx="1838">
                  <c:v>-39.983652425370522</c:v>
                </c:pt>
                <c:pt idx="1839">
                  <c:v>-42.180049553232813</c:v>
                </c:pt>
                <c:pt idx="1840">
                  <c:v>-43.758799789000392</c:v>
                </c:pt>
                <c:pt idx="1841">
                  <c:v>-43.350769410391521</c:v>
                </c:pt>
                <c:pt idx="1842">
                  <c:v>-43.928512677768097</c:v>
                </c:pt>
                <c:pt idx="1843">
                  <c:v>-42.511139311577892</c:v>
                </c:pt>
                <c:pt idx="1844">
                  <c:v>-44.913535718502295</c:v>
                </c:pt>
                <c:pt idx="1845">
                  <c:v>-48.359648083658051</c:v>
                </c:pt>
                <c:pt idx="1846">
                  <c:v>-49.633220514541378</c:v>
                </c:pt>
                <c:pt idx="1847">
                  <c:v>-47.342443028394875</c:v>
                </c:pt>
                <c:pt idx="1848">
                  <c:v>-49.547239453197101</c:v>
                </c:pt>
                <c:pt idx="1849">
                  <c:v>-50.912547473643002</c:v>
                </c:pt>
                <c:pt idx="1850">
                  <c:v>-50.734112934694608</c:v>
                </c:pt>
                <c:pt idx="1851">
                  <c:v>-49.972656745590236</c:v>
                </c:pt>
                <c:pt idx="1852">
                  <c:v>-47.607172716982951</c:v>
                </c:pt>
                <c:pt idx="1853">
                  <c:v>-47.115427395786881</c:v>
                </c:pt>
                <c:pt idx="1854">
                  <c:v>-41.451868007453157</c:v>
                </c:pt>
                <c:pt idx="1855">
                  <c:v>-43.379683023620466</c:v>
                </c:pt>
                <c:pt idx="1856">
                  <c:v>-40.23680821639033</c:v>
                </c:pt>
                <c:pt idx="1857">
                  <c:v>-44.738386758886421</c:v>
                </c:pt>
                <c:pt idx="1858">
                  <c:v>-51.246662156334679</c:v>
                </c:pt>
                <c:pt idx="1859">
                  <c:v>-51.230654243267644</c:v>
                </c:pt>
                <c:pt idx="1860">
                  <c:v>-44.273083370530635</c:v>
                </c:pt>
                <c:pt idx="1861">
                  <c:v>-44.007251573495545</c:v>
                </c:pt>
                <c:pt idx="1862">
                  <c:v>-45.679528233058612</c:v>
                </c:pt>
                <c:pt idx="1863">
                  <c:v>-48.102715392458975</c:v>
                </c:pt>
                <c:pt idx="1864">
                  <c:v>-46.16961330440872</c:v>
                </c:pt>
                <c:pt idx="1865">
                  <c:v>-42.791343960218455</c:v>
                </c:pt>
                <c:pt idx="1866">
                  <c:v>-41.820092275779956</c:v>
                </c:pt>
                <c:pt idx="1867">
                  <c:v>-37.664653138103048</c:v>
                </c:pt>
                <c:pt idx="1868">
                  <c:v>-38.73306830215752</c:v>
                </c:pt>
                <c:pt idx="1869">
                  <c:v>-36.008682309724165</c:v>
                </c:pt>
                <c:pt idx="1870">
                  <c:v>-38.621941076107028</c:v>
                </c:pt>
                <c:pt idx="1871">
                  <c:v>-37.84331254067034</c:v>
                </c:pt>
                <c:pt idx="1872">
                  <c:v>-37.725287428612333</c:v>
                </c:pt>
                <c:pt idx="1873">
                  <c:v>-39.336512908304769</c:v>
                </c:pt>
                <c:pt idx="1874">
                  <c:v>-40.560451594020044</c:v>
                </c:pt>
                <c:pt idx="1875">
                  <c:v>-36.274629674436049</c:v>
                </c:pt>
                <c:pt idx="1876">
                  <c:v>-36.378124799029671</c:v>
                </c:pt>
                <c:pt idx="1877">
                  <c:v>-37.530643130340302</c:v>
                </c:pt>
                <c:pt idx="1878">
                  <c:v>-39.71000177918436</c:v>
                </c:pt>
                <c:pt idx="1879">
                  <c:v>-40.486915987511075</c:v>
                </c:pt>
                <c:pt idx="1880">
                  <c:v>-44.807444730431428</c:v>
                </c:pt>
                <c:pt idx="1881">
                  <c:v>-44.708228958458612</c:v>
                </c:pt>
                <c:pt idx="1882">
                  <c:v>-46.964802449711108</c:v>
                </c:pt>
                <c:pt idx="1883">
                  <c:v>-50.842201989706524</c:v>
                </c:pt>
                <c:pt idx="1884">
                  <c:v>-52.548373508908355</c:v>
                </c:pt>
                <c:pt idx="1885">
                  <c:v>-51.906133425477904</c:v>
                </c:pt>
                <c:pt idx="1886">
                  <c:v>-50.485544138121533</c:v>
                </c:pt>
                <c:pt idx="1887">
                  <c:v>-50.70667280581582</c:v>
                </c:pt>
                <c:pt idx="1888">
                  <c:v>-46.020954563110472</c:v>
                </c:pt>
                <c:pt idx="1889">
                  <c:v>-46.117277096793657</c:v>
                </c:pt>
                <c:pt idx="1890">
                  <c:v>-45.344217692453633</c:v>
                </c:pt>
                <c:pt idx="1891">
                  <c:v>-43.939668236382012</c:v>
                </c:pt>
                <c:pt idx="1892">
                  <c:v>-52.86292108155881</c:v>
                </c:pt>
                <c:pt idx="1893">
                  <c:v>-52.275046963397159</c:v>
                </c:pt>
                <c:pt idx="1894">
                  <c:v>-55.876339931758125</c:v>
                </c:pt>
                <c:pt idx="1895">
                  <c:v>-49.619590039543922</c:v>
                </c:pt>
                <c:pt idx="1896">
                  <c:v>-48.194575137299083</c:v>
                </c:pt>
                <c:pt idx="1897">
                  <c:v>-46.854542587573455</c:v>
                </c:pt>
                <c:pt idx="1898">
                  <c:v>-50.483531085630801</c:v>
                </c:pt>
                <c:pt idx="1899">
                  <c:v>-46.368496454656999</c:v>
                </c:pt>
                <c:pt idx="1900">
                  <c:v>-49.877286232742186</c:v>
                </c:pt>
                <c:pt idx="1901">
                  <c:v>-49.826867331991025</c:v>
                </c:pt>
                <c:pt idx="1902">
                  <c:v>-54.045656782604802</c:v>
                </c:pt>
                <c:pt idx="1903">
                  <c:v>-52.510523880107151</c:v>
                </c:pt>
                <c:pt idx="1904">
                  <c:v>-54.6438409813207</c:v>
                </c:pt>
                <c:pt idx="1905">
                  <c:v>-56.696667076713887</c:v>
                </c:pt>
                <c:pt idx="1906">
                  <c:v>-55.244790716144387</c:v>
                </c:pt>
                <c:pt idx="1907">
                  <c:v>-54.490220776103463</c:v>
                </c:pt>
                <c:pt idx="1908">
                  <c:v>-52.571980768534758</c:v>
                </c:pt>
                <c:pt idx="1909">
                  <c:v>-53.67989380546377</c:v>
                </c:pt>
                <c:pt idx="1910">
                  <c:v>-50.952951045348485</c:v>
                </c:pt>
                <c:pt idx="1911">
                  <c:v>-50.012150405142755</c:v>
                </c:pt>
                <c:pt idx="1912">
                  <c:v>-48.547879466337847</c:v>
                </c:pt>
                <c:pt idx="1913">
                  <c:v>-46.755605291973055</c:v>
                </c:pt>
                <c:pt idx="1914">
                  <c:v>-44.175206943766717</c:v>
                </c:pt>
                <c:pt idx="1915">
                  <c:v>-40.738623669315118</c:v>
                </c:pt>
                <c:pt idx="1916">
                  <c:v>-39.423901568995639</c:v>
                </c:pt>
                <c:pt idx="1917">
                  <c:v>-39.719775859346719</c:v>
                </c:pt>
                <c:pt idx="1918">
                  <c:v>-40.446216263406271</c:v>
                </c:pt>
                <c:pt idx="1919">
                  <c:v>-42.951097631088444</c:v>
                </c:pt>
                <c:pt idx="1920">
                  <c:v>-44.613018777671968</c:v>
                </c:pt>
                <c:pt idx="1921">
                  <c:v>-40.044892843541334</c:v>
                </c:pt>
                <c:pt idx="1922">
                  <c:v>-39.174391546834485</c:v>
                </c:pt>
                <c:pt idx="1923">
                  <c:v>-36.115419998643503</c:v>
                </c:pt>
                <c:pt idx="1924">
                  <c:v>-37.494609714052302</c:v>
                </c:pt>
                <c:pt idx="1925">
                  <c:v>-37.224573706651178</c:v>
                </c:pt>
                <c:pt idx="1926">
                  <c:v>-36.866457027667963</c:v>
                </c:pt>
                <c:pt idx="1927">
                  <c:v>-30.947019809028138</c:v>
                </c:pt>
                <c:pt idx="1928">
                  <c:v>-32.979326813232433</c:v>
                </c:pt>
                <c:pt idx="1929">
                  <c:v>-31.717842332488161</c:v>
                </c:pt>
                <c:pt idx="1930">
                  <c:v>-32.7290380113038</c:v>
                </c:pt>
                <c:pt idx="1931">
                  <c:v>-36.380011397528676</c:v>
                </c:pt>
                <c:pt idx="1932">
                  <c:v>-34.524945259570053</c:v>
                </c:pt>
                <c:pt idx="1933">
                  <c:v>-30.560343403294382</c:v>
                </c:pt>
                <c:pt idx="1934">
                  <c:v>-30.695908261891205</c:v>
                </c:pt>
                <c:pt idx="1935">
                  <c:v>-30.587379562385905</c:v>
                </c:pt>
                <c:pt idx="1936">
                  <c:v>-30.194999437163045</c:v>
                </c:pt>
                <c:pt idx="1937">
                  <c:v>-30.064468319744801</c:v>
                </c:pt>
                <c:pt idx="1938">
                  <c:v>-26.875264255646044</c:v>
                </c:pt>
                <c:pt idx="1939">
                  <c:v>-24.180145779901778</c:v>
                </c:pt>
                <c:pt idx="1940">
                  <c:v>-21.689046722888818</c:v>
                </c:pt>
                <c:pt idx="1941">
                  <c:v>-18.748195622169153</c:v>
                </c:pt>
                <c:pt idx="1942">
                  <c:v>-17.7220128476303</c:v>
                </c:pt>
                <c:pt idx="1943">
                  <c:v>-12.885931990147188</c:v>
                </c:pt>
                <c:pt idx="1944">
                  <c:v>-12.550805018854144</c:v>
                </c:pt>
                <c:pt idx="1945">
                  <c:v>-11.879518041557329</c:v>
                </c:pt>
                <c:pt idx="1946">
                  <c:v>-13.450706504013347</c:v>
                </c:pt>
                <c:pt idx="1947">
                  <c:v>-13.715841656052312</c:v>
                </c:pt>
                <c:pt idx="1948">
                  <c:v>-12.584219510568392</c:v>
                </c:pt>
                <c:pt idx="1949">
                  <c:v>-17.185552021036525</c:v>
                </c:pt>
                <c:pt idx="1950">
                  <c:v>-17.110114034411243</c:v>
                </c:pt>
                <c:pt idx="1951">
                  <c:v>-15.169325870788398</c:v>
                </c:pt>
                <c:pt idx="1952">
                  <c:v>-10.687522123068019</c:v>
                </c:pt>
                <c:pt idx="1953">
                  <c:v>-6.9721735234453082</c:v>
                </c:pt>
                <c:pt idx="1954">
                  <c:v>-5.7628488407821106</c:v>
                </c:pt>
                <c:pt idx="1955">
                  <c:v>-5.1448044026279023</c:v>
                </c:pt>
                <c:pt idx="1956">
                  <c:v>-5.8491995385429423</c:v>
                </c:pt>
                <c:pt idx="1957">
                  <c:v>-8.3015284894447881</c:v>
                </c:pt>
                <c:pt idx="1958">
                  <c:v>-6.9392916835583049</c:v>
                </c:pt>
                <c:pt idx="1959">
                  <c:v>-6.9972670783369599</c:v>
                </c:pt>
                <c:pt idx="1960">
                  <c:v>-8.1891602112089537</c:v>
                </c:pt>
                <c:pt idx="1961">
                  <c:v>-5.7819335382103683</c:v>
                </c:pt>
                <c:pt idx="1962">
                  <c:v>-4.3617841183317028</c:v>
                </c:pt>
                <c:pt idx="1963">
                  <c:v>-6.4721309621399525</c:v>
                </c:pt>
                <c:pt idx="1964">
                  <c:v>-5.1606346869769864</c:v>
                </c:pt>
                <c:pt idx="1965">
                  <c:v>-2.0317841637536977</c:v>
                </c:pt>
                <c:pt idx="1966">
                  <c:v>-3.247826781413448</c:v>
                </c:pt>
                <c:pt idx="1967">
                  <c:v>-5.7820594119890734</c:v>
                </c:pt>
                <c:pt idx="1968">
                  <c:v>-6.0657239493495423</c:v>
                </c:pt>
                <c:pt idx="1969">
                  <c:v>-8.8666560373896175</c:v>
                </c:pt>
                <c:pt idx="1970">
                  <c:v>-7.0279737848958037</c:v>
                </c:pt>
                <c:pt idx="1971">
                  <c:v>-4.3579895439007128</c:v>
                </c:pt>
                <c:pt idx="1972">
                  <c:v>-2.0756265223490615</c:v>
                </c:pt>
                <c:pt idx="1973">
                  <c:v>3.1956198618244755</c:v>
                </c:pt>
                <c:pt idx="1974">
                  <c:v>6.5633020040499481</c:v>
                </c:pt>
                <c:pt idx="1975">
                  <c:v>7.7414772520552937</c:v>
                </c:pt>
                <c:pt idx="1976">
                  <c:v>13.365102984765114</c:v>
                </c:pt>
                <c:pt idx="1977">
                  <c:v>15.497052663470702</c:v>
                </c:pt>
                <c:pt idx="1978">
                  <c:v>10.755748198197551</c:v>
                </c:pt>
                <c:pt idx="1979">
                  <c:v>6.4221187920678666</c:v>
                </c:pt>
                <c:pt idx="1980">
                  <c:v>4.1057112832643199</c:v>
                </c:pt>
                <c:pt idx="1981">
                  <c:v>6.7745667129211284</c:v>
                </c:pt>
                <c:pt idx="1982">
                  <c:v>11.653182333248797</c:v>
                </c:pt>
                <c:pt idx="1983">
                  <c:v>11.549996903495877</c:v>
                </c:pt>
                <c:pt idx="1984">
                  <c:v>10.161291710350689</c:v>
                </c:pt>
                <c:pt idx="1985">
                  <c:v>10.411944353134921</c:v>
                </c:pt>
                <c:pt idx="1986">
                  <c:v>11.688119697709819</c:v>
                </c:pt>
                <c:pt idx="1987">
                  <c:v>15.067596488623698</c:v>
                </c:pt>
                <c:pt idx="1988">
                  <c:v>14.997780816343969</c:v>
                </c:pt>
                <c:pt idx="1989">
                  <c:v>13.854355216291898</c:v>
                </c:pt>
                <c:pt idx="1990">
                  <c:v>11.448307799163219</c:v>
                </c:pt>
                <c:pt idx="1991">
                  <c:v>16.443447881693068</c:v>
                </c:pt>
                <c:pt idx="1992">
                  <c:v>16.766289956029002</c:v>
                </c:pt>
                <c:pt idx="1993">
                  <c:v>18.662758974843712</c:v>
                </c:pt>
                <c:pt idx="1994">
                  <c:v>23.88859568404332</c:v>
                </c:pt>
                <c:pt idx="1995">
                  <c:v>26.208489499665369</c:v>
                </c:pt>
                <c:pt idx="1996">
                  <c:v>23.833917796782721</c:v>
                </c:pt>
                <c:pt idx="1997">
                  <c:v>23.43813255543623</c:v>
                </c:pt>
                <c:pt idx="1998">
                  <c:v>25.061438730757359</c:v>
                </c:pt>
                <c:pt idx="1999">
                  <c:v>30.623158437229236</c:v>
                </c:pt>
                <c:pt idx="2000">
                  <c:v>32.92920848489787</c:v>
                </c:pt>
                <c:pt idx="2001">
                  <c:v>41.020151640574483</c:v>
                </c:pt>
                <c:pt idx="2002">
                  <c:v>49.210394724260034</c:v>
                </c:pt>
                <c:pt idx="2003">
                  <c:v>49.196051804973074</c:v>
                </c:pt>
                <c:pt idx="2004">
                  <c:v>51.617760831091005</c:v>
                </c:pt>
                <c:pt idx="2005">
                  <c:v>48.954703840813465</c:v>
                </c:pt>
                <c:pt idx="2006">
                  <c:v>48.275237259704625</c:v>
                </c:pt>
                <c:pt idx="2007">
                  <c:v>48.623599548117269</c:v>
                </c:pt>
                <c:pt idx="2008">
                  <c:v>47.699472172268017</c:v>
                </c:pt>
                <c:pt idx="2009">
                  <c:v>43.473024949618669</c:v>
                </c:pt>
                <c:pt idx="2010">
                  <c:v>39.549954383158088</c:v>
                </c:pt>
                <c:pt idx="2011">
                  <c:v>37.524228612252791</c:v>
                </c:pt>
                <c:pt idx="2012">
                  <c:v>38.947691765410795</c:v>
                </c:pt>
                <c:pt idx="2013">
                  <c:v>40.798180215481324</c:v>
                </c:pt>
                <c:pt idx="2014">
                  <c:v>42.875900944109638</c:v>
                </c:pt>
                <c:pt idx="2015">
                  <c:v>47.994396123315582</c:v>
                </c:pt>
                <c:pt idx="2016">
                  <c:v>48.755970604593557</c:v>
                </c:pt>
                <c:pt idx="2017">
                  <c:v>53.526277673120163</c:v>
                </c:pt>
                <c:pt idx="2018">
                  <c:v>52.20825261312644</c:v>
                </c:pt>
                <c:pt idx="2019">
                  <c:v>53.514215079679282</c:v>
                </c:pt>
                <c:pt idx="2020">
                  <c:v>53.638165447090906</c:v>
                </c:pt>
                <c:pt idx="2021">
                  <c:v>53.001768563816576</c:v>
                </c:pt>
                <c:pt idx="2022">
                  <c:v>56.673977364880294</c:v>
                </c:pt>
                <c:pt idx="2023">
                  <c:v>56.451984589284194</c:v>
                </c:pt>
                <c:pt idx="2024">
                  <c:v>56.792219862744943</c:v>
                </c:pt>
                <c:pt idx="2025">
                  <c:v>59.54503145902531</c:v>
                </c:pt>
                <c:pt idx="2026">
                  <c:v>57.423749819593681</c:v>
                </c:pt>
                <c:pt idx="2027">
                  <c:v>55.987542082798882</c:v>
                </c:pt>
                <c:pt idx="2028">
                  <c:v>59.065534364432047</c:v>
                </c:pt>
                <c:pt idx="2029">
                  <c:v>57.260079978137171</c:v>
                </c:pt>
                <c:pt idx="2030">
                  <c:v>58.677649515936437</c:v>
                </c:pt>
                <c:pt idx="2031">
                  <c:v>63.439565731608099</c:v>
                </c:pt>
                <c:pt idx="2032">
                  <c:v>61.869580203871891</c:v>
                </c:pt>
                <c:pt idx="2033">
                  <c:v>61.103511790966664</c:v>
                </c:pt>
                <c:pt idx="2034">
                  <c:v>64.55182795750278</c:v>
                </c:pt>
                <c:pt idx="2035">
                  <c:v>63.430002198279425</c:v>
                </c:pt>
                <c:pt idx="2036">
                  <c:v>63.29139526732353</c:v>
                </c:pt>
                <c:pt idx="2037">
                  <c:v>62.909072098248174</c:v>
                </c:pt>
                <c:pt idx="2038">
                  <c:v>63.416128098369086</c:v>
                </c:pt>
                <c:pt idx="2039">
                  <c:v>62.986230807669209</c:v>
                </c:pt>
                <c:pt idx="2040">
                  <c:v>64.378924963490022</c:v>
                </c:pt>
                <c:pt idx="2041">
                  <c:v>62.967328142327631</c:v>
                </c:pt>
                <c:pt idx="2042">
                  <c:v>63.01215537723143</c:v>
                </c:pt>
                <c:pt idx="2043">
                  <c:v>66.749833347213283</c:v>
                </c:pt>
                <c:pt idx="2044">
                  <c:v>66.889258800924722</c:v>
                </c:pt>
                <c:pt idx="2045">
                  <c:v>68.237875984910787</c:v>
                </c:pt>
                <c:pt idx="2046">
                  <c:v>68.483560217858638</c:v>
                </c:pt>
                <c:pt idx="2047">
                  <c:v>68.614136100303242</c:v>
                </c:pt>
                <c:pt idx="2048">
                  <c:v>66.802025448879959</c:v>
                </c:pt>
                <c:pt idx="2049">
                  <c:v>65.066954944785621</c:v>
                </c:pt>
                <c:pt idx="2050">
                  <c:v>64.772706864854072</c:v>
                </c:pt>
                <c:pt idx="2051">
                  <c:v>66.415287436241982</c:v>
                </c:pt>
                <c:pt idx="2052">
                  <c:v>67.566821976146827</c:v>
                </c:pt>
                <c:pt idx="2053">
                  <c:v>68.665846818142811</c:v>
                </c:pt>
                <c:pt idx="2054">
                  <c:v>71.052869989556442</c:v>
                </c:pt>
                <c:pt idx="2055">
                  <c:v>70.474370718466275</c:v>
                </c:pt>
                <c:pt idx="2056">
                  <c:v>70.17967782477082</c:v>
                </c:pt>
                <c:pt idx="2057">
                  <c:v>70.237650430140917</c:v>
                </c:pt>
                <c:pt idx="2058">
                  <c:v>73.567670667171626</c:v>
                </c:pt>
                <c:pt idx="2059">
                  <c:v>75.464511453682377</c:v>
                </c:pt>
                <c:pt idx="2060">
                  <c:v>76.486811951320036</c:v>
                </c:pt>
                <c:pt idx="2061">
                  <c:v>79.260857991649942</c:v>
                </c:pt>
                <c:pt idx="2062">
                  <c:v>76.668129229011868</c:v>
                </c:pt>
                <c:pt idx="2063">
                  <c:v>76.282192221597697</c:v>
                </c:pt>
                <c:pt idx="2064">
                  <c:v>79.121321105079929</c:v>
                </c:pt>
                <c:pt idx="2065">
                  <c:v>81.149770078764334</c:v>
                </c:pt>
                <c:pt idx="2066">
                  <c:v>78.314301193175808</c:v>
                </c:pt>
                <c:pt idx="2067">
                  <c:v>76.408236255353685</c:v>
                </c:pt>
                <c:pt idx="2068">
                  <c:v>76.129651630135328</c:v>
                </c:pt>
                <c:pt idx="2069">
                  <c:v>80.278599514672905</c:v>
                </c:pt>
                <c:pt idx="2070">
                  <c:v>76.53060531595051</c:v>
                </c:pt>
                <c:pt idx="2071">
                  <c:v>73.3810736100436</c:v>
                </c:pt>
                <c:pt idx="2072">
                  <c:v>72.795710427190585</c:v>
                </c:pt>
                <c:pt idx="2073">
                  <c:v>72.223673781857713</c:v>
                </c:pt>
                <c:pt idx="2074">
                  <c:v>70.77657174244456</c:v>
                </c:pt>
                <c:pt idx="2075">
                  <c:v>71.372934710754507</c:v>
                </c:pt>
                <c:pt idx="2076">
                  <c:v>74.274534747384052</c:v>
                </c:pt>
                <c:pt idx="2077">
                  <c:v>71.830655514716625</c:v>
                </c:pt>
                <c:pt idx="2078">
                  <c:v>74.267319464277051</c:v>
                </c:pt>
                <c:pt idx="2079">
                  <c:v>75.637389944115071</c:v>
                </c:pt>
                <c:pt idx="2080">
                  <c:v>71.372096214898832</c:v>
                </c:pt>
                <c:pt idx="2081">
                  <c:v>68.311619632928725</c:v>
                </c:pt>
                <c:pt idx="2082">
                  <c:v>64.342326755559469</c:v>
                </c:pt>
                <c:pt idx="2083">
                  <c:v>64.804749120435574</c:v>
                </c:pt>
                <c:pt idx="2084">
                  <c:v>64.464245070838189</c:v>
                </c:pt>
                <c:pt idx="2085">
                  <c:v>63.629247367932251</c:v>
                </c:pt>
                <c:pt idx="2086">
                  <c:v>64.484999899246901</c:v>
                </c:pt>
                <c:pt idx="2087">
                  <c:v>65.047763246212384</c:v>
                </c:pt>
                <c:pt idx="2088">
                  <c:v>66.294189148689696</c:v>
                </c:pt>
                <c:pt idx="2089">
                  <c:v>67.161573026044294</c:v>
                </c:pt>
                <c:pt idx="2090">
                  <c:v>66.972203451305347</c:v>
                </c:pt>
                <c:pt idx="2091">
                  <c:v>72.289284626695022</c:v>
                </c:pt>
                <c:pt idx="2092">
                  <c:v>67.891939737217314</c:v>
                </c:pt>
                <c:pt idx="2093">
                  <c:v>64.802150965764397</c:v>
                </c:pt>
                <c:pt idx="2094">
                  <c:v>60.09328799370099</c:v>
                </c:pt>
                <c:pt idx="2095">
                  <c:v>61.515961799878113</c:v>
                </c:pt>
                <c:pt idx="2096">
                  <c:v>52.172766420964038</c:v>
                </c:pt>
                <c:pt idx="2097">
                  <c:v>52.355952008750577</c:v>
                </c:pt>
                <c:pt idx="2098">
                  <c:v>50.386433258319293</c:v>
                </c:pt>
                <c:pt idx="2099">
                  <c:v>49.784195937017543</c:v>
                </c:pt>
                <c:pt idx="2100">
                  <c:v>48.320521646328544</c:v>
                </c:pt>
                <c:pt idx="2101">
                  <c:v>45.72126099756872</c:v>
                </c:pt>
                <c:pt idx="2102">
                  <c:v>49.035137580473297</c:v>
                </c:pt>
                <c:pt idx="2103">
                  <c:v>47.964845328896864</c:v>
                </c:pt>
                <c:pt idx="2104">
                  <c:v>49.69514852387266</c:v>
                </c:pt>
                <c:pt idx="2105">
                  <c:v>50.479464513421206</c:v>
                </c:pt>
                <c:pt idx="2106">
                  <c:v>53.360579575583884</c:v>
                </c:pt>
                <c:pt idx="2107">
                  <c:v>53.73977561599132</c:v>
                </c:pt>
                <c:pt idx="2108">
                  <c:v>56.544150027968627</c:v>
                </c:pt>
                <c:pt idx="2109">
                  <c:v>57.868666929402409</c:v>
                </c:pt>
                <c:pt idx="2110">
                  <c:v>57.103823395191455</c:v>
                </c:pt>
                <c:pt idx="2111">
                  <c:v>54.225024628864112</c:v>
                </c:pt>
                <c:pt idx="2112">
                  <c:v>56.007873427343441</c:v>
                </c:pt>
                <c:pt idx="2113">
                  <c:v>57.159830262760266</c:v>
                </c:pt>
                <c:pt idx="2114">
                  <c:v>60.863799281491495</c:v>
                </c:pt>
                <c:pt idx="2115">
                  <c:v>60.575770326870682</c:v>
                </c:pt>
                <c:pt idx="2116">
                  <c:v>57.460844224412476</c:v>
                </c:pt>
                <c:pt idx="2117">
                  <c:v>58.364767853493255</c:v>
                </c:pt>
                <c:pt idx="2118">
                  <c:v>55.915775220211387</c:v>
                </c:pt>
                <c:pt idx="2119">
                  <c:v>54.38700851654238</c:v>
                </c:pt>
                <c:pt idx="2120">
                  <c:v>54.316673556279703</c:v>
                </c:pt>
                <c:pt idx="2121">
                  <c:v>62.192749515013531</c:v>
                </c:pt>
                <c:pt idx="2122">
                  <c:v>62.008067460950038</c:v>
                </c:pt>
                <c:pt idx="2123">
                  <c:v>59.599299284069794</c:v>
                </c:pt>
                <c:pt idx="2124">
                  <c:v>57.026853507730273</c:v>
                </c:pt>
                <c:pt idx="2125">
                  <c:v>59.01548539354517</c:v>
                </c:pt>
                <c:pt idx="2126">
                  <c:v>55.878907036848105</c:v>
                </c:pt>
                <c:pt idx="2127">
                  <c:v>54.660320005796869</c:v>
                </c:pt>
                <c:pt idx="2128">
                  <c:v>54.492641750021711</c:v>
                </c:pt>
                <c:pt idx="2129">
                  <c:v>45.50643347330999</c:v>
                </c:pt>
                <c:pt idx="2130">
                  <c:v>42.248345560299533</c:v>
                </c:pt>
                <c:pt idx="2131">
                  <c:v>43.199397018652682</c:v>
                </c:pt>
                <c:pt idx="2132">
                  <c:v>44.247823208178978</c:v>
                </c:pt>
                <c:pt idx="2133">
                  <c:v>46.349828615226563</c:v>
                </c:pt>
                <c:pt idx="2134">
                  <c:v>40.654566631757866</c:v>
                </c:pt>
                <c:pt idx="2135">
                  <c:v>38.483915165616637</c:v>
                </c:pt>
                <c:pt idx="2136">
                  <c:v>36.745688310855051</c:v>
                </c:pt>
                <c:pt idx="2137">
                  <c:v>38.824950321705543</c:v>
                </c:pt>
                <c:pt idx="2138">
                  <c:v>42.232218153698263</c:v>
                </c:pt>
                <c:pt idx="2139">
                  <c:v>43.353293044335004</c:v>
                </c:pt>
                <c:pt idx="2140">
                  <c:v>44.64323134468799</c:v>
                </c:pt>
                <c:pt idx="2141">
                  <c:v>47.384259471584933</c:v>
                </c:pt>
                <c:pt idx="2142">
                  <c:v>53.160516560727544</c:v>
                </c:pt>
                <c:pt idx="2143">
                  <c:v>53.920032141908621</c:v>
                </c:pt>
                <c:pt idx="2144">
                  <c:v>51.692983624314522</c:v>
                </c:pt>
                <c:pt idx="2145">
                  <c:v>52.869874109818511</c:v>
                </c:pt>
                <c:pt idx="2146">
                  <c:v>57.385903304146332</c:v>
                </c:pt>
                <c:pt idx="2147">
                  <c:v>57.436219531816512</c:v>
                </c:pt>
                <c:pt idx="2148">
                  <c:v>56.475163802978138</c:v>
                </c:pt>
                <c:pt idx="2149">
                  <c:v>54.126092687875413</c:v>
                </c:pt>
                <c:pt idx="2150">
                  <c:v>52.21231703973443</c:v>
                </c:pt>
                <c:pt idx="2151">
                  <c:v>44.324727504745255</c:v>
                </c:pt>
                <c:pt idx="2152">
                  <c:v>43.108542358042797</c:v>
                </c:pt>
                <c:pt idx="2153">
                  <c:v>35.066730030201292</c:v>
                </c:pt>
                <c:pt idx="2154">
                  <c:v>33.576837840110549</c:v>
                </c:pt>
                <c:pt idx="2155">
                  <c:v>26.719184783381813</c:v>
                </c:pt>
                <c:pt idx="2156">
                  <c:v>29.897568795070381</c:v>
                </c:pt>
                <c:pt idx="2157">
                  <c:v>24.798985832882593</c:v>
                </c:pt>
                <c:pt idx="2158">
                  <c:v>19.559946982982307</c:v>
                </c:pt>
                <c:pt idx="2159">
                  <c:v>12.120435455084618</c:v>
                </c:pt>
                <c:pt idx="2160">
                  <c:v>18.549817354669198</c:v>
                </c:pt>
                <c:pt idx="2161">
                  <c:v>19.435587773506668</c:v>
                </c:pt>
                <c:pt idx="2162">
                  <c:v>21.492635670025781</c:v>
                </c:pt>
                <c:pt idx="2163">
                  <c:v>24.996323916562964</c:v>
                </c:pt>
                <c:pt idx="2164">
                  <c:v>27.096145656311791</c:v>
                </c:pt>
                <c:pt idx="2165">
                  <c:v>28.414540216533414</c:v>
                </c:pt>
                <c:pt idx="2166">
                  <c:v>28.584114266730413</c:v>
                </c:pt>
                <c:pt idx="2167">
                  <c:v>40.024392196509673</c:v>
                </c:pt>
                <c:pt idx="2168">
                  <c:v>40.52548180254702</c:v>
                </c:pt>
                <c:pt idx="2169">
                  <c:v>46.669217361912814</c:v>
                </c:pt>
                <c:pt idx="2170">
                  <c:v>49.908956804129545</c:v>
                </c:pt>
                <c:pt idx="2171">
                  <c:v>48.75128263018749</c:v>
                </c:pt>
                <c:pt idx="2172">
                  <c:v>47.195143859014074</c:v>
                </c:pt>
                <c:pt idx="2173">
                  <c:v>48.325931963139418</c:v>
                </c:pt>
                <c:pt idx="2174">
                  <c:v>49.955609938490014</c:v>
                </c:pt>
                <c:pt idx="2175">
                  <c:v>53.209922762809377</c:v>
                </c:pt>
                <c:pt idx="2176">
                  <c:v>51.310669992917511</c:v>
                </c:pt>
                <c:pt idx="2177">
                  <c:v>53.158534897856406</c:v>
                </c:pt>
                <c:pt idx="2178">
                  <c:v>53.768046589566218</c:v>
                </c:pt>
                <c:pt idx="2179">
                  <c:v>54.026396353673846</c:v>
                </c:pt>
                <c:pt idx="2180">
                  <c:v>56.732973140885719</c:v>
                </c:pt>
                <c:pt idx="2181">
                  <c:v>52.938399464000305</c:v>
                </c:pt>
                <c:pt idx="2182">
                  <c:v>59.125298196195679</c:v>
                </c:pt>
                <c:pt idx="2183">
                  <c:v>60.372817218953386</c:v>
                </c:pt>
                <c:pt idx="2184">
                  <c:v>63.237671200646595</c:v>
                </c:pt>
                <c:pt idx="2185">
                  <c:v>59.560500467897846</c:v>
                </c:pt>
                <c:pt idx="2186">
                  <c:v>66.613043569243558</c:v>
                </c:pt>
                <c:pt idx="2187">
                  <c:v>66.866022431683575</c:v>
                </c:pt>
                <c:pt idx="2188">
                  <c:v>68.170324404146356</c:v>
                </c:pt>
                <c:pt idx="2189">
                  <c:v>70.704909007794171</c:v>
                </c:pt>
                <c:pt idx="2190">
                  <c:v>74.264099274280056</c:v>
                </c:pt>
                <c:pt idx="2191">
                  <c:v>73.468735951353949</c:v>
                </c:pt>
                <c:pt idx="2192">
                  <c:v>74.007865038880013</c:v>
                </c:pt>
                <c:pt idx="2193">
                  <c:v>73.174932067478608</c:v>
                </c:pt>
                <c:pt idx="2194">
                  <c:v>75.111046713958658</c:v>
                </c:pt>
                <c:pt idx="2195">
                  <c:v>76.305496035822543</c:v>
                </c:pt>
                <c:pt idx="2196">
                  <c:v>76.249534496426364</c:v>
                </c:pt>
                <c:pt idx="2197">
                  <c:v>80.584421732659436</c:v>
                </c:pt>
                <c:pt idx="2198">
                  <c:v>82.3901254351956</c:v>
                </c:pt>
                <c:pt idx="2199">
                  <c:v>82.76545594871763</c:v>
                </c:pt>
                <c:pt idx="2200">
                  <c:v>84.773775006224668</c:v>
                </c:pt>
                <c:pt idx="2201">
                  <c:v>86.09941411091188</c:v>
                </c:pt>
                <c:pt idx="2202">
                  <c:v>88.119153867085998</c:v>
                </c:pt>
                <c:pt idx="2203">
                  <c:v>88.675194592013924</c:v>
                </c:pt>
                <c:pt idx="2204">
                  <c:v>86.47348563339493</c:v>
                </c:pt>
                <c:pt idx="2205">
                  <c:v>90.658945863821245</c:v>
                </c:pt>
                <c:pt idx="2206">
                  <c:v>91.331361072252747</c:v>
                </c:pt>
                <c:pt idx="2207">
                  <c:v>92.13880604921988</c:v>
                </c:pt>
                <c:pt idx="2208">
                  <c:v>92.178533297525803</c:v>
                </c:pt>
                <c:pt idx="2209">
                  <c:v>90.676323528841692</c:v>
                </c:pt>
                <c:pt idx="2210">
                  <c:v>96.288416823583731</c:v>
                </c:pt>
                <c:pt idx="2211">
                  <c:v>107.92593111429296</c:v>
                </c:pt>
                <c:pt idx="2212">
                  <c:v>115.11869925771437</c:v>
                </c:pt>
                <c:pt idx="2213">
                  <c:v>114.31540066177544</c:v>
                </c:pt>
                <c:pt idx="2214">
                  <c:v>112.84529220221012</c:v>
                </c:pt>
                <c:pt idx="2215">
                  <c:v>111.63243694806752</c:v>
                </c:pt>
                <c:pt idx="2216">
                  <c:v>114.00988512907587</c:v>
                </c:pt>
                <c:pt idx="2217">
                  <c:v>112.64779012387338</c:v>
                </c:pt>
                <c:pt idx="2218">
                  <c:v>111.09436528853885</c:v>
                </c:pt>
                <c:pt idx="2219">
                  <c:v>110.08819573439928</c:v>
                </c:pt>
                <c:pt idx="2220">
                  <c:v>108.79073033801217</c:v>
                </c:pt>
                <c:pt idx="2221">
                  <c:v>106.45376895056512</c:v>
                </c:pt>
                <c:pt idx="2222">
                  <c:v>108.1006503032516</c:v>
                </c:pt>
                <c:pt idx="2223">
                  <c:v>103.95639577350883</c:v>
                </c:pt>
                <c:pt idx="2224">
                  <c:v>103.87694576326285</c:v>
                </c:pt>
                <c:pt idx="2225">
                  <c:v>99.564818424190406</c:v>
                </c:pt>
                <c:pt idx="2226">
                  <c:v>92.955344030559743</c:v>
                </c:pt>
                <c:pt idx="2227">
                  <c:v>91.016235986647331</c:v>
                </c:pt>
                <c:pt idx="2228">
                  <c:v>82.426719718301271</c:v>
                </c:pt>
                <c:pt idx="2229">
                  <c:v>81.098330965835515</c:v>
                </c:pt>
                <c:pt idx="2230">
                  <c:v>82.929078953444559</c:v>
                </c:pt>
                <c:pt idx="2231">
                  <c:v>84.989956338144907</c:v>
                </c:pt>
                <c:pt idx="2232">
                  <c:v>83.182057474527738</c:v>
                </c:pt>
                <c:pt idx="2233">
                  <c:v>84.117459580302878</c:v>
                </c:pt>
                <c:pt idx="2234">
                  <c:v>87.396168383849002</c:v>
                </c:pt>
                <c:pt idx="2235">
                  <c:v>92.028267619966101</c:v>
                </c:pt>
                <c:pt idx="2236">
                  <c:v>93.816424905095403</c:v>
                </c:pt>
                <c:pt idx="2237">
                  <c:v>89.418356656656755</c:v>
                </c:pt>
                <c:pt idx="2238">
                  <c:v>82.975240083822641</c:v>
                </c:pt>
                <c:pt idx="2239">
                  <c:v>81.495061703092233</c:v>
                </c:pt>
                <c:pt idx="2240">
                  <c:v>84.932904906189805</c:v>
                </c:pt>
                <c:pt idx="2241">
                  <c:v>85.350530148186465</c:v>
                </c:pt>
                <c:pt idx="2242">
                  <c:v>86.481014254838513</c:v>
                </c:pt>
                <c:pt idx="2243">
                  <c:v>90.829782729445867</c:v>
                </c:pt>
                <c:pt idx="2244">
                  <c:v>86.346258587906405</c:v>
                </c:pt>
                <c:pt idx="2245">
                  <c:v>83.916026017987818</c:v>
                </c:pt>
                <c:pt idx="2246">
                  <c:v>83.865358414316191</c:v>
                </c:pt>
                <c:pt idx="2247">
                  <c:v>81.29357796627437</c:v>
                </c:pt>
                <c:pt idx="2248">
                  <c:v>82.113186706607536</c:v>
                </c:pt>
                <c:pt idx="2249">
                  <c:v>79.84868439360379</c:v>
                </c:pt>
                <c:pt idx="2250">
                  <c:v>73.919501857121972</c:v>
                </c:pt>
                <c:pt idx="2251">
                  <c:v>75.781159524637687</c:v>
                </c:pt>
                <c:pt idx="2252">
                  <c:v>71.94704514487367</c:v>
                </c:pt>
                <c:pt idx="2253">
                  <c:v>77.985258974071002</c:v>
                </c:pt>
                <c:pt idx="2254">
                  <c:v>75.259045723550514</c:v>
                </c:pt>
                <c:pt idx="2255">
                  <c:v>78.362822318460772</c:v>
                </c:pt>
                <c:pt idx="2256">
                  <c:v>78.321668266555974</c:v>
                </c:pt>
                <c:pt idx="2257">
                  <c:v>80.017643993828784</c:v>
                </c:pt>
                <c:pt idx="2258">
                  <c:v>82.44845742230001</c:v>
                </c:pt>
                <c:pt idx="2259">
                  <c:v>86.59703078247891</c:v>
                </c:pt>
                <c:pt idx="2260">
                  <c:v>91.344876496095125</c:v>
                </c:pt>
                <c:pt idx="2261">
                  <c:v>82.502874110316867</c:v>
                </c:pt>
                <c:pt idx="2262">
                  <c:v>76.751305792116753</c:v>
                </c:pt>
                <c:pt idx="2263">
                  <c:v>79.521887841384384</c:v>
                </c:pt>
                <c:pt idx="2264">
                  <c:v>79.455701739907397</c:v>
                </c:pt>
                <c:pt idx="2265">
                  <c:v>86.319635424570464</c:v>
                </c:pt>
                <c:pt idx="2266">
                  <c:v>84.408122415901104</c:v>
                </c:pt>
                <c:pt idx="2267">
                  <c:v>91.052735293810699</c:v>
                </c:pt>
                <c:pt idx="2268">
                  <c:v>87.849728012122569</c:v>
                </c:pt>
                <c:pt idx="2269">
                  <c:v>85.365817409747407</c:v>
                </c:pt>
                <c:pt idx="2270">
                  <c:v>83.602532805292455</c:v>
                </c:pt>
                <c:pt idx="2271">
                  <c:v>81.092582014789954</c:v>
                </c:pt>
                <c:pt idx="2272">
                  <c:v>79.510111541176443</c:v>
                </c:pt>
                <c:pt idx="2273">
                  <c:v>79.717950406705327</c:v>
                </c:pt>
                <c:pt idx="2274">
                  <c:v>77.765384847662716</c:v>
                </c:pt>
                <c:pt idx="2275">
                  <c:v>78.744167578866339</c:v>
                </c:pt>
                <c:pt idx="2276">
                  <c:v>76.045636835362799</c:v>
                </c:pt>
                <c:pt idx="2277">
                  <c:v>75.300930033306997</c:v>
                </c:pt>
                <c:pt idx="2278">
                  <c:v>75.267639822199882</c:v>
                </c:pt>
                <c:pt idx="2279">
                  <c:v>73.96674745046893</c:v>
                </c:pt>
                <c:pt idx="2280">
                  <c:v>75.041159994505449</c:v>
                </c:pt>
                <c:pt idx="2281">
                  <c:v>75.233766850606784</c:v>
                </c:pt>
                <c:pt idx="2282">
                  <c:v>72.818947948986761</c:v>
                </c:pt>
                <c:pt idx="2283">
                  <c:v>68.035772246919649</c:v>
                </c:pt>
                <c:pt idx="2284">
                  <c:v>67.037472157510408</c:v>
                </c:pt>
                <c:pt idx="2285">
                  <c:v>67.830527733982947</c:v>
                </c:pt>
                <c:pt idx="2286">
                  <c:v>65.16772062967523</c:v>
                </c:pt>
                <c:pt idx="2287">
                  <c:v>64.177953677753834</c:v>
                </c:pt>
                <c:pt idx="2288">
                  <c:v>61.66988291700477</c:v>
                </c:pt>
                <c:pt idx="2289">
                  <c:v>60.871260516695941</c:v>
                </c:pt>
                <c:pt idx="2290">
                  <c:v>58.795904688084356</c:v>
                </c:pt>
                <c:pt idx="2291">
                  <c:v>62.365983687163641</c:v>
                </c:pt>
                <c:pt idx="2292">
                  <c:v>55.069106196501238</c:v>
                </c:pt>
                <c:pt idx="2293">
                  <c:v>63.809867255180919</c:v>
                </c:pt>
                <c:pt idx="2294">
                  <c:v>72.551120716627523</c:v>
                </c:pt>
                <c:pt idx="2295">
                  <c:v>74.549616498192677</c:v>
                </c:pt>
                <c:pt idx="2296">
                  <c:v>75.476993655664984</c:v>
                </c:pt>
                <c:pt idx="2297">
                  <c:v>73.391044335468919</c:v>
                </c:pt>
                <c:pt idx="2298">
                  <c:v>76.681621069187429</c:v>
                </c:pt>
                <c:pt idx="2299">
                  <c:v>74.691655290813941</c:v>
                </c:pt>
                <c:pt idx="2300">
                  <c:v>72.765983421019911</c:v>
                </c:pt>
                <c:pt idx="2301">
                  <c:v>71.564952316171755</c:v>
                </c:pt>
                <c:pt idx="2302">
                  <c:v>74.578501392285688</c:v>
                </c:pt>
                <c:pt idx="2303">
                  <c:v>76.488607364693465</c:v>
                </c:pt>
                <c:pt idx="2304">
                  <c:v>77.932021748082121</c:v>
                </c:pt>
                <c:pt idx="2305">
                  <c:v>75.944096708556799</c:v>
                </c:pt>
                <c:pt idx="2306">
                  <c:v>67.295510094220333</c:v>
                </c:pt>
                <c:pt idx="2307">
                  <c:v>68.45196176745975</c:v>
                </c:pt>
                <c:pt idx="2308">
                  <c:v>67.828878344038884</c:v>
                </c:pt>
                <c:pt idx="2309">
                  <c:v>69.191840179696214</c:v>
                </c:pt>
                <c:pt idx="2310">
                  <c:v>70.24957063660473</c:v>
                </c:pt>
                <c:pt idx="2311">
                  <c:v>77.156870693899265</c:v>
                </c:pt>
                <c:pt idx="2312">
                  <c:v>77.90199295580193</c:v>
                </c:pt>
                <c:pt idx="2313">
                  <c:v>71.578161829294771</c:v>
                </c:pt>
                <c:pt idx="2314">
                  <c:v>71.943073825838965</c:v>
                </c:pt>
                <c:pt idx="2315">
                  <c:v>73.697732980215648</c:v>
                </c:pt>
                <c:pt idx="2316">
                  <c:v>72.924247860076704</c:v>
                </c:pt>
                <c:pt idx="2317">
                  <c:v>73.84268211689448</c:v>
                </c:pt>
                <c:pt idx="2318">
                  <c:v>75.849246729236924</c:v>
                </c:pt>
                <c:pt idx="2319">
                  <c:v>76.6715068595378</c:v>
                </c:pt>
                <c:pt idx="2320">
                  <c:v>79.240004858526433</c:v>
                </c:pt>
                <c:pt idx="2321">
                  <c:v>82.775427017137787</c:v>
                </c:pt>
                <c:pt idx="2322">
                  <c:v>89.59605243093462</c:v>
                </c:pt>
                <c:pt idx="2323">
                  <c:v>84.675699334428089</c:v>
                </c:pt>
                <c:pt idx="2324">
                  <c:v>83.245641730696278</c:v>
                </c:pt>
                <c:pt idx="2325">
                  <c:v>84.861658641819048</c:v>
                </c:pt>
                <c:pt idx="2326">
                  <c:v>87.557991990467258</c:v>
                </c:pt>
                <c:pt idx="2327">
                  <c:v>81.967147488017304</c:v>
                </c:pt>
                <c:pt idx="2328">
                  <c:v>85.630463002715686</c:v>
                </c:pt>
                <c:pt idx="2329">
                  <c:v>91.564618287371729</c:v>
                </c:pt>
                <c:pt idx="2330">
                  <c:v>94.88591121656556</c:v>
                </c:pt>
                <c:pt idx="2331">
                  <c:v>95.475550731873412</c:v>
                </c:pt>
                <c:pt idx="2332">
                  <c:v>95.486663004319027</c:v>
                </c:pt>
                <c:pt idx="2333">
                  <c:v>98.322983988271019</c:v>
                </c:pt>
                <c:pt idx="2334">
                  <c:v>96.1495718829391</c:v>
                </c:pt>
                <c:pt idx="2335">
                  <c:v>99.105175386933283</c:v>
                </c:pt>
                <c:pt idx="2336">
                  <c:v>102.09456803034706</c:v>
                </c:pt>
                <c:pt idx="2337">
                  <c:v>105.29266001917647</c:v>
                </c:pt>
                <c:pt idx="2338">
                  <c:v>104.15422684129052</c:v>
                </c:pt>
                <c:pt idx="2339">
                  <c:v>106.03106240490447</c:v>
                </c:pt>
                <c:pt idx="2340">
                  <c:v>107.44225768493423</c:v>
                </c:pt>
                <c:pt idx="2341">
                  <c:v>111.39938206770701</c:v>
                </c:pt>
                <c:pt idx="2342">
                  <c:v>116.24395444658622</c:v>
                </c:pt>
                <c:pt idx="2343">
                  <c:v>119.4290628605814</c:v>
                </c:pt>
                <c:pt idx="2344">
                  <c:v>119.10397549388976</c:v>
                </c:pt>
                <c:pt idx="2345">
                  <c:v>117.03589001022419</c:v>
                </c:pt>
                <c:pt idx="2346">
                  <c:v>118.08858904834727</c:v>
                </c:pt>
                <c:pt idx="2347">
                  <c:v>120.64767630518725</c:v>
                </c:pt>
                <c:pt idx="2348">
                  <c:v>122.69034143123264</c:v>
                </c:pt>
                <c:pt idx="2349">
                  <c:v>121.12987861794187</c:v>
                </c:pt>
                <c:pt idx="2350">
                  <c:v>121.77317879529329</c:v>
                </c:pt>
                <c:pt idx="2351">
                  <c:v>123.00340970762807</c:v>
                </c:pt>
                <c:pt idx="2352">
                  <c:v>125.98184014133716</c:v>
                </c:pt>
                <c:pt idx="2353">
                  <c:v>131.02352210182895</c:v>
                </c:pt>
                <c:pt idx="2354">
                  <c:v>126.80925827083283</c:v>
                </c:pt>
                <c:pt idx="2355">
                  <c:v>121.38596725792107</c:v>
                </c:pt>
                <c:pt idx="2356">
                  <c:v>119.87705169939427</c:v>
                </c:pt>
                <c:pt idx="2357">
                  <c:v>121.29689532131894</c:v>
                </c:pt>
                <c:pt idx="2358">
                  <c:v>119.0035635512065</c:v>
                </c:pt>
                <c:pt idx="2359">
                  <c:v>119.58096195401684</c:v>
                </c:pt>
                <c:pt idx="2360">
                  <c:v>123.84311437099777</c:v>
                </c:pt>
                <c:pt idx="2361">
                  <c:v>123.1030321547894</c:v>
                </c:pt>
                <c:pt idx="2362">
                  <c:v>114.12455955036374</c:v>
                </c:pt>
                <c:pt idx="2363">
                  <c:v>116.27499366883006</c:v>
                </c:pt>
                <c:pt idx="2364">
                  <c:v>120.20276287942896</c:v>
                </c:pt>
                <c:pt idx="2365">
                  <c:v>118.0825987071636</c:v>
                </c:pt>
                <c:pt idx="2366">
                  <c:v>118.28864035696745</c:v>
                </c:pt>
                <c:pt idx="2367">
                  <c:v>117.02575888575261</c:v>
                </c:pt>
                <c:pt idx="2368">
                  <c:v>115.54093766262645</c:v>
                </c:pt>
                <c:pt idx="2369">
                  <c:v>111.91416549689782</c:v>
                </c:pt>
                <c:pt idx="2370">
                  <c:v>99.789430469618779</c:v>
                </c:pt>
                <c:pt idx="2371">
                  <c:v>96.196536047277888</c:v>
                </c:pt>
                <c:pt idx="2372">
                  <c:v>88.578928286733159</c:v>
                </c:pt>
                <c:pt idx="2373">
                  <c:v>84.448455119494781</c:v>
                </c:pt>
                <c:pt idx="2374">
                  <c:v>79.168564304142066</c:v>
                </c:pt>
                <c:pt idx="2375">
                  <c:v>75.531573626472763</c:v>
                </c:pt>
                <c:pt idx="2376">
                  <c:v>72.136379851721699</c:v>
                </c:pt>
                <c:pt idx="2377">
                  <c:v>70.998309103803365</c:v>
                </c:pt>
                <c:pt idx="2378">
                  <c:v>69.266844084814593</c:v>
                </c:pt>
                <c:pt idx="2379">
                  <c:v>65.761899182722203</c:v>
                </c:pt>
                <c:pt idx="2380">
                  <c:v>66.315561648027028</c:v>
                </c:pt>
                <c:pt idx="2381">
                  <c:v>67.418571366411001</c:v>
                </c:pt>
                <c:pt idx="2382">
                  <c:v>61.628730878524934</c:v>
                </c:pt>
                <c:pt idx="2383">
                  <c:v>55.189803992376433</c:v>
                </c:pt>
                <c:pt idx="2384">
                  <c:v>50.726477436756589</c:v>
                </c:pt>
                <c:pt idx="2385">
                  <c:v>44.131960878655541</c:v>
                </c:pt>
                <c:pt idx="2386">
                  <c:v>41.685951653295319</c:v>
                </c:pt>
                <c:pt idx="2387">
                  <c:v>37.758198142423623</c:v>
                </c:pt>
                <c:pt idx="2388">
                  <c:v>33.672042887810719</c:v>
                </c:pt>
                <c:pt idx="2389">
                  <c:v>29.049380294567388</c:v>
                </c:pt>
                <c:pt idx="2390">
                  <c:v>30.156212488168471</c:v>
                </c:pt>
                <c:pt idx="2391">
                  <c:v>34.712187056878108</c:v>
                </c:pt>
                <c:pt idx="2392">
                  <c:v>28.135791731456308</c:v>
                </c:pt>
                <c:pt idx="2393">
                  <c:v>25.702520076193963</c:v>
                </c:pt>
                <c:pt idx="2394">
                  <c:v>24.751553014882308</c:v>
                </c:pt>
                <c:pt idx="2395">
                  <c:v>23.448702286002469</c:v>
                </c:pt>
                <c:pt idx="2396">
                  <c:v>21.160048708901968</c:v>
                </c:pt>
                <c:pt idx="2397">
                  <c:v>19.996060486766805</c:v>
                </c:pt>
                <c:pt idx="2398">
                  <c:v>14.928326651962285</c:v>
                </c:pt>
                <c:pt idx="2399">
                  <c:v>15.630322223623626</c:v>
                </c:pt>
                <c:pt idx="2400">
                  <c:v>16.249465275989142</c:v>
                </c:pt>
                <c:pt idx="2401">
                  <c:v>16.680204651268618</c:v>
                </c:pt>
                <c:pt idx="2402">
                  <c:v>15.464372624833548</c:v>
                </c:pt>
                <c:pt idx="2403">
                  <c:v>13.443483794756787</c:v>
                </c:pt>
                <c:pt idx="2404">
                  <c:v>6.5638121292920797</c:v>
                </c:pt>
                <c:pt idx="2405">
                  <c:v>2.1118402427663714</c:v>
                </c:pt>
                <c:pt idx="2406">
                  <c:v>-3.7395368934093955</c:v>
                </c:pt>
                <c:pt idx="2407">
                  <c:v>-6.0984860108099062</c:v>
                </c:pt>
                <c:pt idx="2408">
                  <c:v>-5.6566386125780692</c:v>
                </c:pt>
                <c:pt idx="2409">
                  <c:v>-8.9793373279455029</c:v>
                </c:pt>
                <c:pt idx="2410">
                  <c:v>-8.5777279551074948</c:v>
                </c:pt>
                <c:pt idx="2411">
                  <c:v>-9.8415512990794358</c:v>
                </c:pt>
                <c:pt idx="2412">
                  <c:v>-10.537806946955472</c:v>
                </c:pt>
                <c:pt idx="2413">
                  <c:v>-11.685874080322645</c:v>
                </c:pt>
                <c:pt idx="2414">
                  <c:v>-13.076538363762781</c:v>
                </c:pt>
                <c:pt idx="2415">
                  <c:v>-20.537135243011843</c:v>
                </c:pt>
                <c:pt idx="2416">
                  <c:v>-22.730898876423659</c:v>
                </c:pt>
                <c:pt idx="2417">
                  <c:v>-23.587681301955037</c:v>
                </c:pt>
                <c:pt idx="2418">
                  <c:v>-20.98032575671813</c:v>
                </c:pt>
                <c:pt idx="2419">
                  <c:v>-17.457958358854746</c:v>
                </c:pt>
                <c:pt idx="2420">
                  <c:v>-14.539857950360883</c:v>
                </c:pt>
                <c:pt idx="2421">
                  <c:v>-15.194698238005545</c:v>
                </c:pt>
                <c:pt idx="2422">
                  <c:v>-22.831690164755344</c:v>
                </c:pt>
                <c:pt idx="2423">
                  <c:v>-20.694616506648703</c:v>
                </c:pt>
                <c:pt idx="2424">
                  <c:v>-19.820248351115744</c:v>
                </c:pt>
                <c:pt idx="2425">
                  <c:v>-15.83785371160563</c:v>
                </c:pt>
                <c:pt idx="2426">
                  <c:v>-18.566023444810156</c:v>
                </c:pt>
                <c:pt idx="2427">
                  <c:v>-23.839430480699892</c:v>
                </c:pt>
                <c:pt idx="2428">
                  <c:v>-18.734914922832484</c:v>
                </c:pt>
                <c:pt idx="2429">
                  <c:v>-17.310634425626883</c:v>
                </c:pt>
                <c:pt idx="2430">
                  <c:v>-17.905385666194924</c:v>
                </c:pt>
                <c:pt idx="2431">
                  <c:v>-21.027667307991333</c:v>
                </c:pt>
                <c:pt idx="2432">
                  <c:v>-21.082978444196442</c:v>
                </c:pt>
                <c:pt idx="2433">
                  <c:v>-22.05824617195082</c:v>
                </c:pt>
                <c:pt idx="2434">
                  <c:v>-24.308335660375569</c:v>
                </c:pt>
                <c:pt idx="2435">
                  <c:v>-25.746934870100844</c:v>
                </c:pt>
                <c:pt idx="2436">
                  <c:v>-22.791933865207294</c:v>
                </c:pt>
                <c:pt idx="2437">
                  <c:v>-24.474440343177505</c:v>
                </c:pt>
                <c:pt idx="2438">
                  <c:v>-25.822586982456073</c:v>
                </c:pt>
                <c:pt idx="2439">
                  <c:v>-29.276788456814266</c:v>
                </c:pt>
                <c:pt idx="2440">
                  <c:v>-26.276025132110057</c:v>
                </c:pt>
                <c:pt idx="2441">
                  <c:v>-20.842461978331972</c:v>
                </c:pt>
                <c:pt idx="2442">
                  <c:v>-22.646578357124017</c:v>
                </c:pt>
                <c:pt idx="2443">
                  <c:v>-25.915301290710826</c:v>
                </c:pt>
                <c:pt idx="2444">
                  <c:v>-28.150856113555925</c:v>
                </c:pt>
                <c:pt idx="2445">
                  <c:v>-30.534128369788274</c:v>
                </c:pt>
                <c:pt idx="2446">
                  <c:v>-29.439191263778248</c:v>
                </c:pt>
                <c:pt idx="2447">
                  <c:v>-30.138996843623893</c:v>
                </c:pt>
                <c:pt idx="2448">
                  <c:v>-29.056225246934865</c:v>
                </c:pt>
                <c:pt idx="2449">
                  <c:v>-32.345365092640719</c:v>
                </c:pt>
                <c:pt idx="2450">
                  <c:v>-32.043056275369381</c:v>
                </c:pt>
                <c:pt idx="2451">
                  <c:v>-30.611802506212204</c:v>
                </c:pt>
                <c:pt idx="2452">
                  <c:v>-29.876436938721902</c:v>
                </c:pt>
                <c:pt idx="2453">
                  <c:v>-33.93394869792575</c:v>
                </c:pt>
                <c:pt idx="2454">
                  <c:v>-31.436450095114612</c:v>
                </c:pt>
                <c:pt idx="2455">
                  <c:v>-30.140957532112871</c:v>
                </c:pt>
                <c:pt idx="2456">
                  <c:v>-33.943397062649396</c:v>
                </c:pt>
                <c:pt idx="2457">
                  <c:v>-35.094200049244364</c:v>
                </c:pt>
                <c:pt idx="2458">
                  <c:v>-37.320237807932806</c:v>
                </c:pt>
                <c:pt idx="2459">
                  <c:v>-36.995718510114742</c:v>
                </c:pt>
                <c:pt idx="2460">
                  <c:v>-36.574133875102476</c:v>
                </c:pt>
                <c:pt idx="2461">
                  <c:v>-35.89219838917883</c:v>
                </c:pt>
                <c:pt idx="2462">
                  <c:v>-35.710483033235974</c:v>
                </c:pt>
                <c:pt idx="2463">
                  <c:v>-36.12293741174404</c:v>
                </c:pt>
                <c:pt idx="2464">
                  <c:v>-38.278941517896897</c:v>
                </c:pt>
                <c:pt idx="2465">
                  <c:v>-39.857827839739919</c:v>
                </c:pt>
                <c:pt idx="2466">
                  <c:v>-38.940172841893769</c:v>
                </c:pt>
                <c:pt idx="2467">
                  <c:v>-38.027811354192323</c:v>
                </c:pt>
                <c:pt idx="2468">
                  <c:v>-39.321453862990154</c:v>
                </c:pt>
                <c:pt idx="2469">
                  <c:v>-42.534288588420324</c:v>
                </c:pt>
                <c:pt idx="2470">
                  <c:v>-34.626041837120979</c:v>
                </c:pt>
                <c:pt idx="2471">
                  <c:v>-35.92035016168991</c:v>
                </c:pt>
                <c:pt idx="2472">
                  <c:v>-40.642757902335518</c:v>
                </c:pt>
                <c:pt idx="2473">
                  <c:v>-36.724577470470678</c:v>
                </c:pt>
                <c:pt idx="2474">
                  <c:v>-34.918902120931961</c:v>
                </c:pt>
                <c:pt idx="2475">
                  <c:v>-32.509954763379973</c:v>
                </c:pt>
                <c:pt idx="2476">
                  <c:v>-32.882153364471492</c:v>
                </c:pt>
                <c:pt idx="2477">
                  <c:v>-31.465103710637145</c:v>
                </c:pt>
                <c:pt idx="2478">
                  <c:v>-33.445602324680543</c:v>
                </c:pt>
                <c:pt idx="2479">
                  <c:v>-30.247137450581473</c:v>
                </c:pt>
                <c:pt idx="2480">
                  <c:v>-30.167009483419235</c:v>
                </c:pt>
                <c:pt idx="2481">
                  <c:v>-29.24466097631646</c:v>
                </c:pt>
                <c:pt idx="2482">
                  <c:v>-30.634316973834096</c:v>
                </c:pt>
                <c:pt idx="2483">
                  <c:v>-32.600005856067895</c:v>
                </c:pt>
                <c:pt idx="2484">
                  <c:v>-32.704345962142817</c:v>
                </c:pt>
                <c:pt idx="2485">
                  <c:v>-35.25556363923851</c:v>
                </c:pt>
                <c:pt idx="2486">
                  <c:v>-24.207279095841066</c:v>
                </c:pt>
                <c:pt idx="2487">
                  <c:v>-27.353866338026211</c:v>
                </c:pt>
                <c:pt idx="2488">
                  <c:v>-24.238172186340307</c:v>
                </c:pt>
                <c:pt idx="2489">
                  <c:v>-23.619031298632667</c:v>
                </c:pt>
                <c:pt idx="2490">
                  <c:v>-23.458975996832123</c:v>
                </c:pt>
                <c:pt idx="2491">
                  <c:v>-24.196643969322931</c:v>
                </c:pt>
                <c:pt idx="2492">
                  <c:v>-28.227214338707316</c:v>
                </c:pt>
                <c:pt idx="2493">
                  <c:v>-28.596092103762842</c:v>
                </c:pt>
                <c:pt idx="2494">
                  <c:v>-27.454180818483319</c:v>
                </c:pt>
                <c:pt idx="2495">
                  <c:v>-27.179115736259156</c:v>
                </c:pt>
                <c:pt idx="2496">
                  <c:v>-25.68007973881107</c:v>
                </c:pt>
                <c:pt idx="2497">
                  <c:v>-24.786267394526725</c:v>
                </c:pt>
                <c:pt idx="2498">
                  <c:v>-25.679175911218813</c:v>
                </c:pt>
                <c:pt idx="2499">
                  <c:v>-26.426258396881433</c:v>
                </c:pt>
                <c:pt idx="2500">
                  <c:v>-26.45731676477795</c:v>
                </c:pt>
                <c:pt idx="2501">
                  <c:v>-26.916761708034237</c:v>
                </c:pt>
                <c:pt idx="2502">
                  <c:v>-26.143450209842083</c:v>
                </c:pt>
                <c:pt idx="2503">
                  <c:v>-27.086961540948007</c:v>
                </c:pt>
                <c:pt idx="2504">
                  <c:v>-24.349034540417495</c:v>
                </c:pt>
                <c:pt idx="2505">
                  <c:v>-24.608327828087056</c:v>
                </c:pt>
                <c:pt idx="2506">
                  <c:v>-19.844068988589243</c:v>
                </c:pt>
                <c:pt idx="2507">
                  <c:v>-18.239306117345677</c:v>
                </c:pt>
                <c:pt idx="2508">
                  <c:v>-17.716335858400768</c:v>
                </c:pt>
                <c:pt idx="2509">
                  <c:v>-19.222689488559894</c:v>
                </c:pt>
                <c:pt idx="2510">
                  <c:v>-17.258660985627905</c:v>
                </c:pt>
                <c:pt idx="2511">
                  <c:v>-15.866583074261593</c:v>
                </c:pt>
                <c:pt idx="2512">
                  <c:v>-16.630524303848084</c:v>
                </c:pt>
                <c:pt idx="2513">
                  <c:v>-16.610589088941648</c:v>
                </c:pt>
                <c:pt idx="2514">
                  <c:v>-15.824633543145726</c:v>
                </c:pt>
                <c:pt idx="2515">
                  <c:v>-17.260889646508122</c:v>
                </c:pt>
                <c:pt idx="2516">
                  <c:v>-20.899115239519091</c:v>
                </c:pt>
                <c:pt idx="2517">
                  <c:v>-16.753517812688614</c:v>
                </c:pt>
                <c:pt idx="2518">
                  <c:v>-17.102690848724265</c:v>
                </c:pt>
                <c:pt idx="2519">
                  <c:v>-15.702757204222385</c:v>
                </c:pt>
                <c:pt idx="2520">
                  <c:v>-14.716275008388747</c:v>
                </c:pt>
                <c:pt idx="2521">
                  <c:v>-16.652151990525084</c:v>
                </c:pt>
                <c:pt idx="2522">
                  <c:v>-17.890326201618276</c:v>
                </c:pt>
                <c:pt idx="2523">
                  <c:v>-18.860433848068659</c:v>
                </c:pt>
                <c:pt idx="2524">
                  <c:v>-12.426101702577114</c:v>
                </c:pt>
                <c:pt idx="2525">
                  <c:v>-14.060660983515042</c:v>
                </c:pt>
                <c:pt idx="2526">
                  <c:v>-8.693853397836488</c:v>
                </c:pt>
                <c:pt idx="2527">
                  <c:v>-6.9571183262226404</c:v>
                </c:pt>
                <c:pt idx="2528">
                  <c:v>-7.1573027605818114</c:v>
                </c:pt>
                <c:pt idx="2529">
                  <c:v>-5.5996164184660016</c:v>
                </c:pt>
                <c:pt idx="2530">
                  <c:v>-5.623448301208092</c:v>
                </c:pt>
                <c:pt idx="2531">
                  <c:v>-3.1485598871483029</c:v>
                </c:pt>
                <c:pt idx="2532">
                  <c:v>-0.97368904839894288</c:v>
                </c:pt>
                <c:pt idx="2533">
                  <c:v>1.7111133375324117</c:v>
                </c:pt>
                <c:pt idx="2534">
                  <c:v>-1.9969420979301993</c:v>
                </c:pt>
                <c:pt idx="2535">
                  <c:v>-5.3189678273188097</c:v>
                </c:pt>
                <c:pt idx="2536">
                  <c:v>-5.4957594769502336</c:v>
                </c:pt>
                <c:pt idx="2537">
                  <c:v>4.8224552398869998</c:v>
                </c:pt>
                <c:pt idx="2538">
                  <c:v>7.0437085943082298</c:v>
                </c:pt>
                <c:pt idx="2539">
                  <c:v>7.3082917123536193</c:v>
                </c:pt>
                <c:pt idx="2540">
                  <c:v>6.4512835012307743</c:v>
                </c:pt>
                <c:pt idx="2541">
                  <c:v>9.9264008201983671</c:v>
                </c:pt>
                <c:pt idx="2542">
                  <c:v>10.90094760068386</c:v>
                </c:pt>
                <c:pt idx="2543">
                  <c:v>12.161794488587574</c:v>
                </c:pt>
                <c:pt idx="2544">
                  <c:v>11.787571105786446</c:v>
                </c:pt>
                <c:pt idx="2545">
                  <c:v>16.955002843143241</c:v>
                </c:pt>
                <c:pt idx="2546">
                  <c:v>17.606223460264037</c:v>
                </c:pt>
                <c:pt idx="2547">
                  <c:v>16.45190000960412</c:v>
                </c:pt>
                <c:pt idx="2548">
                  <c:v>16.268132658053428</c:v>
                </c:pt>
                <c:pt idx="2549">
                  <c:v>15.483275458305714</c:v>
                </c:pt>
                <c:pt idx="2550">
                  <c:v>19.750614698306904</c:v>
                </c:pt>
                <c:pt idx="2551">
                  <c:v>20.718204158704985</c:v>
                </c:pt>
                <c:pt idx="2552">
                  <c:v>26.327971197787047</c:v>
                </c:pt>
                <c:pt idx="2553">
                  <c:v>25.662360940513672</c:v>
                </c:pt>
                <c:pt idx="2554">
                  <c:v>24.599278833136925</c:v>
                </c:pt>
                <c:pt idx="2555">
                  <c:v>30.08595734926827</c:v>
                </c:pt>
                <c:pt idx="2556">
                  <c:v>33.265647533541177</c:v>
                </c:pt>
                <c:pt idx="2557">
                  <c:v>31.90626964269239</c:v>
                </c:pt>
                <c:pt idx="2558">
                  <c:v>30.310633688934931</c:v>
                </c:pt>
                <c:pt idx="2559">
                  <c:v>33.580632518878531</c:v>
                </c:pt>
                <c:pt idx="2560">
                  <c:v>33.084438352914297</c:v>
                </c:pt>
                <c:pt idx="2561">
                  <c:v>36.016323867642647</c:v>
                </c:pt>
                <c:pt idx="2562">
                  <c:v>36.822336834825023</c:v>
                </c:pt>
                <c:pt idx="2563">
                  <c:v>36.973324657813421</c:v>
                </c:pt>
                <c:pt idx="2564">
                  <c:v>29.420757857342558</c:v>
                </c:pt>
                <c:pt idx="2565">
                  <c:v>38.492983592128503</c:v>
                </c:pt>
                <c:pt idx="2566">
                  <c:v>41.557968452280022</c:v>
                </c:pt>
                <c:pt idx="2567">
                  <c:v>44.898974399275588</c:v>
                </c:pt>
                <c:pt idx="2568">
                  <c:v>46.935864687213325</c:v>
                </c:pt>
                <c:pt idx="2569">
                  <c:v>49.558865674253319</c:v>
                </c:pt>
                <c:pt idx="2570">
                  <c:v>51.49140814481121</c:v>
                </c:pt>
                <c:pt idx="2571">
                  <c:v>50.443366380478416</c:v>
                </c:pt>
                <c:pt idx="2572">
                  <c:v>48.691116470427808</c:v>
                </c:pt>
                <c:pt idx="2573">
                  <c:v>47.169012272173397</c:v>
                </c:pt>
                <c:pt idx="2574">
                  <c:v>45.521765083448855</c:v>
                </c:pt>
                <c:pt idx="2575">
                  <c:v>45.181722553355456</c:v>
                </c:pt>
                <c:pt idx="2576">
                  <c:v>44.705479439138543</c:v>
                </c:pt>
                <c:pt idx="2577">
                  <c:v>42.81192612304789</c:v>
                </c:pt>
                <c:pt idx="2578">
                  <c:v>44.313501415703115</c:v>
                </c:pt>
                <c:pt idx="2579">
                  <c:v>43.812744990425585</c:v>
                </c:pt>
                <c:pt idx="2580">
                  <c:v>42.32854851365915</c:v>
                </c:pt>
                <c:pt idx="2581">
                  <c:v>41.089137002365234</c:v>
                </c:pt>
                <c:pt idx="2582">
                  <c:v>42.425628263020641</c:v>
                </c:pt>
                <c:pt idx="2583">
                  <c:v>44.052667321821318</c:v>
                </c:pt>
                <c:pt idx="2584">
                  <c:v>44.63097483171007</c:v>
                </c:pt>
                <c:pt idx="2585">
                  <c:v>41.998048161947004</c:v>
                </c:pt>
                <c:pt idx="2586">
                  <c:v>46.709159078367946</c:v>
                </c:pt>
                <c:pt idx="2587">
                  <c:v>44.96237896348913</c:v>
                </c:pt>
                <c:pt idx="2588">
                  <c:v>46.02715516074975</c:v>
                </c:pt>
                <c:pt idx="2589">
                  <c:v>46.408013886745657</c:v>
                </c:pt>
                <c:pt idx="2590">
                  <c:v>46.578979558982091</c:v>
                </c:pt>
                <c:pt idx="2591">
                  <c:v>46.328726957030341</c:v>
                </c:pt>
                <c:pt idx="2592">
                  <c:v>48.373253942929068</c:v>
                </c:pt>
                <c:pt idx="2593">
                  <c:v>50.514860452866628</c:v>
                </c:pt>
                <c:pt idx="2594">
                  <c:v>52.730516649929257</c:v>
                </c:pt>
                <c:pt idx="2595">
                  <c:v>55.57081711616808</c:v>
                </c:pt>
                <c:pt idx="2596">
                  <c:v>56.015554308192741</c:v>
                </c:pt>
                <c:pt idx="2597">
                  <c:v>63.12384063755367</c:v>
                </c:pt>
                <c:pt idx="2598">
                  <c:v>73.26768967190651</c:v>
                </c:pt>
                <c:pt idx="2599">
                  <c:v>77.723855244324767</c:v>
                </c:pt>
                <c:pt idx="2600">
                  <c:v>76.686824426184955</c:v>
                </c:pt>
                <c:pt idx="2601">
                  <c:v>75.544929711431763</c:v>
                </c:pt>
                <c:pt idx="2602">
                  <c:v>78.313587997792183</c:v>
                </c:pt>
                <c:pt idx="2603">
                  <c:v>78.758116680730438</c:v>
                </c:pt>
                <c:pt idx="2604">
                  <c:v>80.593659189710294</c:v>
                </c:pt>
                <c:pt idx="2605">
                  <c:v>79.371023016011065</c:v>
                </c:pt>
                <c:pt idx="2606">
                  <c:v>80.002672357415861</c:v>
                </c:pt>
                <c:pt idx="2607">
                  <c:v>78.775702258194059</c:v>
                </c:pt>
                <c:pt idx="2608">
                  <c:v>79.239067030501815</c:v>
                </c:pt>
                <c:pt idx="2609">
                  <c:v>82.902509700858445</c:v>
                </c:pt>
                <c:pt idx="2610">
                  <c:v>88.019807522636512</c:v>
                </c:pt>
                <c:pt idx="2611">
                  <c:v>90.86205599126427</c:v>
                </c:pt>
                <c:pt idx="2612">
                  <c:v>90.364140065619381</c:v>
                </c:pt>
                <c:pt idx="2613">
                  <c:v>84.592791061038355</c:v>
                </c:pt>
                <c:pt idx="2614">
                  <c:v>83.474826161549942</c:v>
                </c:pt>
                <c:pt idx="2615">
                  <c:v>84.686010891027905</c:v>
                </c:pt>
                <c:pt idx="2616">
                  <c:v>82.29297703917895</c:v>
                </c:pt>
                <c:pt idx="2617">
                  <c:v>80.069909839100248</c:v>
                </c:pt>
                <c:pt idx="2618">
                  <c:v>79.171204863409272</c:v>
                </c:pt>
                <c:pt idx="2619">
                  <c:v>80.850913605148776</c:v>
                </c:pt>
                <c:pt idx="2620">
                  <c:v>80.337418062160381</c:v>
                </c:pt>
                <c:pt idx="2621">
                  <c:v>76.583542008689236</c:v>
                </c:pt>
                <c:pt idx="2622">
                  <c:v>72.368339627958918</c:v>
                </c:pt>
                <c:pt idx="2623">
                  <c:v>73.963413631831159</c:v>
                </c:pt>
                <c:pt idx="2624">
                  <c:v>72.224473654335853</c:v>
                </c:pt>
                <c:pt idx="2625">
                  <c:v>71.320443799640969</c:v>
                </c:pt>
                <c:pt idx="2626">
                  <c:v>76.666154177607865</c:v>
                </c:pt>
                <c:pt idx="2627">
                  <c:v>75.707073157233268</c:v>
                </c:pt>
                <c:pt idx="2628">
                  <c:v>73.761633446296429</c:v>
                </c:pt>
                <c:pt idx="2629">
                  <c:v>69.045514834109255</c:v>
                </c:pt>
                <c:pt idx="2630">
                  <c:v>67.006275346326007</c:v>
                </c:pt>
                <c:pt idx="2631">
                  <c:v>63.608332204133497</c:v>
                </c:pt>
                <c:pt idx="2632">
                  <c:v>60.806313431386343</c:v>
                </c:pt>
                <c:pt idx="2633">
                  <c:v>59.73328611615964</c:v>
                </c:pt>
                <c:pt idx="2634">
                  <c:v>60.114742950579419</c:v>
                </c:pt>
                <c:pt idx="2635">
                  <c:v>56.897842288179753</c:v>
                </c:pt>
                <c:pt idx="2636">
                  <c:v>56.841358670219577</c:v>
                </c:pt>
                <c:pt idx="2637">
                  <c:v>56.284140789716652</c:v>
                </c:pt>
                <c:pt idx="2638">
                  <c:v>55.562423263884028</c:v>
                </c:pt>
                <c:pt idx="2639">
                  <c:v>56.33947551586116</c:v>
                </c:pt>
                <c:pt idx="2640">
                  <c:v>54.974216535912305</c:v>
                </c:pt>
                <c:pt idx="2641">
                  <c:v>52.581098911059875</c:v>
                </c:pt>
                <c:pt idx="2642">
                  <c:v>54.590131262303174</c:v>
                </c:pt>
                <c:pt idx="2643">
                  <c:v>55.150347617700767</c:v>
                </c:pt>
                <c:pt idx="2644">
                  <c:v>53.633343406728613</c:v>
                </c:pt>
                <c:pt idx="2645">
                  <c:v>53.356128680399017</c:v>
                </c:pt>
                <c:pt idx="2646">
                  <c:v>51.853737318830014</c:v>
                </c:pt>
                <c:pt idx="2647">
                  <c:v>52.830632392006748</c:v>
                </c:pt>
                <c:pt idx="2648">
                  <c:v>54.379452709293787</c:v>
                </c:pt>
                <c:pt idx="2649">
                  <c:v>59.636928469054411</c:v>
                </c:pt>
                <c:pt idx="2650">
                  <c:v>57.749968661668753</c:v>
                </c:pt>
                <c:pt idx="2651">
                  <c:v>56.814422394609899</c:v>
                </c:pt>
                <c:pt idx="2652">
                  <c:v>56.12246917802748</c:v>
                </c:pt>
                <c:pt idx="2653">
                  <c:v>56.782089777279488</c:v>
                </c:pt>
                <c:pt idx="2654">
                  <c:v>55.511526153498181</c:v>
                </c:pt>
                <c:pt idx="2655">
                  <c:v>52.90302446837714</c:v>
                </c:pt>
                <c:pt idx="2656">
                  <c:v>52.788608035922529</c:v>
                </c:pt>
                <c:pt idx="2657">
                  <c:v>52.775436256214988</c:v>
                </c:pt>
                <c:pt idx="2658">
                  <c:v>51.108132271098221</c:v>
                </c:pt>
                <c:pt idx="2659">
                  <c:v>48.643915431304308</c:v>
                </c:pt>
                <c:pt idx="2660">
                  <c:v>45.272644764515576</c:v>
                </c:pt>
                <c:pt idx="2661">
                  <c:v>43.653850648551732</c:v>
                </c:pt>
                <c:pt idx="2662">
                  <c:v>40.628757983137206</c:v>
                </c:pt>
                <c:pt idx="2663">
                  <c:v>39.826178992615958</c:v>
                </c:pt>
                <c:pt idx="2664">
                  <c:v>41.244023323237478</c:v>
                </c:pt>
                <c:pt idx="2665">
                  <c:v>42.606519687920652</c:v>
                </c:pt>
                <c:pt idx="2666">
                  <c:v>41.466343618314795</c:v>
                </c:pt>
                <c:pt idx="2667">
                  <c:v>43.421035688193136</c:v>
                </c:pt>
                <c:pt idx="2668">
                  <c:v>43.155665158893605</c:v>
                </c:pt>
                <c:pt idx="2669">
                  <c:v>40.895784545882634</c:v>
                </c:pt>
                <c:pt idx="2670">
                  <c:v>39.202607093505684</c:v>
                </c:pt>
                <c:pt idx="2671">
                  <c:v>36.484039493173398</c:v>
                </c:pt>
                <c:pt idx="2672">
                  <c:v>39.072247098976597</c:v>
                </c:pt>
                <c:pt idx="2673">
                  <c:v>39.892442050513694</c:v>
                </c:pt>
                <c:pt idx="2674">
                  <c:v>42.221615356201021</c:v>
                </c:pt>
                <c:pt idx="2675">
                  <c:v>36.804360325449011</c:v>
                </c:pt>
                <c:pt idx="2676">
                  <c:v>42.588682588143442</c:v>
                </c:pt>
                <c:pt idx="2677">
                  <c:v>43.505700343712199</c:v>
                </c:pt>
                <c:pt idx="2678">
                  <c:v>42.733533885407169</c:v>
                </c:pt>
                <c:pt idx="2679">
                  <c:v>42.829484169500027</c:v>
                </c:pt>
                <c:pt idx="2680">
                  <c:v>45.07332348041551</c:v>
                </c:pt>
                <c:pt idx="2681">
                  <c:v>49.476906864989601</c:v>
                </c:pt>
                <c:pt idx="2682">
                  <c:v>50.73360946736269</c:v>
                </c:pt>
                <c:pt idx="2683">
                  <c:v>54.400016280866886</c:v>
                </c:pt>
                <c:pt idx="2684">
                  <c:v>53.670203848063707</c:v>
                </c:pt>
                <c:pt idx="2685">
                  <c:v>52.851472223942018</c:v>
                </c:pt>
                <c:pt idx="2686">
                  <c:v>50.449732999987717</c:v>
                </c:pt>
                <c:pt idx="2687">
                  <c:v>52.286092040647027</c:v>
                </c:pt>
                <c:pt idx="2688">
                  <c:v>50.317779644374795</c:v>
                </c:pt>
                <c:pt idx="2689">
                  <c:v>51.812789407802796</c:v>
                </c:pt>
                <c:pt idx="2690">
                  <c:v>54.517513149683964</c:v>
                </c:pt>
                <c:pt idx="2691">
                  <c:v>51.564480927547123</c:v>
                </c:pt>
                <c:pt idx="2692">
                  <c:v>55.490228547474963</c:v>
                </c:pt>
                <c:pt idx="2693">
                  <c:v>52.439924785559022</c:v>
                </c:pt>
                <c:pt idx="2694">
                  <c:v>56.449540160231031</c:v>
                </c:pt>
                <c:pt idx="2695">
                  <c:v>49.130390514611172</c:v>
                </c:pt>
                <c:pt idx="2696">
                  <c:v>60.033628423458055</c:v>
                </c:pt>
                <c:pt idx="2697">
                  <c:v>59.206151595495356</c:v>
                </c:pt>
                <c:pt idx="2698">
                  <c:v>59.135838925972664</c:v>
                </c:pt>
                <c:pt idx="2699">
                  <c:v>59.0370104267652</c:v>
                </c:pt>
                <c:pt idx="2700">
                  <c:v>59.819571790765956</c:v>
                </c:pt>
                <c:pt idx="2701">
                  <c:v>61.269617217236764</c:v>
                </c:pt>
                <c:pt idx="2702">
                  <c:v>61.398600267947032</c:v>
                </c:pt>
                <c:pt idx="2703">
                  <c:v>61.10904273117908</c:v>
                </c:pt>
                <c:pt idx="2704">
                  <c:v>58.742140030760908</c:v>
                </c:pt>
                <c:pt idx="2705">
                  <c:v>60.44251409187072</c:v>
                </c:pt>
                <c:pt idx="2706">
                  <c:v>60.731557261049083</c:v>
                </c:pt>
                <c:pt idx="2707">
                  <c:v>59.296237508282488</c:v>
                </c:pt>
                <c:pt idx="2708">
                  <c:v>54.832981926527076</c:v>
                </c:pt>
                <c:pt idx="2709">
                  <c:v>59.735909629708274</c:v>
                </c:pt>
                <c:pt idx="2710">
                  <c:v>59.578851278877863</c:v>
                </c:pt>
                <c:pt idx="2711">
                  <c:v>61.234457102247141</c:v>
                </c:pt>
                <c:pt idx="2712">
                  <c:v>59.838431053457185</c:v>
                </c:pt>
                <c:pt idx="2713">
                  <c:v>60.38137567597677</c:v>
                </c:pt>
                <c:pt idx="2714">
                  <c:v>63.140040534644825</c:v>
                </c:pt>
                <c:pt idx="2715">
                  <c:v>63.207688453824403</c:v>
                </c:pt>
                <c:pt idx="2716">
                  <c:v>66.140527461669876</c:v>
                </c:pt>
                <c:pt idx="2717">
                  <c:v>72.535067863638389</c:v>
                </c:pt>
                <c:pt idx="2718">
                  <c:v>72.351032908713293</c:v>
                </c:pt>
                <c:pt idx="2719">
                  <c:v>72.478168618158975</c:v>
                </c:pt>
                <c:pt idx="2720">
                  <c:v>77.52261000408609</c:v>
                </c:pt>
                <c:pt idx="2721">
                  <c:v>82.712518520258683</c:v>
                </c:pt>
                <c:pt idx="2722">
                  <c:v>84.381847752425216</c:v>
                </c:pt>
                <c:pt idx="2723">
                  <c:v>85.363615022189961</c:v>
                </c:pt>
                <c:pt idx="2724">
                  <c:v>87.704824621806068</c:v>
                </c:pt>
                <c:pt idx="2725">
                  <c:v>87.503093802631184</c:v>
                </c:pt>
                <c:pt idx="2726">
                  <c:v>88.311451768001021</c:v>
                </c:pt>
                <c:pt idx="2727">
                  <c:v>88.333280546793915</c:v>
                </c:pt>
                <c:pt idx="2728">
                  <c:v>89.313826359795897</c:v>
                </c:pt>
                <c:pt idx="2729">
                  <c:v>91.255846330812517</c:v>
                </c:pt>
                <c:pt idx="2730">
                  <c:v>95.072431214312473</c:v>
                </c:pt>
                <c:pt idx="2731">
                  <c:v>100.48289766839953</c:v>
                </c:pt>
                <c:pt idx="2732">
                  <c:v>100.43774641319217</c:v>
                </c:pt>
                <c:pt idx="2733">
                  <c:v>102.56265105356036</c:v>
                </c:pt>
                <c:pt idx="2734">
                  <c:v>101.36410500441418</c:v>
                </c:pt>
                <c:pt idx="2735">
                  <c:v>107.33004331975248</c:v>
                </c:pt>
                <c:pt idx="2736">
                  <c:v>107.77953820060733</c:v>
                </c:pt>
                <c:pt idx="2737">
                  <c:v>106.36211349440337</c:v>
                </c:pt>
                <c:pt idx="2738">
                  <c:v>101.91418806416277</c:v>
                </c:pt>
                <c:pt idx="2739">
                  <c:v>101.8928135654777</c:v>
                </c:pt>
                <c:pt idx="2740">
                  <c:v>103.13098461635043</c:v>
                </c:pt>
                <c:pt idx="2741">
                  <c:v>107.62739001336919</c:v>
                </c:pt>
                <c:pt idx="2742">
                  <c:v>100.25213516409974</c:v>
                </c:pt>
                <c:pt idx="2743">
                  <c:v>101.54783964247147</c:v>
                </c:pt>
                <c:pt idx="2744">
                  <c:v>106.20255953687823</c:v>
                </c:pt>
                <c:pt idx="2745">
                  <c:v>102.4481126927203</c:v>
                </c:pt>
                <c:pt idx="2746">
                  <c:v>104.45583041596836</c:v>
                </c:pt>
                <c:pt idx="2747">
                  <c:v>104.29511202675033</c:v>
                </c:pt>
                <c:pt idx="2748">
                  <c:v>104.6333580996552</c:v>
                </c:pt>
                <c:pt idx="2749">
                  <c:v>101.37537355105542</c:v>
                </c:pt>
                <c:pt idx="2750">
                  <c:v>100.21724807111841</c:v>
                </c:pt>
                <c:pt idx="2751">
                  <c:v>100.36556757173767</c:v>
                </c:pt>
                <c:pt idx="2752">
                  <c:v>104.8574231201636</c:v>
                </c:pt>
                <c:pt idx="2753">
                  <c:v>105.98949972751375</c:v>
                </c:pt>
                <c:pt idx="2754">
                  <c:v>104.53865756516224</c:v>
                </c:pt>
                <c:pt idx="2755">
                  <c:v>101.38725093301487</c:v>
                </c:pt>
                <c:pt idx="2756">
                  <c:v>100.41069742870873</c:v>
                </c:pt>
                <c:pt idx="2757">
                  <c:v>94.777273039784319</c:v>
                </c:pt>
                <c:pt idx="2758">
                  <c:v>90.625123782342229</c:v>
                </c:pt>
                <c:pt idx="2759">
                  <c:v>88.283061937895894</c:v>
                </c:pt>
                <c:pt idx="2760">
                  <c:v>84.540875358449568</c:v>
                </c:pt>
                <c:pt idx="2761">
                  <c:v>82.097970227670288</c:v>
                </c:pt>
                <c:pt idx="2762">
                  <c:v>80.623527911195936</c:v>
                </c:pt>
                <c:pt idx="2763">
                  <c:v>87.154423535943138</c:v>
                </c:pt>
                <c:pt idx="2764">
                  <c:v>91.846529974212928</c:v>
                </c:pt>
                <c:pt idx="2765">
                  <c:v>95.987229795520435</c:v>
                </c:pt>
                <c:pt idx="2766">
                  <c:v>92.533024526980427</c:v>
                </c:pt>
                <c:pt idx="2767">
                  <c:v>91.802891668785293</c:v>
                </c:pt>
                <c:pt idx="2768">
                  <c:v>91.191354144912665</c:v>
                </c:pt>
                <c:pt idx="2769">
                  <c:v>86.863649084747564</c:v>
                </c:pt>
                <c:pt idx="2770">
                  <c:v>85.790775127529869</c:v>
                </c:pt>
                <c:pt idx="2771">
                  <c:v>81.619342968723515</c:v>
                </c:pt>
                <c:pt idx="2772">
                  <c:v>78.919158717221606</c:v>
                </c:pt>
                <c:pt idx="2773">
                  <c:v>76.010817087570331</c:v>
                </c:pt>
                <c:pt idx="2774">
                  <c:v>73.593783790027032</c:v>
                </c:pt>
                <c:pt idx="2775">
                  <c:v>73.93391647951762</c:v>
                </c:pt>
                <c:pt idx="2776">
                  <c:v>71.884821537572435</c:v>
                </c:pt>
                <c:pt idx="2777">
                  <c:v>69.391760682296876</c:v>
                </c:pt>
                <c:pt idx="2778">
                  <c:v>72.484922609249097</c:v>
                </c:pt>
                <c:pt idx="2779">
                  <c:v>73.976198108564645</c:v>
                </c:pt>
                <c:pt idx="2780">
                  <c:v>70.233396190165493</c:v>
                </c:pt>
                <c:pt idx="2781">
                  <c:v>74.069912107927848</c:v>
                </c:pt>
                <c:pt idx="2782">
                  <c:v>76.603501981327469</c:v>
                </c:pt>
                <c:pt idx="2783">
                  <c:v>81.420906541125717</c:v>
                </c:pt>
                <c:pt idx="2784">
                  <c:v>83.84277657170945</c:v>
                </c:pt>
                <c:pt idx="2785">
                  <c:v>86.194384882601312</c:v>
                </c:pt>
                <c:pt idx="2786">
                  <c:v>85.85983931816655</c:v>
                </c:pt>
                <c:pt idx="2787">
                  <c:v>88.652473211933497</c:v>
                </c:pt>
                <c:pt idx="2788">
                  <c:v>84.290754716428282</c:v>
                </c:pt>
                <c:pt idx="2789">
                  <c:v>87.690868027680949</c:v>
                </c:pt>
                <c:pt idx="2790">
                  <c:v>82.026085253651658</c:v>
                </c:pt>
                <c:pt idx="2791">
                  <c:v>76.927780757025289</c:v>
                </c:pt>
                <c:pt idx="2792">
                  <c:v>74.804047439509958</c:v>
                </c:pt>
                <c:pt idx="2793">
                  <c:v>75.471992373639964</c:v>
                </c:pt>
                <c:pt idx="2794">
                  <c:v>72.294096808909529</c:v>
                </c:pt>
                <c:pt idx="2795">
                  <c:v>68.18516302720478</c:v>
                </c:pt>
                <c:pt idx="2796">
                  <c:v>66.27334327762334</c:v>
                </c:pt>
                <c:pt idx="2797">
                  <c:v>66.398753128012174</c:v>
                </c:pt>
                <c:pt idx="2798">
                  <c:v>63.859976865359286</c:v>
                </c:pt>
                <c:pt idx="2799">
                  <c:v>62.425517786892115</c:v>
                </c:pt>
                <c:pt idx="2800">
                  <c:v>60.220255046203917</c:v>
                </c:pt>
                <c:pt idx="2801">
                  <c:v>57.553909940715577</c:v>
                </c:pt>
                <c:pt idx="2802">
                  <c:v>57.166884838035585</c:v>
                </c:pt>
                <c:pt idx="2803">
                  <c:v>57.638482273431755</c:v>
                </c:pt>
                <c:pt idx="2804">
                  <c:v>52.386741376407251</c:v>
                </c:pt>
                <c:pt idx="2805">
                  <c:v>50.446512503961621</c:v>
                </c:pt>
                <c:pt idx="2806">
                  <c:v>52.290290291548502</c:v>
                </c:pt>
                <c:pt idx="2807">
                  <c:v>53.73866094399559</c:v>
                </c:pt>
                <c:pt idx="2808">
                  <c:v>53.799827597294033</c:v>
                </c:pt>
                <c:pt idx="2809">
                  <c:v>52.95436034004063</c:v>
                </c:pt>
                <c:pt idx="2810">
                  <c:v>52.535731231390798</c:v>
                </c:pt>
                <c:pt idx="2811">
                  <c:v>51.434318517880669</c:v>
                </c:pt>
                <c:pt idx="2812">
                  <c:v>47.198872415470497</c:v>
                </c:pt>
                <c:pt idx="2813">
                  <c:v>44.239813518822245</c:v>
                </c:pt>
                <c:pt idx="2814">
                  <c:v>44.543251828374963</c:v>
                </c:pt>
                <c:pt idx="2815">
                  <c:v>47.702417596794533</c:v>
                </c:pt>
                <c:pt idx="2816">
                  <c:v>56.806071428742982</c:v>
                </c:pt>
                <c:pt idx="2817">
                  <c:v>56.510947642526048</c:v>
                </c:pt>
                <c:pt idx="2818">
                  <c:v>52.032157450881833</c:v>
                </c:pt>
                <c:pt idx="2819">
                  <c:v>53.859606171749135</c:v>
                </c:pt>
                <c:pt idx="2820">
                  <c:v>55.243780573079377</c:v>
                </c:pt>
                <c:pt idx="2821">
                  <c:v>48.976664292314041</c:v>
                </c:pt>
                <c:pt idx="2822">
                  <c:v>51.222575398695625</c:v>
                </c:pt>
                <c:pt idx="2823">
                  <c:v>56.040898943018647</c:v>
                </c:pt>
                <c:pt idx="2824">
                  <c:v>55.123504328753704</c:v>
                </c:pt>
                <c:pt idx="2825">
                  <c:v>52.909599161073601</c:v>
                </c:pt>
                <c:pt idx="2826">
                  <c:v>53.62486974880543</c:v>
                </c:pt>
                <c:pt idx="2827">
                  <c:v>51.065415270196929</c:v>
                </c:pt>
                <c:pt idx="2828">
                  <c:v>50.985169418363654</c:v>
                </c:pt>
                <c:pt idx="2829">
                  <c:v>50.077116695843898</c:v>
                </c:pt>
                <c:pt idx="2830">
                  <c:v>42.171165714194231</c:v>
                </c:pt>
                <c:pt idx="2831">
                  <c:v>45.556192712519369</c:v>
                </c:pt>
                <c:pt idx="2832">
                  <c:v>47.358045392855175</c:v>
                </c:pt>
                <c:pt idx="2833">
                  <c:v>46.043980359958724</c:v>
                </c:pt>
                <c:pt idx="2834">
                  <c:v>47.467706284345553</c:v>
                </c:pt>
                <c:pt idx="2835">
                  <c:v>44.351089816811111</c:v>
                </c:pt>
                <c:pt idx="2836">
                  <c:v>43.883100265994557</c:v>
                </c:pt>
                <c:pt idx="2837">
                  <c:v>41.421143471914441</c:v>
                </c:pt>
                <c:pt idx="2838">
                  <c:v>37.819309150685775</c:v>
                </c:pt>
                <c:pt idx="2839">
                  <c:v>35.739282780499117</c:v>
                </c:pt>
                <c:pt idx="2840">
                  <c:v>34.398146018322237</c:v>
                </c:pt>
                <c:pt idx="2841">
                  <c:v>35.461860242178147</c:v>
                </c:pt>
                <c:pt idx="2842">
                  <c:v>37.877342612007645</c:v>
                </c:pt>
                <c:pt idx="2843">
                  <c:v>39.602444601299602</c:v>
                </c:pt>
                <c:pt idx="2844">
                  <c:v>47.85500693204105</c:v>
                </c:pt>
                <c:pt idx="2845">
                  <c:v>54.159773928569244</c:v>
                </c:pt>
                <c:pt idx="2846">
                  <c:v>60.758098056232519</c:v>
                </c:pt>
                <c:pt idx="2847">
                  <c:v>66.00320624539097</c:v>
                </c:pt>
                <c:pt idx="2848">
                  <c:v>63.810530974798517</c:v>
                </c:pt>
                <c:pt idx="2849">
                  <c:v>64.4495596982145</c:v>
                </c:pt>
                <c:pt idx="2850">
                  <c:v>60.060289631271438</c:v>
                </c:pt>
                <c:pt idx="2851">
                  <c:v>57.576962245169796</c:v>
                </c:pt>
                <c:pt idx="2852">
                  <c:v>59.210042019588712</c:v>
                </c:pt>
                <c:pt idx="2853">
                  <c:v>59.635226665565462</c:v>
                </c:pt>
                <c:pt idx="2854">
                  <c:v>58.130482000210336</c:v>
                </c:pt>
                <c:pt idx="2855">
                  <c:v>59.749436405736525</c:v>
                </c:pt>
                <c:pt idx="2856">
                  <c:v>57.837303583515009</c:v>
                </c:pt>
                <c:pt idx="2857">
                  <c:v>58.45134668307886</c:v>
                </c:pt>
                <c:pt idx="2858">
                  <c:v>60.340777897957466</c:v>
                </c:pt>
                <c:pt idx="2859">
                  <c:v>59.296189131040293</c:v>
                </c:pt>
                <c:pt idx="2860">
                  <c:v>52.845251075848047</c:v>
                </c:pt>
                <c:pt idx="2861">
                  <c:v>53.63629320551707</c:v>
                </c:pt>
                <c:pt idx="2862">
                  <c:v>54.168000924213075</c:v>
                </c:pt>
                <c:pt idx="2863">
                  <c:v>61.21531090265637</c:v>
                </c:pt>
                <c:pt idx="2864">
                  <c:v>61.620567540256218</c:v>
                </c:pt>
                <c:pt idx="2865">
                  <c:v>67.820312208927504</c:v>
                </c:pt>
                <c:pt idx="2866">
                  <c:v>65.696786881887832</c:v>
                </c:pt>
                <c:pt idx="2867">
                  <c:v>71.836949953879255</c:v>
                </c:pt>
                <c:pt idx="2868">
                  <c:v>61.055424943033039</c:v>
                </c:pt>
                <c:pt idx="2869">
                  <c:v>60.575150053516225</c:v>
                </c:pt>
                <c:pt idx="2870">
                  <c:v>55.689939620772996</c:v>
                </c:pt>
                <c:pt idx="2871">
                  <c:v>49.599626516607479</c:v>
                </c:pt>
                <c:pt idx="2872">
                  <c:v>49.591202473015493</c:v>
                </c:pt>
                <c:pt idx="2873">
                  <c:v>52.518084908375393</c:v>
                </c:pt>
                <c:pt idx="2874">
                  <c:v>51.099497924008752</c:v>
                </c:pt>
                <c:pt idx="2875">
                  <c:v>53.207256208520427</c:v>
                </c:pt>
                <c:pt idx="2876">
                  <c:v>55.632741780381792</c:v>
                </c:pt>
                <c:pt idx="2877">
                  <c:v>61.105499256072619</c:v>
                </c:pt>
                <c:pt idx="2878">
                  <c:v>60.038838594280612</c:v>
                </c:pt>
                <c:pt idx="2879">
                  <c:v>63.092673791062417</c:v>
                </c:pt>
                <c:pt idx="2880">
                  <c:v>61.682190609695041</c:v>
                </c:pt>
                <c:pt idx="2881">
                  <c:v>57.309468377176074</c:v>
                </c:pt>
                <c:pt idx="2882">
                  <c:v>56.485218092597513</c:v>
                </c:pt>
                <c:pt idx="2883">
                  <c:v>54.478776608229538</c:v>
                </c:pt>
                <c:pt idx="2884">
                  <c:v>59.660580114671887</c:v>
                </c:pt>
                <c:pt idx="2885">
                  <c:v>54.257342908838936</c:v>
                </c:pt>
                <c:pt idx="2886">
                  <c:v>59.461289785220444</c:v>
                </c:pt>
                <c:pt idx="2887">
                  <c:v>61.856095804825372</c:v>
                </c:pt>
                <c:pt idx="2888">
                  <c:v>52.213188087297368</c:v>
                </c:pt>
                <c:pt idx="2889">
                  <c:v>55.181056412315954</c:v>
                </c:pt>
                <c:pt idx="2890">
                  <c:v>53.305031095976133</c:v>
                </c:pt>
                <c:pt idx="2891">
                  <c:v>52.310288173605578</c:v>
                </c:pt>
                <c:pt idx="2892">
                  <c:v>51.448563028878588</c:v>
                </c:pt>
                <c:pt idx="2893">
                  <c:v>50.51971052896323</c:v>
                </c:pt>
                <c:pt idx="2894">
                  <c:v>48.855223628134368</c:v>
                </c:pt>
                <c:pt idx="2895">
                  <c:v>46.922808493839206</c:v>
                </c:pt>
                <c:pt idx="2896">
                  <c:v>53.378435569273485</c:v>
                </c:pt>
                <c:pt idx="2897">
                  <c:v>52.678427985684451</c:v>
                </c:pt>
                <c:pt idx="2898">
                  <c:v>52.897483884122927</c:v>
                </c:pt>
                <c:pt idx="2899">
                  <c:v>51.440957002181534</c:v>
                </c:pt>
                <c:pt idx="2900">
                  <c:v>52.733331127496115</c:v>
                </c:pt>
                <c:pt idx="2901">
                  <c:v>54.469105775704655</c:v>
                </c:pt>
                <c:pt idx="2902">
                  <c:v>54.04849087332061</c:v>
                </c:pt>
                <c:pt idx="2903">
                  <c:v>53.0251443590316</c:v>
                </c:pt>
                <c:pt idx="2904">
                  <c:v>56.131885351647178</c:v>
                </c:pt>
                <c:pt idx="2905">
                  <c:v>58.51834506858836</c:v>
                </c:pt>
                <c:pt idx="2906">
                  <c:v>58.903122116850064</c:v>
                </c:pt>
                <c:pt idx="2907">
                  <c:v>60.399463665800241</c:v>
                </c:pt>
                <c:pt idx="2908">
                  <c:v>61.338449203450857</c:v>
                </c:pt>
                <c:pt idx="2909">
                  <c:v>56.173558260581984</c:v>
                </c:pt>
                <c:pt idx="2910">
                  <c:v>57.082990162389272</c:v>
                </c:pt>
                <c:pt idx="2911">
                  <c:v>55.743994818784095</c:v>
                </c:pt>
                <c:pt idx="2912">
                  <c:v>54.641158358478684</c:v>
                </c:pt>
                <c:pt idx="2913">
                  <c:v>54.502620569167334</c:v>
                </c:pt>
                <c:pt idx="2914">
                  <c:v>57.328245994968057</c:v>
                </c:pt>
                <c:pt idx="2915">
                  <c:v>56.681541009814694</c:v>
                </c:pt>
                <c:pt idx="2916">
                  <c:v>56.638654513619713</c:v>
                </c:pt>
                <c:pt idx="2917">
                  <c:v>56.420194023149669</c:v>
                </c:pt>
                <c:pt idx="2918">
                  <c:v>53.666139199100996</c:v>
                </c:pt>
                <c:pt idx="2919">
                  <c:v>53.475411293573998</c:v>
                </c:pt>
                <c:pt idx="2920">
                  <c:v>50.161427948149665</c:v>
                </c:pt>
                <c:pt idx="2921">
                  <c:v>49.95148985132284</c:v>
                </c:pt>
                <c:pt idx="2922">
                  <c:v>51.354114324106177</c:v>
                </c:pt>
                <c:pt idx="2923">
                  <c:v>47.920607436577662</c:v>
                </c:pt>
                <c:pt idx="2924">
                  <c:v>47.464306880146957</c:v>
                </c:pt>
                <c:pt idx="2925">
                  <c:v>47.54772190379515</c:v>
                </c:pt>
                <c:pt idx="2926">
                  <c:v>47.800553741327569</c:v>
                </c:pt>
                <c:pt idx="2927">
                  <c:v>47.121597417343139</c:v>
                </c:pt>
                <c:pt idx="2928">
                  <c:v>44.03560639502264</c:v>
                </c:pt>
                <c:pt idx="2929">
                  <c:v>41.540253156380928</c:v>
                </c:pt>
                <c:pt idx="2930">
                  <c:v>42.690415081228146</c:v>
                </c:pt>
                <c:pt idx="2931">
                  <c:v>41.845531306686212</c:v>
                </c:pt>
                <c:pt idx="2932">
                  <c:v>40.189264736538746</c:v>
                </c:pt>
                <c:pt idx="2933">
                  <c:v>38.131205136095637</c:v>
                </c:pt>
                <c:pt idx="2934">
                  <c:v>37.940054503894928</c:v>
                </c:pt>
                <c:pt idx="2935">
                  <c:v>35.980554501915684</c:v>
                </c:pt>
                <c:pt idx="2936">
                  <c:v>36.662364804469007</c:v>
                </c:pt>
                <c:pt idx="2937">
                  <c:v>34.000574303629691</c:v>
                </c:pt>
                <c:pt idx="2938">
                  <c:v>34.33177570112943</c:v>
                </c:pt>
                <c:pt idx="2939">
                  <c:v>35.32754730924745</c:v>
                </c:pt>
                <c:pt idx="2940">
                  <c:v>37.577560483282717</c:v>
                </c:pt>
                <c:pt idx="2941">
                  <c:v>38.472568489356711</c:v>
                </c:pt>
                <c:pt idx="2942">
                  <c:v>39.842012664868719</c:v>
                </c:pt>
                <c:pt idx="2943">
                  <c:v>38.134901735935657</c:v>
                </c:pt>
                <c:pt idx="2944">
                  <c:v>36.820130655173564</c:v>
                </c:pt>
                <c:pt idx="2945">
                  <c:v>33.980073655713838</c:v>
                </c:pt>
                <c:pt idx="2946">
                  <c:v>32.195614924584483</c:v>
                </c:pt>
                <c:pt idx="2947">
                  <c:v>30.955880821417978</c:v>
                </c:pt>
                <c:pt idx="2948">
                  <c:v>31.502373064167948</c:v>
                </c:pt>
                <c:pt idx="2949">
                  <c:v>29.713435729733103</c:v>
                </c:pt>
                <c:pt idx="2950">
                  <c:v>27.738148596430584</c:v>
                </c:pt>
                <c:pt idx="2951">
                  <c:v>28.797555243258426</c:v>
                </c:pt>
                <c:pt idx="2952">
                  <c:v>22.510295235957376</c:v>
                </c:pt>
                <c:pt idx="2953">
                  <c:v>19.850445730066031</c:v>
                </c:pt>
                <c:pt idx="2954">
                  <c:v>21.739813328141139</c:v>
                </c:pt>
                <c:pt idx="2955">
                  <c:v>22.286404505124448</c:v>
                </c:pt>
                <c:pt idx="2956">
                  <c:v>22.390240537616933</c:v>
                </c:pt>
                <c:pt idx="2957">
                  <c:v>21.499911669702609</c:v>
                </c:pt>
                <c:pt idx="2958">
                  <c:v>23.71922417536592</c:v>
                </c:pt>
                <c:pt idx="2959">
                  <c:v>24.023485594903267</c:v>
                </c:pt>
                <c:pt idx="2960">
                  <c:v>19.295322352282209</c:v>
                </c:pt>
                <c:pt idx="2961">
                  <c:v>18.160594363404932</c:v>
                </c:pt>
                <c:pt idx="2962">
                  <c:v>16.839740388495926</c:v>
                </c:pt>
                <c:pt idx="2963">
                  <c:v>12.829951666515603</c:v>
                </c:pt>
                <c:pt idx="2964">
                  <c:v>14.463468867573624</c:v>
                </c:pt>
                <c:pt idx="2965">
                  <c:v>16.726817848886672</c:v>
                </c:pt>
                <c:pt idx="2966">
                  <c:v>16.513147813186727</c:v>
                </c:pt>
                <c:pt idx="2967">
                  <c:v>14.58798467041367</c:v>
                </c:pt>
                <c:pt idx="2968">
                  <c:v>12.895480700576702</c:v>
                </c:pt>
                <c:pt idx="2969">
                  <c:v>12.227934079352483</c:v>
                </c:pt>
                <c:pt idx="2970">
                  <c:v>11.578190835361807</c:v>
                </c:pt>
                <c:pt idx="2971">
                  <c:v>11.19631812538459</c:v>
                </c:pt>
                <c:pt idx="2972">
                  <c:v>13.508703468947791</c:v>
                </c:pt>
                <c:pt idx="2973">
                  <c:v>16.403309364755994</c:v>
                </c:pt>
                <c:pt idx="2974">
                  <c:v>20.715645468778483</c:v>
                </c:pt>
                <c:pt idx="2975">
                  <c:v>24.462221506205175</c:v>
                </c:pt>
                <c:pt idx="2976">
                  <c:v>21.89012673483899</c:v>
                </c:pt>
                <c:pt idx="2977">
                  <c:v>21.226342513586204</c:v>
                </c:pt>
                <c:pt idx="2978">
                  <c:v>18.155838444242701</c:v>
                </c:pt>
                <c:pt idx="2979">
                  <c:v>18.80543560267154</c:v>
                </c:pt>
                <c:pt idx="2980">
                  <c:v>16.680237752398551</c:v>
                </c:pt>
                <c:pt idx="2981">
                  <c:v>12.067628199262787</c:v>
                </c:pt>
                <c:pt idx="2982">
                  <c:v>11.076535214818147</c:v>
                </c:pt>
                <c:pt idx="2983">
                  <c:v>1.9076940066170209</c:v>
                </c:pt>
                <c:pt idx="2984">
                  <c:v>4.0763079912856384</c:v>
                </c:pt>
                <c:pt idx="2985">
                  <c:v>4.5366425647245796</c:v>
                </c:pt>
                <c:pt idx="2986">
                  <c:v>0.35202021621489132</c:v>
                </c:pt>
                <c:pt idx="2987">
                  <c:v>-0.84920477280342765</c:v>
                </c:pt>
                <c:pt idx="2988">
                  <c:v>-2.710226118520505</c:v>
                </c:pt>
                <c:pt idx="2989">
                  <c:v>-0.5604798694652946</c:v>
                </c:pt>
                <c:pt idx="2990">
                  <c:v>-3.5689270880993851</c:v>
                </c:pt>
                <c:pt idx="2991">
                  <c:v>-3.8630879284921438</c:v>
                </c:pt>
                <c:pt idx="2992">
                  <c:v>-7.1246097332370395</c:v>
                </c:pt>
                <c:pt idx="2993">
                  <c:v>-9.2306973891557966</c:v>
                </c:pt>
                <c:pt idx="2994">
                  <c:v>-8.533370052494071</c:v>
                </c:pt>
                <c:pt idx="2995">
                  <c:v>-12.378451037238893</c:v>
                </c:pt>
                <c:pt idx="2996">
                  <c:v>-14.332205132441265</c:v>
                </c:pt>
                <c:pt idx="2997">
                  <c:v>-15.513779447786989</c:v>
                </c:pt>
                <c:pt idx="2998">
                  <c:v>-18.446203513645202</c:v>
                </c:pt>
                <c:pt idx="2999">
                  <c:v>-19.478752613476324</c:v>
                </c:pt>
                <c:pt idx="3000">
                  <c:v>-25.199174202817741</c:v>
                </c:pt>
                <c:pt idx="3001">
                  <c:v>-25.611484474528694</c:v>
                </c:pt>
                <c:pt idx="3002">
                  <c:v>-27.779395985368517</c:v>
                </c:pt>
                <c:pt idx="3003">
                  <c:v>-26.098421240976357</c:v>
                </c:pt>
                <c:pt idx="3004">
                  <c:v>-24.252345427826171</c:v>
                </c:pt>
                <c:pt idx="3005">
                  <c:v>-24.286348979454196</c:v>
                </c:pt>
                <c:pt idx="3006">
                  <c:v>-27.056071949096896</c:v>
                </c:pt>
                <c:pt idx="3007">
                  <c:v>-22.107451229572597</c:v>
                </c:pt>
                <c:pt idx="3008">
                  <c:v>-20.718873093209101</c:v>
                </c:pt>
                <c:pt idx="3009">
                  <c:v>-18.396308195764448</c:v>
                </c:pt>
                <c:pt idx="3010">
                  <c:v>-17.40938615463978</c:v>
                </c:pt>
                <c:pt idx="3011">
                  <c:v>-17.218302772429112</c:v>
                </c:pt>
                <c:pt idx="3012">
                  <c:v>-18.317445608854712</c:v>
                </c:pt>
                <c:pt idx="3013">
                  <c:v>-16.255924287787245</c:v>
                </c:pt>
                <c:pt idx="3014">
                  <c:v>-9.8214408101213309</c:v>
                </c:pt>
                <c:pt idx="3015">
                  <c:v>-4.9273216272863785</c:v>
                </c:pt>
                <c:pt idx="3016">
                  <c:v>0.12489070371940958</c:v>
                </c:pt>
                <c:pt idx="3017">
                  <c:v>3.0550525635762384</c:v>
                </c:pt>
                <c:pt idx="3018">
                  <c:v>2.734933356290691</c:v>
                </c:pt>
                <c:pt idx="3019">
                  <c:v>-0.42498389685510807</c:v>
                </c:pt>
                <c:pt idx="3020">
                  <c:v>-0.64121599944134933</c:v>
                </c:pt>
                <c:pt idx="3021">
                  <c:v>-2.1207307407129443</c:v>
                </c:pt>
                <c:pt idx="3022">
                  <c:v>-3.5700568417829301</c:v>
                </c:pt>
                <c:pt idx="3023">
                  <c:v>-5.2494993581834271</c:v>
                </c:pt>
                <c:pt idx="3024">
                  <c:v>-6.6161692630709652</c:v>
                </c:pt>
                <c:pt idx="3025">
                  <c:v>-6.4133791336191512</c:v>
                </c:pt>
                <c:pt idx="3026">
                  <c:v>-5.165742324890747</c:v>
                </c:pt>
                <c:pt idx="3027">
                  <c:v>-4.4410939147132051</c:v>
                </c:pt>
                <c:pt idx="3028">
                  <c:v>-8.3089396276068861</c:v>
                </c:pt>
                <c:pt idx="3029">
                  <c:v>-7.1353805925295122</c:v>
                </c:pt>
                <c:pt idx="3030">
                  <c:v>-8.342714364620182</c:v>
                </c:pt>
                <c:pt idx="3031">
                  <c:v>-3.9839052469186638</c:v>
                </c:pt>
                <c:pt idx="3032">
                  <c:v>-4.8677964413614871</c:v>
                </c:pt>
                <c:pt idx="3033">
                  <c:v>-6.4898428799060888</c:v>
                </c:pt>
                <c:pt idx="3034">
                  <c:v>-5.3287512615968131</c:v>
                </c:pt>
                <c:pt idx="3035">
                  <c:v>-9.422779232641961</c:v>
                </c:pt>
                <c:pt idx="3036">
                  <c:v>-11.102895668538654</c:v>
                </c:pt>
                <c:pt idx="3037">
                  <c:v>-9.875659152180317</c:v>
                </c:pt>
                <c:pt idx="3038">
                  <c:v>-4.581925991797716</c:v>
                </c:pt>
                <c:pt idx="3039">
                  <c:v>-8.1776608817275651</c:v>
                </c:pt>
                <c:pt idx="3040">
                  <c:v>-8.2349981566530506</c:v>
                </c:pt>
                <c:pt idx="3041">
                  <c:v>-8.8876973481866663</c:v>
                </c:pt>
                <c:pt idx="3042">
                  <c:v>-10.32474229649892</c:v>
                </c:pt>
                <c:pt idx="3043">
                  <c:v>-8.6231521678106393</c:v>
                </c:pt>
                <c:pt idx="3044">
                  <c:v>0.58009804709757606</c:v>
                </c:pt>
                <c:pt idx="3045">
                  <c:v>-1.5867378402929315</c:v>
                </c:pt>
                <c:pt idx="3046">
                  <c:v>-1.5741594146325315</c:v>
                </c:pt>
                <c:pt idx="3047">
                  <c:v>0.2851610717126416</c:v>
                </c:pt>
                <c:pt idx="3048">
                  <c:v>4.9433402445782972</c:v>
                </c:pt>
                <c:pt idx="3049">
                  <c:v>-1.2864515434924133</c:v>
                </c:pt>
                <c:pt idx="3050">
                  <c:v>0.64512011576774797</c:v>
                </c:pt>
                <c:pt idx="3051">
                  <c:v>-1.3578130259236267</c:v>
                </c:pt>
                <c:pt idx="3052">
                  <c:v>-2.1116903281847663</c:v>
                </c:pt>
                <c:pt idx="3053">
                  <c:v>-2.8971549789880018</c:v>
                </c:pt>
                <c:pt idx="3054">
                  <c:v>-2.6074394810892016</c:v>
                </c:pt>
                <c:pt idx="3055">
                  <c:v>-5.291281310876192</c:v>
                </c:pt>
                <c:pt idx="3056">
                  <c:v>-2.1366882373336828</c:v>
                </c:pt>
                <c:pt idx="3057">
                  <c:v>-5.3305238965755253</c:v>
                </c:pt>
                <c:pt idx="3058">
                  <c:v>-6.8962774793244126</c:v>
                </c:pt>
                <c:pt idx="3059">
                  <c:v>-8.1579165058530219</c:v>
                </c:pt>
                <c:pt idx="3060">
                  <c:v>-7.9259183798564106</c:v>
                </c:pt>
                <c:pt idx="3061">
                  <c:v>-8.9380028727970693</c:v>
                </c:pt>
                <c:pt idx="3062">
                  <c:v>-8.1902979438862555</c:v>
                </c:pt>
                <c:pt idx="3063">
                  <c:v>-3.5380466430267301</c:v>
                </c:pt>
                <c:pt idx="3064">
                  <c:v>3.4070811560526031</c:v>
                </c:pt>
                <c:pt idx="3065">
                  <c:v>2.1704767734659081</c:v>
                </c:pt>
                <c:pt idx="3066">
                  <c:v>-0.46368417562211262</c:v>
                </c:pt>
                <c:pt idx="3067">
                  <c:v>-2.7764940063465615</c:v>
                </c:pt>
                <c:pt idx="3068">
                  <c:v>-0.88529597126987536</c:v>
                </c:pt>
                <c:pt idx="3069">
                  <c:v>0.96406197075618238</c:v>
                </c:pt>
                <c:pt idx="3070">
                  <c:v>-2.8240493301052938E-2</c:v>
                </c:pt>
                <c:pt idx="3071">
                  <c:v>-1.5127088124155976</c:v>
                </c:pt>
                <c:pt idx="3072">
                  <c:v>3.5452586219650026</c:v>
                </c:pt>
                <c:pt idx="3073">
                  <c:v>8.5163108063050235</c:v>
                </c:pt>
                <c:pt idx="3074">
                  <c:v>13.322081111362321</c:v>
                </c:pt>
                <c:pt idx="3075">
                  <c:v>11.607984529395527</c:v>
                </c:pt>
                <c:pt idx="3076">
                  <c:v>11.997645221987625</c:v>
                </c:pt>
                <c:pt idx="3077">
                  <c:v>9.2868964682160424</c:v>
                </c:pt>
                <c:pt idx="3078">
                  <c:v>8.858329054895389</c:v>
                </c:pt>
                <c:pt idx="3079">
                  <c:v>8.241876179121407</c:v>
                </c:pt>
                <c:pt idx="3080">
                  <c:v>9.4733744640876569</c:v>
                </c:pt>
                <c:pt idx="3081">
                  <c:v>3.827619027684662</c:v>
                </c:pt>
                <c:pt idx="3082">
                  <c:v>11.058348076173257</c:v>
                </c:pt>
                <c:pt idx="3083">
                  <c:v>14.611019162409011</c:v>
                </c:pt>
                <c:pt idx="3084">
                  <c:v>14.64797744229317</c:v>
                </c:pt>
                <c:pt idx="3085">
                  <c:v>21.938500914033732</c:v>
                </c:pt>
                <c:pt idx="3086">
                  <c:v>20.979935677697117</c:v>
                </c:pt>
                <c:pt idx="3087">
                  <c:v>18.626339583870941</c:v>
                </c:pt>
                <c:pt idx="3088">
                  <c:v>17.372775477479383</c:v>
                </c:pt>
                <c:pt idx="3089">
                  <c:v>19.201168373382455</c:v>
                </c:pt>
                <c:pt idx="3090">
                  <c:v>21.411934936811491</c:v>
                </c:pt>
                <c:pt idx="3091">
                  <c:v>16.223199087612535</c:v>
                </c:pt>
                <c:pt idx="3092">
                  <c:v>22.906786220919074</c:v>
                </c:pt>
                <c:pt idx="3093">
                  <c:v>21.788412171435557</c:v>
                </c:pt>
                <c:pt idx="3094">
                  <c:v>23.323840606499068</c:v>
                </c:pt>
                <c:pt idx="3095">
                  <c:v>20.819589834724393</c:v>
                </c:pt>
                <c:pt idx="3096">
                  <c:v>23.274728773925226</c:v>
                </c:pt>
                <c:pt idx="3097">
                  <c:v>24.865482493824114</c:v>
                </c:pt>
                <c:pt idx="3098">
                  <c:v>22.23283888607299</c:v>
                </c:pt>
                <c:pt idx="3099">
                  <c:v>18.204878666539393</c:v>
                </c:pt>
                <c:pt idx="3100">
                  <c:v>22.099644797851365</c:v>
                </c:pt>
                <c:pt idx="3101">
                  <c:v>22.699057176457579</c:v>
                </c:pt>
                <c:pt idx="3102">
                  <c:v>25.335848011950866</c:v>
                </c:pt>
                <c:pt idx="3103">
                  <c:v>26.401359703239429</c:v>
                </c:pt>
                <c:pt idx="3104">
                  <c:v>25.943399007643364</c:v>
                </c:pt>
                <c:pt idx="3105">
                  <c:v>26.70473950601108</c:v>
                </c:pt>
                <c:pt idx="3106">
                  <c:v>27.256420542622134</c:v>
                </c:pt>
                <c:pt idx="3107">
                  <c:v>28.388338998882503</c:v>
                </c:pt>
                <c:pt idx="3108">
                  <c:v>28.492156029223022</c:v>
                </c:pt>
                <c:pt idx="3109">
                  <c:v>28.474523999492519</c:v>
                </c:pt>
                <c:pt idx="3110">
                  <c:v>26.579088248298302</c:v>
                </c:pt>
                <c:pt idx="3111">
                  <c:v>21.062164114751504</c:v>
                </c:pt>
                <c:pt idx="3112">
                  <c:v>24.719671130985454</c:v>
                </c:pt>
                <c:pt idx="3113">
                  <c:v>21.401714065152547</c:v>
                </c:pt>
                <c:pt idx="3114">
                  <c:v>24.796860591890113</c:v>
                </c:pt>
                <c:pt idx="3115">
                  <c:v>25.243955249466474</c:v>
                </c:pt>
                <c:pt idx="3116">
                  <c:v>23.939956690466747</c:v>
                </c:pt>
                <c:pt idx="3117">
                  <c:v>21.955550495481049</c:v>
                </c:pt>
                <c:pt idx="3118">
                  <c:v>23.073278015064695</c:v>
                </c:pt>
                <c:pt idx="3119">
                  <c:v>24.042141405277448</c:v>
                </c:pt>
                <c:pt idx="3120">
                  <c:v>28.930424646475181</c:v>
                </c:pt>
                <c:pt idx="3121">
                  <c:v>33.6508731330849</c:v>
                </c:pt>
                <c:pt idx="3122">
                  <c:v>32.252972682281744</c:v>
                </c:pt>
                <c:pt idx="3123">
                  <c:v>29.59971811987581</c:v>
                </c:pt>
                <c:pt idx="3124">
                  <c:v>27.812050880496621</c:v>
                </c:pt>
                <c:pt idx="3125">
                  <c:v>26.770628098674742</c:v>
                </c:pt>
                <c:pt idx="3126">
                  <c:v>28.11277819326488</c:v>
                </c:pt>
                <c:pt idx="3127">
                  <c:v>26.273534007054579</c:v>
                </c:pt>
                <c:pt idx="3128">
                  <c:v>24.15828793666779</c:v>
                </c:pt>
                <c:pt idx="3129">
                  <c:v>20.940146624417242</c:v>
                </c:pt>
                <c:pt idx="3130">
                  <c:v>15.00746365663591</c:v>
                </c:pt>
                <c:pt idx="3131">
                  <c:v>19.37748889066426</c:v>
                </c:pt>
                <c:pt idx="3132">
                  <c:v>10.819359267894434</c:v>
                </c:pt>
                <c:pt idx="3133">
                  <c:v>13.061304599214651</c:v>
                </c:pt>
                <c:pt idx="3134">
                  <c:v>14.634351112762568</c:v>
                </c:pt>
                <c:pt idx="3135">
                  <c:v>14.750491108068921</c:v>
                </c:pt>
                <c:pt idx="3136">
                  <c:v>13.331658648761774</c:v>
                </c:pt>
                <c:pt idx="3137">
                  <c:v>15.653310676342917</c:v>
                </c:pt>
                <c:pt idx="3138">
                  <c:v>10.464785531278926</c:v>
                </c:pt>
                <c:pt idx="3139">
                  <c:v>8.9140294211906639</c:v>
                </c:pt>
                <c:pt idx="3140">
                  <c:v>12.587193839102607</c:v>
                </c:pt>
                <c:pt idx="3141">
                  <c:v>12.207111210066042</c:v>
                </c:pt>
                <c:pt idx="3142">
                  <c:v>9.3432828735810691</c:v>
                </c:pt>
                <c:pt idx="3143">
                  <c:v>12.448206732809894</c:v>
                </c:pt>
                <c:pt idx="3144">
                  <c:v>15.572689732162655</c:v>
                </c:pt>
                <c:pt idx="3145">
                  <c:v>16.292511096500199</c:v>
                </c:pt>
                <c:pt idx="3146">
                  <c:v>20.85154590604991</c:v>
                </c:pt>
                <c:pt idx="3147">
                  <c:v>22.425841233976492</c:v>
                </c:pt>
                <c:pt idx="3148">
                  <c:v>24.625764342955033</c:v>
                </c:pt>
                <c:pt idx="3149">
                  <c:v>21.987885247845682</c:v>
                </c:pt>
                <c:pt idx="3150">
                  <c:v>17.773332360728034</c:v>
                </c:pt>
                <c:pt idx="3151">
                  <c:v>19.940796563549831</c:v>
                </c:pt>
                <c:pt idx="3152">
                  <c:v>18.788672973252474</c:v>
                </c:pt>
                <c:pt idx="3153">
                  <c:v>26.468473021560186</c:v>
                </c:pt>
                <c:pt idx="3154">
                  <c:v>27.737236284626487</c:v>
                </c:pt>
                <c:pt idx="3155">
                  <c:v>31.19863711085825</c:v>
                </c:pt>
                <c:pt idx="3156">
                  <c:v>26.013371143690748</c:v>
                </c:pt>
                <c:pt idx="3157">
                  <c:v>26.990437605387775</c:v>
                </c:pt>
                <c:pt idx="3158">
                  <c:v>29.691856074732119</c:v>
                </c:pt>
                <c:pt idx="3159">
                  <c:v>30.656307761048787</c:v>
                </c:pt>
                <c:pt idx="3160">
                  <c:v>34.44620507396921</c:v>
                </c:pt>
                <c:pt idx="3161">
                  <c:v>42.645813787463794</c:v>
                </c:pt>
                <c:pt idx="3162">
                  <c:v>46.228284311204646</c:v>
                </c:pt>
                <c:pt idx="3163">
                  <c:v>46.332875541518945</c:v>
                </c:pt>
                <c:pt idx="3164">
                  <c:v>49.040902193982475</c:v>
                </c:pt>
                <c:pt idx="3165">
                  <c:v>50.174819109717326</c:v>
                </c:pt>
                <c:pt idx="3166">
                  <c:v>52.408000158579569</c:v>
                </c:pt>
                <c:pt idx="3167">
                  <c:v>50.822018035179113</c:v>
                </c:pt>
                <c:pt idx="3168">
                  <c:v>56.093601511706204</c:v>
                </c:pt>
                <c:pt idx="3169">
                  <c:v>64.969439975538478</c:v>
                </c:pt>
                <c:pt idx="3170">
                  <c:v>65.149895659586392</c:v>
                </c:pt>
                <c:pt idx="3171">
                  <c:v>64.543111836114392</c:v>
                </c:pt>
                <c:pt idx="3172">
                  <c:v>65.067732556733588</c:v>
                </c:pt>
                <c:pt idx="3173">
                  <c:v>61.859404566255499</c:v>
                </c:pt>
                <c:pt idx="3174">
                  <c:v>60.081109463576411</c:v>
                </c:pt>
                <c:pt idx="3175">
                  <c:v>56.128684420097159</c:v>
                </c:pt>
                <c:pt idx="3176">
                  <c:v>57.003891510675743</c:v>
                </c:pt>
                <c:pt idx="3177">
                  <c:v>56.825973336159798</c:v>
                </c:pt>
                <c:pt idx="3178">
                  <c:v>61.08395708673622</c:v>
                </c:pt>
                <c:pt idx="3179">
                  <c:v>63.715329138303062</c:v>
                </c:pt>
                <c:pt idx="3180">
                  <c:v>63.394597841156497</c:v>
                </c:pt>
                <c:pt idx="3181">
                  <c:v>64.941140739702305</c:v>
                </c:pt>
                <c:pt idx="3182">
                  <c:v>60.797968313704267</c:v>
                </c:pt>
                <c:pt idx="3183">
                  <c:v>62.377057775828945</c:v>
                </c:pt>
                <c:pt idx="3184">
                  <c:v>62.416119052415482</c:v>
                </c:pt>
                <c:pt idx="3185">
                  <c:v>55.653188005085809</c:v>
                </c:pt>
                <c:pt idx="3186">
                  <c:v>54.59139803026536</c:v>
                </c:pt>
                <c:pt idx="3187">
                  <c:v>58.077419390366884</c:v>
                </c:pt>
                <c:pt idx="3188">
                  <c:v>59.248609355560838</c:v>
                </c:pt>
                <c:pt idx="3189">
                  <c:v>55.480619966405833</c:v>
                </c:pt>
                <c:pt idx="3190">
                  <c:v>53.680807288489241</c:v>
                </c:pt>
                <c:pt idx="3191">
                  <c:v>52.95056253297863</c:v>
                </c:pt>
                <c:pt idx="3192">
                  <c:v>50.915803087473051</c:v>
                </c:pt>
                <c:pt idx="3193">
                  <c:v>52.548196026202099</c:v>
                </c:pt>
                <c:pt idx="3194">
                  <c:v>51.779692315683242</c:v>
                </c:pt>
                <c:pt idx="3195">
                  <c:v>46.615009345756228</c:v>
                </c:pt>
                <c:pt idx="3196">
                  <c:v>43.062850874836016</c:v>
                </c:pt>
                <c:pt idx="3197">
                  <c:v>43.427991368064042</c:v>
                </c:pt>
                <c:pt idx="3198">
                  <c:v>46.971194913919</c:v>
                </c:pt>
                <c:pt idx="3199">
                  <c:v>40.52738081685154</c:v>
                </c:pt>
                <c:pt idx="3200">
                  <c:v>41.202062396601143</c:v>
                </c:pt>
                <c:pt idx="3201">
                  <c:v>42.392460421123921</c:v>
                </c:pt>
                <c:pt idx="3202">
                  <c:v>40.91818456166898</c:v>
                </c:pt>
                <c:pt idx="3203">
                  <c:v>38.366312107894373</c:v>
                </c:pt>
                <c:pt idx="3204">
                  <c:v>36.155849616518751</c:v>
                </c:pt>
                <c:pt idx="3205">
                  <c:v>36.884010921904434</c:v>
                </c:pt>
                <c:pt idx="3206">
                  <c:v>44.285877519446295</c:v>
                </c:pt>
                <c:pt idx="3207">
                  <c:v>41.752094964536226</c:v>
                </c:pt>
                <c:pt idx="3208">
                  <c:v>49.338798515633712</c:v>
                </c:pt>
                <c:pt idx="3209">
                  <c:v>48.015158304575074</c:v>
                </c:pt>
                <c:pt idx="3210">
                  <c:v>45.712361566949312</c:v>
                </c:pt>
                <c:pt idx="3211">
                  <c:v>41.035477407179727</c:v>
                </c:pt>
                <c:pt idx="3212">
                  <c:v>40.574009991353527</c:v>
                </c:pt>
                <c:pt idx="3213">
                  <c:v>42.141876597004668</c:v>
                </c:pt>
                <c:pt idx="3214">
                  <c:v>42.924078738687534</c:v>
                </c:pt>
                <c:pt idx="3215">
                  <c:v>43.807556879201883</c:v>
                </c:pt>
                <c:pt idx="3216">
                  <c:v>44.064637164619825</c:v>
                </c:pt>
                <c:pt idx="3217">
                  <c:v>46.637105352388488</c:v>
                </c:pt>
                <c:pt idx="3218">
                  <c:v>50.054254173189946</c:v>
                </c:pt>
                <c:pt idx="3219">
                  <c:v>51.253222044742998</c:v>
                </c:pt>
                <c:pt idx="3220">
                  <c:v>51.159536277647128</c:v>
                </c:pt>
                <c:pt idx="3221">
                  <c:v>49.698400542339741</c:v>
                </c:pt>
                <c:pt idx="3222">
                  <c:v>48.294230931756779</c:v>
                </c:pt>
                <c:pt idx="3223">
                  <c:v>46.763253103776371</c:v>
                </c:pt>
                <c:pt idx="3224">
                  <c:v>45.697167433903466</c:v>
                </c:pt>
                <c:pt idx="3225">
                  <c:v>41.244397640017596</c:v>
                </c:pt>
                <c:pt idx="3226">
                  <c:v>41.265734966602778</c:v>
                </c:pt>
                <c:pt idx="3227">
                  <c:v>40.698754997271571</c:v>
                </c:pt>
                <c:pt idx="3228">
                  <c:v>49.637472645679921</c:v>
                </c:pt>
                <c:pt idx="3229">
                  <c:v>50.298992985898423</c:v>
                </c:pt>
                <c:pt idx="3230">
                  <c:v>53.268741939414483</c:v>
                </c:pt>
                <c:pt idx="3231">
                  <c:v>50.940073477719274</c:v>
                </c:pt>
                <c:pt idx="3232">
                  <c:v>49.542041217510217</c:v>
                </c:pt>
                <c:pt idx="3233">
                  <c:v>50.273091547760949</c:v>
                </c:pt>
                <c:pt idx="3234">
                  <c:v>47.080287841395105</c:v>
                </c:pt>
                <c:pt idx="3235">
                  <c:v>46.652124810000487</c:v>
                </c:pt>
                <c:pt idx="3236">
                  <c:v>43.335607514847808</c:v>
                </c:pt>
                <c:pt idx="3237">
                  <c:v>45.461092601900376</c:v>
                </c:pt>
                <c:pt idx="3238">
                  <c:v>47.780792451240231</c:v>
                </c:pt>
                <c:pt idx="3239">
                  <c:v>41.256018600440655</c:v>
                </c:pt>
                <c:pt idx="3240">
                  <c:v>37.642524070715261</c:v>
                </c:pt>
                <c:pt idx="3241">
                  <c:v>38.44283902367475</c:v>
                </c:pt>
                <c:pt idx="3242">
                  <c:v>39.896908866111808</c:v>
                </c:pt>
                <c:pt idx="3243">
                  <c:v>42.773027089030521</c:v>
                </c:pt>
                <c:pt idx="3244">
                  <c:v>39.205681042932071</c:v>
                </c:pt>
                <c:pt idx="3245">
                  <c:v>40.640641603886998</c:v>
                </c:pt>
                <c:pt idx="3246">
                  <c:v>39.964061595565944</c:v>
                </c:pt>
                <c:pt idx="3247">
                  <c:v>38.466374528840909</c:v>
                </c:pt>
                <c:pt idx="3248">
                  <c:v>39.108347948007768</c:v>
                </c:pt>
                <c:pt idx="3249">
                  <c:v>44.222600862252861</c:v>
                </c:pt>
                <c:pt idx="3250">
                  <c:v>42.654133315765534</c:v>
                </c:pt>
                <c:pt idx="3251">
                  <c:v>41.493024012927783</c:v>
                </c:pt>
                <c:pt idx="3252">
                  <c:v>43.269086793130455</c:v>
                </c:pt>
                <c:pt idx="3253">
                  <c:v>45.427907670820332</c:v>
                </c:pt>
                <c:pt idx="3254">
                  <c:v>47.864048807968757</c:v>
                </c:pt>
                <c:pt idx="3255">
                  <c:v>47.984340480310927</c:v>
                </c:pt>
                <c:pt idx="3256">
                  <c:v>45.536848080252028</c:v>
                </c:pt>
                <c:pt idx="3257">
                  <c:v>44.986427882527082</c:v>
                </c:pt>
                <c:pt idx="3258">
                  <c:v>43.652739790871131</c:v>
                </c:pt>
                <c:pt idx="3259">
                  <c:v>41.262696561307514</c:v>
                </c:pt>
                <c:pt idx="3260">
                  <c:v>47.963385839587161</c:v>
                </c:pt>
                <c:pt idx="3261">
                  <c:v>52.420655108856359</c:v>
                </c:pt>
                <c:pt idx="3262">
                  <c:v>54.792080549227784</c:v>
                </c:pt>
                <c:pt idx="3263">
                  <c:v>56.858287878531812</c:v>
                </c:pt>
                <c:pt idx="3264">
                  <c:v>54.242113129171621</c:v>
                </c:pt>
                <c:pt idx="3265">
                  <c:v>50.254845792836925</c:v>
                </c:pt>
                <c:pt idx="3266">
                  <c:v>48.548350705398562</c:v>
                </c:pt>
                <c:pt idx="3267">
                  <c:v>52.672927510027414</c:v>
                </c:pt>
                <c:pt idx="3268">
                  <c:v>52.263423125795029</c:v>
                </c:pt>
                <c:pt idx="3269">
                  <c:v>50.084317188846171</c:v>
                </c:pt>
                <c:pt idx="3270">
                  <c:v>46.248190042569945</c:v>
                </c:pt>
                <c:pt idx="3271">
                  <c:v>42.843768004259871</c:v>
                </c:pt>
                <c:pt idx="3272">
                  <c:v>40.068565277994331</c:v>
                </c:pt>
                <c:pt idx="3273">
                  <c:v>37.203960958837072</c:v>
                </c:pt>
                <c:pt idx="3274">
                  <c:v>34.575738995394047</c:v>
                </c:pt>
                <c:pt idx="3275">
                  <c:v>34.283119792451402</c:v>
                </c:pt>
                <c:pt idx="3276">
                  <c:v>37.110752585640199</c:v>
                </c:pt>
                <c:pt idx="3277">
                  <c:v>38.479386455983231</c:v>
                </c:pt>
                <c:pt idx="3278">
                  <c:v>34.172621013529451</c:v>
                </c:pt>
                <c:pt idx="3279">
                  <c:v>29.485530508893778</c:v>
                </c:pt>
                <c:pt idx="3280">
                  <c:v>28.003345627077241</c:v>
                </c:pt>
                <c:pt idx="3281">
                  <c:v>28.479202256088737</c:v>
                </c:pt>
                <c:pt idx="3282">
                  <c:v>30.678941531951153</c:v>
                </c:pt>
                <c:pt idx="3283">
                  <c:v>32.114576204444347</c:v>
                </c:pt>
                <c:pt idx="3284">
                  <c:v>33.05527899362886</c:v>
                </c:pt>
                <c:pt idx="3285">
                  <c:v>38.911922683261324</c:v>
                </c:pt>
                <c:pt idx="3286">
                  <c:v>42.838573725921073</c:v>
                </c:pt>
                <c:pt idx="3287">
                  <c:v>39.808414263091613</c:v>
                </c:pt>
                <c:pt idx="3288">
                  <c:v>31.972338502092931</c:v>
                </c:pt>
                <c:pt idx="3289">
                  <c:v>32.608326158354537</c:v>
                </c:pt>
                <c:pt idx="3290">
                  <c:v>33.576558507144824</c:v>
                </c:pt>
                <c:pt idx="3291">
                  <c:v>36.565091504365959</c:v>
                </c:pt>
                <c:pt idx="3292">
                  <c:v>36.207027619124631</c:v>
                </c:pt>
                <c:pt idx="3293">
                  <c:v>41.65294420373646</c:v>
                </c:pt>
                <c:pt idx="3294">
                  <c:v>44.285612993308547</c:v>
                </c:pt>
                <c:pt idx="3295">
                  <c:v>49.385194247906107</c:v>
                </c:pt>
                <c:pt idx="3296">
                  <c:v>58.150877624955896</c:v>
                </c:pt>
                <c:pt idx="3297">
                  <c:v>56.064731907110037</c:v>
                </c:pt>
                <c:pt idx="3298">
                  <c:v>58.246897286719687</c:v>
                </c:pt>
                <c:pt idx="3299">
                  <c:v>56.112057574123149</c:v>
                </c:pt>
                <c:pt idx="3300">
                  <c:v>58.883190624002417</c:v>
                </c:pt>
                <c:pt idx="3301">
                  <c:v>62.179898689566429</c:v>
                </c:pt>
                <c:pt idx="3302">
                  <c:v>60.575319210398945</c:v>
                </c:pt>
                <c:pt idx="3303">
                  <c:v>61.345901661364032</c:v>
                </c:pt>
                <c:pt idx="3304">
                  <c:v>61.422148061126975</c:v>
                </c:pt>
                <c:pt idx="3305">
                  <c:v>63.620868253141246</c:v>
                </c:pt>
                <c:pt idx="3306">
                  <c:v>68.349049117559218</c:v>
                </c:pt>
                <c:pt idx="3307">
                  <c:v>63.017298192477917</c:v>
                </c:pt>
                <c:pt idx="3308">
                  <c:v>65.74065608227599</c:v>
                </c:pt>
                <c:pt idx="3309">
                  <c:v>69.441611062938591</c:v>
                </c:pt>
                <c:pt idx="3310">
                  <c:v>65.33855138261238</c:v>
                </c:pt>
                <c:pt idx="3311">
                  <c:v>63.980582258734245</c:v>
                </c:pt>
                <c:pt idx="3312">
                  <c:v>62.413354841888612</c:v>
                </c:pt>
                <c:pt idx="3313">
                  <c:v>61.143943738794981</c:v>
                </c:pt>
                <c:pt idx="3314">
                  <c:v>61.415597989536465</c:v>
                </c:pt>
                <c:pt idx="3315">
                  <c:v>61.16118644595845</c:v>
                </c:pt>
                <c:pt idx="3316">
                  <c:v>59.836498155688766</c:v>
                </c:pt>
                <c:pt idx="3317">
                  <c:v>60.539110746797164</c:v>
                </c:pt>
                <c:pt idx="3318">
                  <c:v>60.020517605370358</c:v>
                </c:pt>
                <c:pt idx="3319">
                  <c:v>62.359400842960291</c:v>
                </c:pt>
                <c:pt idx="3320">
                  <c:v>60.254344159431739</c:v>
                </c:pt>
                <c:pt idx="3321">
                  <c:v>60.599401377365751</c:v>
                </c:pt>
                <c:pt idx="3322">
                  <c:v>61.954020882052859</c:v>
                </c:pt>
                <c:pt idx="3323">
                  <c:v>59.797870940434507</c:v>
                </c:pt>
                <c:pt idx="3324">
                  <c:v>56.316802939222612</c:v>
                </c:pt>
                <c:pt idx="3325">
                  <c:v>54.261077484662735</c:v>
                </c:pt>
                <c:pt idx="3326">
                  <c:v>53.455746286116543</c:v>
                </c:pt>
                <c:pt idx="3327">
                  <c:v>54.431744826089187</c:v>
                </c:pt>
                <c:pt idx="3328">
                  <c:v>57.147420363126791</c:v>
                </c:pt>
                <c:pt idx="3329">
                  <c:v>51.08445893721526</c:v>
                </c:pt>
                <c:pt idx="3330">
                  <c:v>51.15189905787684</c:v>
                </c:pt>
                <c:pt idx="3331">
                  <c:v>53.468711757636378</c:v>
                </c:pt>
                <c:pt idx="3332">
                  <c:v>51.064491512101512</c:v>
                </c:pt>
                <c:pt idx="3333">
                  <c:v>50.034775400411142</c:v>
                </c:pt>
                <c:pt idx="3334">
                  <c:v>45.595728810928776</c:v>
                </c:pt>
                <c:pt idx="3335">
                  <c:v>51.3210205822147</c:v>
                </c:pt>
                <c:pt idx="3336">
                  <c:v>54.30227065522498</c:v>
                </c:pt>
                <c:pt idx="3337">
                  <c:v>48.182274014139971</c:v>
                </c:pt>
                <c:pt idx="3338">
                  <c:v>50.203758680833801</c:v>
                </c:pt>
                <c:pt idx="3339">
                  <c:v>52.615385418297826</c:v>
                </c:pt>
                <c:pt idx="3340">
                  <c:v>56.607454729695959</c:v>
                </c:pt>
                <c:pt idx="3341">
                  <c:v>60.949847768358964</c:v>
                </c:pt>
                <c:pt idx="3342">
                  <c:v>58.855469665392853</c:v>
                </c:pt>
                <c:pt idx="3343">
                  <c:v>65.401288913904068</c:v>
                </c:pt>
                <c:pt idx="3344">
                  <c:v>74.045999641333864</c:v>
                </c:pt>
                <c:pt idx="3345">
                  <c:v>70.016161774600008</c:v>
                </c:pt>
                <c:pt idx="3346">
                  <c:v>72.026198262325465</c:v>
                </c:pt>
                <c:pt idx="3347">
                  <c:v>70.538832434058733</c:v>
                </c:pt>
                <c:pt idx="3348">
                  <c:v>72.001106993385719</c:v>
                </c:pt>
                <c:pt idx="3349">
                  <c:v>70.651298784073902</c:v>
                </c:pt>
                <c:pt idx="3350">
                  <c:v>72.713182717186967</c:v>
                </c:pt>
                <c:pt idx="3351">
                  <c:v>70.301091133160625</c:v>
                </c:pt>
                <c:pt idx="3352">
                  <c:v>65.200251687255076</c:v>
                </c:pt>
                <c:pt idx="3353">
                  <c:v>62.112243674631323</c:v>
                </c:pt>
                <c:pt idx="3354">
                  <c:v>56.441299333130971</c:v>
                </c:pt>
                <c:pt idx="3355">
                  <c:v>56.872736637071704</c:v>
                </c:pt>
                <c:pt idx="3356">
                  <c:v>55.018684479835436</c:v>
                </c:pt>
                <c:pt idx="3357">
                  <c:v>54.842394078388416</c:v>
                </c:pt>
                <c:pt idx="3358">
                  <c:v>52.300805600778432</c:v>
                </c:pt>
                <c:pt idx="3359">
                  <c:v>52.24661105508369</c:v>
                </c:pt>
                <c:pt idx="3360">
                  <c:v>53.323012148412417</c:v>
                </c:pt>
                <c:pt idx="3361">
                  <c:v>50.387111935782492</c:v>
                </c:pt>
                <c:pt idx="3362">
                  <c:v>46.074638723918405</c:v>
                </c:pt>
                <c:pt idx="3363">
                  <c:v>44.692797002770007</c:v>
                </c:pt>
                <c:pt idx="3364">
                  <c:v>43.611001454560466</c:v>
                </c:pt>
                <c:pt idx="3365">
                  <c:v>42.414856005701182</c:v>
                </c:pt>
                <c:pt idx="3366">
                  <c:v>41.932239448589677</c:v>
                </c:pt>
                <c:pt idx="3367">
                  <c:v>42.41044108444234</c:v>
                </c:pt>
                <c:pt idx="3368">
                  <c:v>42.768851107403222</c:v>
                </c:pt>
                <c:pt idx="3369">
                  <c:v>40.873324255191037</c:v>
                </c:pt>
                <c:pt idx="3370">
                  <c:v>46.356400595539995</c:v>
                </c:pt>
                <c:pt idx="3371">
                  <c:v>52.995529399869</c:v>
                </c:pt>
                <c:pt idx="3372">
                  <c:v>55.769191149234075</c:v>
                </c:pt>
                <c:pt idx="3373">
                  <c:v>58.078274716972118</c:v>
                </c:pt>
                <c:pt idx="3374">
                  <c:v>59.339919076713556</c:v>
                </c:pt>
                <c:pt idx="3375">
                  <c:v>65.910973796476796</c:v>
                </c:pt>
                <c:pt idx="3376">
                  <c:v>61.55266793270215</c:v>
                </c:pt>
                <c:pt idx="3377">
                  <c:v>57.453087042310322</c:v>
                </c:pt>
                <c:pt idx="3378">
                  <c:v>54.054499239514413</c:v>
                </c:pt>
                <c:pt idx="3379">
                  <c:v>51.591700245791834</c:v>
                </c:pt>
                <c:pt idx="3380">
                  <c:v>48.753928353269231</c:v>
                </c:pt>
                <c:pt idx="3381">
                  <c:v>48.046655036684179</c:v>
                </c:pt>
                <c:pt idx="3382">
                  <c:v>47.501533561141699</c:v>
                </c:pt>
                <c:pt idx="3383">
                  <c:v>44.259789814434392</c:v>
                </c:pt>
                <c:pt idx="3384">
                  <c:v>43.09410764078325</c:v>
                </c:pt>
                <c:pt idx="3385">
                  <c:v>40.103983725215379</c:v>
                </c:pt>
                <c:pt idx="3386">
                  <c:v>39.076638378221105</c:v>
                </c:pt>
                <c:pt idx="3387">
                  <c:v>39.00219604686972</c:v>
                </c:pt>
                <c:pt idx="3388">
                  <c:v>39.980356404629447</c:v>
                </c:pt>
                <c:pt idx="3389">
                  <c:v>37.309245760946283</c:v>
                </c:pt>
                <c:pt idx="3390">
                  <c:v>37.805593395044696</c:v>
                </c:pt>
                <c:pt idx="3391">
                  <c:v>36.671630442856312</c:v>
                </c:pt>
                <c:pt idx="3392">
                  <c:v>33.912453147948575</c:v>
                </c:pt>
                <c:pt idx="3393">
                  <c:v>34.291815064940188</c:v>
                </c:pt>
                <c:pt idx="3394">
                  <c:v>36.616464400381979</c:v>
                </c:pt>
                <c:pt idx="3395">
                  <c:v>34.518180291482032</c:v>
                </c:pt>
                <c:pt idx="3396">
                  <c:v>38.33893750422682</c:v>
                </c:pt>
                <c:pt idx="3397">
                  <c:v>40.76098852623808</c:v>
                </c:pt>
                <c:pt idx="3398">
                  <c:v>41.290158805042026</c:v>
                </c:pt>
                <c:pt idx="3399">
                  <c:v>41.888562585972586</c:v>
                </c:pt>
                <c:pt idx="3400">
                  <c:v>42.048367249304384</c:v>
                </c:pt>
                <c:pt idx="3401">
                  <c:v>42.720337449728177</c:v>
                </c:pt>
                <c:pt idx="3402">
                  <c:v>39.700768155606298</c:v>
                </c:pt>
                <c:pt idx="3403">
                  <c:v>37.731061144444205</c:v>
                </c:pt>
                <c:pt idx="3404">
                  <c:v>36.25719814303163</c:v>
                </c:pt>
                <c:pt idx="3405">
                  <c:v>38.689709339707861</c:v>
                </c:pt>
                <c:pt idx="3406">
                  <c:v>39.637778253002345</c:v>
                </c:pt>
                <c:pt idx="3407">
                  <c:v>34.391718708567332</c:v>
                </c:pt>
                <c:pt idx="3408">
                  <c:v>35.565957227499759</c:v>
                </c:pt>
                <c:pt idx="3409">
                  <c:v>37.24938878895442</c:v>
                </c:pt>
                <c:pt idx="3410">
                  <c:v>38.665806054707559</c:v>
                </c:pt>
                <c:pt idx="3411">
                  <c:v>41.778157353467449</c:v>
                </c:pt>
                <c:pt idx="3412">
                  <c:v>47.770385925851812</c:v>
                </c:pt>
                <c:pt idx="3413">
                  <c:v>52.246955186494546</c:v>
                </c:pt>
                <c:pt idx="3414">
                  <c:v>50.320704933040361</c:v>
                </c:pt>
                <c:pt idx="3415">
                  <c:v>45.581119703567587</c:v>
                </c:pt>
                <c:pt idx="3416">
                  <c:v>44.021213465457073</c:v>
                </c:pt>
                <c:pt idx="3417">
                  <c:v>39.160265322055906</c:v>
                </c:pt>
                <c:pt idx="3418">
                  <c:v>38.910202660478404</c:v>
                </c:pt>
                <c:pt idx="3419">
                  <c:v>37.364442287189547</c:v>
                </c:pt>
                <c:pt idx="3420">
                  <c:v>37.015482210538238</c:v>
                </c:pt>
                <c:pt idx="3421">
                  <c:v>35.812653082315975</c:v>
                </c:pt>
                <c:pt idx="3422">
                  <c:v>37.162542497222674</c:v>
                </c:pt>
                <c:pt idx="3423">
                  <c:v>37.523021287020185</c:v>
                </c:pt>
                <c:pt idx="3424">
                  <c:v>42.372035141229077</c:v>
                </c:pt>
                <c:pt idx="3425">
                  <c:v>39.066833128594858</c:v>
                </c:pt>
                <c:pt idx="3426">
                  <c:v>40.672986066228091</c:v>
                </c:pt>
                <c:pt idx="3427">
                  <c:v>41.65917381901474</c:v>
                </c:pt>
                <c:pt idx="3428">
                  <c:v>38.607441494884725</c:v>
                </c:pt>
                <c:pt idx="3429">
                  <c:v>38.197802843087857</c:v>
                </c:pt>
                <c:pt idx="3430">
                  <c:v>36.30357520813579</c:v>
                </c:pt>
                <c:pt idx="3431">
                  <c:v>38.790455712094207</c:v>
                </c:pt>
                <c:pt idx="3432">
                  <c:v>36.116777095276198</c:v>
                </c:pt>
                <c:pt idx="3433">
                  <c:v>39.062685751298503</c:v>
                </c:pt>
                <c:pt idx="3434">
                  <c:v>35.9789565520203</c:v>
                </c:pt>
                <c:pt idx="3435">
                  <c:v>35.647137347262039</c:v>
                </c:pt>
                <c:pt idx="3436">
                  <c:v>35.469907764603292</c:v>
                </c:pt>
                <c:pt idx="3437">
                  <c:v>35.399476192349525</c:v>
                </c:pt>
                <c:pt idx="3438">
                  <c:v>38.425035282512802</c:v>
                </c:pt>
                <c:pt idx="3439">
                  <c:v>38.549651185126081</c:v>
                </c:pt>
                <c:pt idx="3440">
                  <c:v>36.602893467474019</c:v>
                </c:pt>
                <c:pt idx="3441">
                  <c:v>38.166594335939301</c:v>
                </c:pt>
                <c:pt idx="3442">
                  <c:v>38.719238574979123</c:v>
                </c:pt>
                <c:pt idx="3443">
                  <c:v>38.069469704693553</c:v>
                </c:pt>
                <c:pt idx="3444">
                  <c:v>41.060485944169926</c:v>
                </c:pt>
                <c:pt idx="3445">
                  <c:v>40.6920674575547</c:v>
                </c:pt>
                <c:pt idx="3446">
                  <c:v>40.934664400619553</c:v>
                </c:pt>
                <c:pt idx="3447">
                  <c:v>37.522879433365269</c:v>
                </c:pt>
                <c:pt idx="3448">
                  <c:v>44.124376770073539</c:v>
                </c:pt>
                <c:pt idx="3449">
                  <c:v>44.119584447012826</c:v>
                </c:pt>
                <c:pt idx="3450">
                  <c:v>43.987491755056432</c:v>
                </c:pt>
                <c:pt idx="3451">
                  <c:v>47.085545371774359</c:v>
                </c:pt>
                <c:pt idx="3452">
                  <c:v>48.175341808125268</c:v>
                </c:pt>
                <c:pt idx="3453">
                  <c:v>50.200999122922255</c:v>
                </c:pt>
                <c:pt idx="3454">
                  <c:v>52.648476040655822</c:v>
                </c:pt>
                <c:pt idx="3455">
                  <c:v>55.542478456236765</c:v>
                </c:pt>
                <c:pt idx="3456">
                  <c:v>57.320577654183907</c:v>
                </c:pt>
                <c:pt idx="3457">
                  <c:v>58.60517225742371</c:v>
                </c:pt>
                <c:pt idx="3458">
                  <c:v>59.452189429067431</c:v>
                </c:pt>
                <c:pt idx="3459">
                  <c:v>58.234390147595448</c:v>
                </c:pt>
                <c:pt idx="3460">
                  <c:v>54.637702595355854</c:v>
                </c:pt>
                <c:pt idx="3461">
                  <c:v>55.587828456144621</c:v>
                </c:pt>
                <c:pt idx="3462">
                  <c:v>56.12071199191665</c:v>
                </c:pt>
                <c:pt idx="3463">
                  <c:v>58.910304022995959</c:v>
                </c:pt>
                <c:pt idx="3464">
                  <c:v>59.433169741020627</c:v>
                </c:pt>
                <c:pt idx="3465">
                  <c:v>60.210303300706258</c:v>
                </c:pt>
                <c:pt idx="3466">
                  <c:v>64.950453254181127</c:v>
                </c:pt>
                <c:pt idx="3467">
                  <c:v>63.054862060168134</c:v>
                </c:pt>
                <c:pt idx="3468">
                  <c:v>66.169327899158588</c:v>
                </c:pt>
                <c:pt idx="3469">
                  <c:v>68.806002962470728</c:v>
                </c:pt>
                <c:pt idx="3470">
                  <c:v>65.376508163915247</c:v>
                </c:pt>
                <c:pt idx="3471">
                  <c:v>59.117834638344142</c:v>
                </c:pt>
                <c:pt idx="3472">
                  <c:v>57.52656601515077</c:v>
                </c:pt>
                <c:pt idx="3473">
                  <c:v>59.296637593109281</c:v>
                </c:pt>
                <c:pt idx="3474">
                  <c:v>62.782031625433063</c:v>
                </c:pt>
                <c:pt idx="3475">
                  <c:v>67.286932807632056</c:v>
                </c:pt>
                <c:pt idx="3476">
                  <c:v>67.666525535088084</c:v>
                </c:pt>
                <c:pt idx="3477">
                  <c:v>68.331875587126504</c:v>
                </c:pt>
                <c:pt idx="3478">
                  <c:v>69.095673889714462</c:v>
                </c:pt>
                <c:pt idx="3479">
                  <c:v>69.576882499678902</c:v>
                </c:pt>
                <c:pt idx="3480">
                  <c:v>70.429465591531056</c:v>
                </c:pt>
                <c:pt idx="3481">
                  <c:v>71.923712875235282</c:v>
                </c:pt>
                <c:pt idx="3482">
                  <c:v>76.21715581239576</c:v>
                </c:pt>
                <c:pt idx="3483">
                  <c:v>76.572354706034332</c:v>
                </c:pt>
                <c:pt idx="3484">
                  <c:v>82.322668027295009</c:v>
                </c:pt>
                <c:pt idx="3485">
                  <c:v>88.26156809536181</c:v>
                </c:pt>
                <c:pt idx="3486">
                  <c:v>94.338690426088036</c:v>
                </c:pt>
                <c:pt idx="3487">
                  <c:v>97.913414531614734</c:v>
                </c:pt>
                <c:pt idx="3488">
                  <c:v>97.375680931681174</c:v>
                </c:pt>
                <c:pt idx="3489">
                  <c:v>102.94451869544386</c:v>
                </c:pt>
                <c:pt idx="3490">
                  <c:v>102.41870559504169</c:v>
                </c:pt>
                <c:pt idx="3491">
                  <c:v>100.51777003366468</c:v>
                </c:pt>
                <c:pt idx="3492">
                  <c:v>95.434781015715771</c:v>
                </c:pt>
                <c:pt idx="3493">
                  <c:v>93.90719100652656</c:v>
                </c:pt>
                <c:pt idx="3494">
                  <c:v>97.179877017252409</c:v>
                </c:pt>
                <c:pt idx="3495">
                  <c:v>98.140873562937074</c:v>
                </c:pt>
                <c:pt idx="3496">
                  <c:v>97.580394059871267</c:v>
                </c:pt>
                <c:pt idx="3497">
                  <c:v>98.920855751484055</c:v>
                </c:pt>
                <c:pt idx="3498">
                  <c:v>95.277774624648288</c:v>
                </c:pt>
                <c:pt idx="3499">
                  <c:v>94.612000010623532</c:v>
                </c:pt>
                <c:pt idx="3500">
                  <c:v>93.06353758272985</c:v>
                </c:pt>
                <c:pt idx="3501">
                  <c:v>95.015173551119176</c:v>
                </c:pt>
                <c:pt idx="3502">
                  <c:v>94.919741469624171</c:v>
                </c:pt>
                <c:pt idx="3503">
                  <c:v>96.61026653549186</c:v>
                </c:pt>
                <c:pt idx="3504">
                  <c:v>91.45276870763081</c:v>
                </c:pt>
                <c:pt idx="3505">
                  <c:v>92.56103597903612</c:v>
                </c:pt>
                <c:pt idx="3506">
                  <c:v>89.174534266235256</c:v>
                </c:pt>
                <c:pt idx="3507">
                  <c:v>87.378306420689398</c:v>
                </c:pt>
                <c:pt idx="3508">
                  <c:v>83.367895440055392</c:v>
                </c:pt>
                <c:pt idx="3509">
                  <c:v>83.615053636310407</c:v>
                </c:pt>
                <c:pt idx="3510">
                  <c:v>87.963390032859564</c:v>
                </c:pt>
                <c:pt idx="3511">
                  <c:v>86.624971433305149</c:v>
                </c:pt>
                <c:pt idx="3512">
                  <c:v>85.459277082198213</c:v>
                </c:pt>
                <c:pt idx="3513">
                  <c:v>85.971068430188254</c:v>
                </c:pt>
                <c:pt idx="3514">
                  <c:v>87.360416399068569</c:v>
                </c:pt>
                <c:pt idx="3515">
                  <c:v>90.638676279681917</c:v>
                </c:pt>
                <c:pt idx="3516">
                  <c:v>88.780159913079459</c:v>
                </c:pt>
                <c:pt idx="3517">
                  <c:v>86.767953031301403</c:v>
                </c:pt>
                <c:pt idx="3518">
                  <c:v>75.146571950275359</c:v>
                </c:pt>
                <c:pt idx="3519">
                  <c:v>79.646216275768026</c:v>
                </c:pt>
                <c:pt idx="3520">
                  <c:v>77.435425490127216</c:v>
                </c:pt>
                <c:pt idx="3521">
                  <c:v>77.123885546661725</c:v>
                </c:pt>
                <c:pt idx="3522">
                  <c:v>78.665104845223453</c:v>
                </c:pt>
                <c:pt idx="3523">
                  <c:v>77.325382088566599</c:v>
                </c:pt>
                <c:pt idx="3524">
                  <c:v>76.481272917692891</c:v>
                </c:pt>
                <c:pt idx="3525">
                  <c:v>72.755623341804423</c:v>
                </c:pt>
                <c:pt idx="3526">
                  <c:v>65.202563662779028</c:v>
                </c:pt>
                <c:pt idx="3527">
                  <c:v>63.802085022109161</c:v>
                </c:pt>
                <c:pt idx="3528">
                  <c:v>62.941324791947039</c:v>
                </c:pt>
                <c:pt idx="3529">
                  <c:v>69.370693743411138</c:v>
                </c:pt>
                <c:pt idx="3530">
                  <c:v>72.97130228545852</c:v>
                </c:pt>
                <c:pt idx="3531">
                  <c:v>77.07202647322697</c:v>
                </c:pt>
                <c:pt idx="3532">
                  <c:v>73.365430499774064</c:v>
                </c:pt>
                <c:pt idx="3533">
                  <c:v>69.257398946288788</c:v>
                </c:pt>
                <c:pt idx="3534">
                  <c:v>69.598801294009206</c:v>
                </c:pt>
                <c:pt idx="3535">
                  <c:v>65.357054502698048</c:v>
                </c:pt>
                <c:pt idx="3536">
                  <c:v>61.868585428058893</c:v>
                </c:pt>
                <c:pt idx="3537">
                  <c:v>57.118670861835646</c:v>
                </c:pt>
                <c:pt idx="3538">
                  <c:v>53.020352410093921</c:v>
                </c:pt>
                <c:pt idx="3539">
                  <c:v>49.268776314616176</c:v>
                </c:pt>
                <c:pt idx="3540">
                  <c:v>42.711214080951464</c:v>
                </c:pt>
                <c:pt idx="3541">
                  <c:v>45.460174493752156</c:v>
                </c:pt>
                <c:pt idx="3542">
                  <c:v>36.405094989723594</c:v>
                </c:pt>
                <c:pt idx="3543">
                  <c:v>31.308032369664048</c:v>
                </c:pt>
                <c:pt idx="3544">
                  <c:v>29.680383119372262</c:v>
                </c:pt>
                <c:pt idx="3545">
                  <c:v>29.197059651748866</c:v>
                </c:pt>
                <c:pt idx="3546">
                  <c:v>26.789461016892648</c:v>
                </c:pt>
                <c:pt idx="3547">
                  <c:v>24.315213330043573</c:v>
                </c:pt>
                <c:pt idx="3548">
                  <c:v>21.299898472450522</c:v>
                </c:pt>
                <c:pt idx="3549">
                  <c:v>17.51244697264088</c:v>
                </c:pt>
                <c:pt idx="3550">
                  <c:v>20.667898828515831</c:v>
                </c:pt>
                <c:pt idx="3551">
                  <c:v>13.057606834692447</c:v>
                </c:pt>
                <c:pt idx="3552">
                  <c:v>10.141640348782902</c:v>
                </c:pt>
                <c:pt idx="3553">
                  <c:v>4.8389655031999119</c:v>
                </c:pt>
                <c:pt idx="3554">
                  <c:v>0.818124851170551</c:v>
                </c:pt>
                <c:pt idx="3555">
                  <c:v>-2.9946457259837342</c:v>
                </c:pt>
                <c:pt idx="3556">
                  <c:v>-4.9342264923793913</c:v>
                </c:pt>
                <c:pt idx="3557">
                  <c:v>-6.8905144214918126</c:v>
                </c:pt>
                <c:pt idx="3558">
                  <c:v>-11.367392471539471</c:v>
                </c:pt>
                <c:pt idx="3559">
                  <c:v>-5.9507874716406333</c:v>
                </c:pt>
                <c:pt idx="3560">
                  <c:v>-15.350874433354292</c:v>
                </c:pt>
                <c:pt idx="3561">
                  <c:v>-16.141601673149783</c:v>
                </c:pt>
                <c:pt idx="3562">
                  <c:v>-18.294308978238817</c:v>
                </c:pt>
                <c:pt idx="3563">
                  <c:v>-19.903208560541689</c:v>
                </c:pt>
                <c:pt idx="3564">
                  <c:v>-21.607930438235289</c:v>
                </c:pt>
                <c:pt idx="3565">
                  <c:v>-22.453503004636232</c:v>
                </c:pt>
                <c:pt idx="3566">
                  <c:v>-26.658387470489288</c:v>
                </c:pt>
                <c:pt idx="3567">
                  <c:v>-31.990375685576961</c:v>
                </c:pt>
                <c:pt idx="3568">
                  <c:v>-31.896514736753076</c:v>
                </c:pt>
                <c:pt idx="3569">
                  <c:v>-32.53286256976024</c:v>
                </c:pt>
                <c:pt idx="3570">
                  <c:v>-34.513599745165621</c:v>
                </c:pt>
                <c:pt idx="3571">
                  <c:v>-32.257333265780971</c:v>
                </c:pt>
                <c:pt idx="3572">
                  <c:v>-36.016124846098471</c:v>
                </c:pt>
                <c:pt idx="3573">
                  <c:v>-32.155795459124903</c:v>
                </c:pt>
                <c:pt idx="3574">
                  <c:v>-37.928539695795074</c:v>
                </c:pt>
                <c:pt idx="3575">
                  <c:v>-34.881828635274772</c:v>
                </c:pt>
                <c:pt idx="3576">
                  <c:v>-37.293253747413935</c:v>
                </c:pt>
                <c:pt idx="3577">
                  <c:v>-40.821155602434061</c:v>
                </c:pt>
                <c:pt idx="3578">
                  <c:v>-41.330176782598379</c:v>
                </c:pt>
                <c:pt idx="3579">
                  <c:v>-43.391921474737877</c:v>
                </c:pt>
                <c:pt idx="3580">
                  <c:v>-44.76003444987434</c:v>
                </c:pt>
                <c:pt idx="3581">
                  <c:v>-45.592932869589959</c:v>
                </c:pt>
                <c:pt idx="3582">
                  <c:v>-45.173610604985853</c:v>
                </c:pt>
                <c:pt idx="3583">
                  <c:v>-42.895294883481384</c:v>
                </c:pt>
                <c:pt idx="3584">
                  <c:v>-42.807175061459318</c:v>
                </c:pt>
                <c:pt idx="3585">
                  <c:v>-39.459776032902568</c:v>
                </c:pt>
                <c:pt idx="3586">
                  <c:v>-45.173879105493768</c:v>
                </c:pt>
                <c:pt idx="3587">
                  <c:v>-48.125580229335092</c:v>
                </c:pt>
                <c:pt idx="3588">
                  <c:v>-50.358177659477626</c:v>
                </c:pt>
                <c:pt idx="3589">
                  <c:v>-50.846582847572982</c:v>
                </c:pt>
                <c:pt idx="3590">
                  <c:v>-53.812553433940039</c:v>
                </c:pt>
                <c:pt idx="3591">
                  <c:v>-57.307456149760625</c:v>
                </c:pt>
                <c:pt idx="3592">
                  <c:v>-57.671204530025207</c:v>
                </c:pt>
                <c:pt idx="3593">
                  <c:v>-58.269195190805178</c:v>
                </c:pt>
                <c:pt idx="3594">
                  <c:v>-56.268274978407128</c:v>
                </c:pt>
                <c:pt idx="3595">
                  <c:v>-52.663417201771502</c:v>
                </c:pt>
                <c:pt idx="3596">
                  <c:v>-53.466495059481574</c:v>
                </c:pt>
                <c:pt idx="3597">
                  <c:v>-52.704669967118427</c:v>
                </c:pt>
                <c:pt idx="3598">
                  <c:v>-52.62416808052032</c:v>
                </c:pt>
                <c:pt idx="3599">
                  <c:v>-52.249358774938671</c:v>
                </c:pt>
                <c:pt idx="3600">
                  <c:v>-54.688890578400738</c:v>
                </c:pt>
                <c:pt idx="3601">
                  <c:v>-51.945839851833483</c:v>
                </c:pt>
                <c:pt idx="3602">
                  <c:v>-51.112324077438053</c:v>
                </c:pt>
                <c:pt idx="3603">
                  <c:v>-50.075508829720377</c:v>
                </c:pt>
                <c:pt idx="3604">
                  <c:v>-50.408942585385631</c:v>
                </c:pt>
                <c:pt idx="3605">
                  <c:v>-42.203093630250308</c:v>
                </c:pt>
                <c:pt idx="3606">
                  <c:v>-45.191090504148271</c:v>
                </c:pt>
                <c:pt idx="3607">
                  <c:v>-45.499066405649629</c:v>
                </c:pt>
                <c:pt idx="3608">
                  <c:v>-49.600809180527925</c:v>
                </c:pt>
                <c:pt idx="3609">
                  <c:v>-45.910556665757866</c:v>
                </c:pt>
                <c:pt idx="3610">
                  <c:v>-44.338220456859055</c:v>
                </c:pt>
                <c:pt idx="3611">
                  <c:v>-48.700401946131038</c:v>
                </c:pt>
                <c:pt idx="3612">
                  <c:v>-46.116740135304838</c:v>
                </c:pt>
                <c:pt idx="3613">
                  <c:v>-48.009452892866769</c:v>
                </c:pt>
                <c:pt idx="3614">
                  <c:v>-48.915812726190346</c:v>
                </c:pt>
                <c:pt idx="3615">
                  <c:v>-47.616625925027591</c:v>
                </c:pt>
                <c:pt idx="3616">
                  <c:v>-49.210122722263321</c:v>
                </c:pt>
                <c:pt idx="3617">
                  <c:v>-50.803165782637208</c:v>
                </c:pt>
                <c:pt idx="3618">
                  <c:v>-53.755878889451807</c:v>
                </c:pt>
                <c:pt idx="3619">
                  <c:v>-55.40119629544688</c:v>
                </c:pt>
                <c:pt idx="3620">
                  <c:v>-57.81363445818684</c:v>
                </c:pt>
                <c:pt idx="3621">
                  <c:v>-60.896618719093283</c:v>
                </c:pt>
                <c:pt idx="3622">
                  <c:v>-54.338791648764456</c:v>
                </c:pt>
                <c:pt idx="3623">
                  <c:v>-54.735978867964988</c:v>
                </c:pt>
                <c:pt idx="3624">
                  <c:v>-54.560587523682649</c:v>
                </c:pt>
                <c:pt idx="3625">
                  <c:v>-51.521642043055813</c:v>
                </c:pt>
                <c:pt idx="3626">
                  <c:v>-58.387814389168234</c:v>
                </c:pt>
                <c:pt idx="3627">
                  <c:v>-55.438001776549278</c:v>
                </c:pt>
                <c:pt idx="3628">
                  <c:v>-51.213183670359115</c:v>
                </c:pt>
                <c:pt idx="3629">
                  <c:v>-47.310740879501033</c:v>
                </c:pt>
                <c:pt idx="3630">
                  <c:v>-49.624822244626969</c:v>
                </c:pt>
                <c:pt idx="3631">
                  <c:v>-53.763386330663984</c:v>
                </c:pt>
                <c:pt idx="3632">
                  <c:v>-55.470777287351922</c:v>
                </c:pt>
                <c:pt idx="3633">
                  <c:v>-57.904017123920362</c:v>
                </c:pt>
                <c:pt idx="3634">
                  <c:v>-58.274740327190152</c:v>
                </c:pt>
                <c:pt idx="3635">
                  <c:v>-57.965853475868059</c:v>
                </c:pt>
                <c:pt idx="3636">
                  <c:v>-56.979037007470573</c:v>
                </c:pt>
                <c:pt idx="3637">
                  <c:v>-56.622117945360806</c:v>
                </c:pt>
                <c:pt idx="3638">
                  <c:v>-56.886704042768713</c:v>
                </c:pt>
                <c:pt idx="3639">
                  <c:v>-56.539018277129131</c:v>
                </c:pt>
                <c:pt idx="3640">
                  <c:v>-58.963693988671217</c:v>
                </c:pt>
                <c:pt idx="3641">
                  <c:v>-58.878307038536192</c:v>
                </c:pt>
                <c:pt idx="3642">
                  <c:v>-68.683909779851973</c:v>
                </c:pt>
                <c:pt idx="3643">
                  <c:v>-66.385192876014543</c:v>
                </c:pt>
                <c:pt idx="3644">
                  <c:v>-65.270896542456214</c:v>
                </c:pt>
                <c:pt idx="3645">
                  <c:v>-61.519812412302983</c:v>
                </c:pt>
                <c:pt idx="3646">
                  <c:v>-57.159128480660797</c:v>
                </c:pt>
                <c:pt idx="3647">
                  <c:v>-59.111512483283775</c:v>
                </c:pt>
                <c:pt idx="3648">
                  <c:v>-58.541345873592689</c:v>
                </c:pt>
                <c:pt idx="3649">
                  <c:v>-56.902442234038098</c:v>
                </c:pt>
                <c:pt idx="3650">
                  <c:v>-56.553182649271577</c:v>
                </c:pt>
                <c:pt idx="3651">
                  <c:v>-55.198442429502236</c:v>
                </c:pt>
                <c:pt idx="3652">
                  <c:v>-54.93401811819453</c:v>
                </c:pt>
                <c:pt idx="3653">
                  <c:v>-53.636355446942524</c:v>
                </c:pt>
                <c:pt idx="3654">
                  <c:v>-50.901953610640433</c:v>
                </c:pt>
                <c:pt idx="3655">
                  <c:v>-49.865685738686011</c:v>
                </c:pt>
                <c:pt idx="3656">
                  <c:v>-48.760854500136439</c:v>
                </c:pt>
                <c:pt idx="3657">
                  <c:v>-45.167050769257486</c:v>
                </c:pt>
                <c:pt idx="3658">
                  <c:v>-40.211470325023292</c:v>
                </c:pt>
                <c:pt idx="3659">
                  <c:v>-39.468310508520162</c:v>
                </c:pt>
                <c:pt idx="3660">
                  <c:v>-43.498182001014399</c:v>
                </c:pt>
                <c:pt idx="3661">
                  <c:v>-42.238285787934849</c:v>
                </c:pt>
                <c:pt idx="3662">
                  <c:v>-44.915003776187049</c:v>
                </c:pt>
                <c:pt idx="3663">
                  <c:v>-45.719193317346651</c:v>
                </c:pt>
                <c:pt idx="3664">
                  <c:v>-45.414629860825777</c:v>
                </c:pt>
                <c:pt idx="3665">
                  <c:v>-45.185121979108288</c:v>
                </c:pt>
                <c:pt idx="3666">
                  <c:v>-42.775435863878208</c:v>
                </c:pt>
                <c:pt idx="3667">
                  <c:v>-43.838876916127674</c:v>
                </c:pt>
                <c:pt idx="3668">
                  <c:v>-41.145917539443623</c:v>
                </c:pt>
                <c:pt idx="3669">
                  <c:v>-43.439002950047737</c:v>
                </c:pt>
                <c:pt idx="3670">
                  <c:v>-40.725787257246061</c:v>
                </c:pt>
                <c:pt idx="3671">
                  <c:v>-48.471576707692861</c:v>
                </c:pt>
                <c:pt idx="3672">
                  <c:v>-44.605356456848646</c:v>
                </c:pt>
                <c:pt idx="3673">
                  <c:v>-47.64648535264061</c:v>
                </c:pt>
                <c:pt idx="3674">
                  <c:v>-50.181453195845549</c:v>
                </c:pt>
                <c:pt idx="3675">
                  <c:v>-45.177921827188825</c:v>
                </c:pt>
                <c:pt idx="3676">
                  <c:v>-41.418755944222035</c:v>
                </c:pt>
                <c:pt idx="3677">
                  <c:v>-40.900074427229534</c:v>
                </c:pt>
                <c:pt idx="3678">
                  <c:v>-43.260301750823444</c:v>
                </c:pt>
                <c:pt idx="3679">
                  <c:v>-47.617506805561732</c:v>
                </c:pt>
                <c:pt idx="3680">
                  <c:v>-46.514877521048625</c:v>
                </c:pt>
                <c:pt idx="3681">
                  <c:v>-44.485784128104655</c:v>
                </c:pt>
                <c:pt idx="3682">
                  <c:v>-44.896445391725031</c:v>
                </c:pt>
                <c:pt idx="3683">
                  <c:v>-47.027181586255928</c:v>
                </c:pt>
                <c:pt idx="3684">
                  <c:v>-45.269049205526244</c:v>
                </c:pt>
                <c:pt idx="3685">
                  <c:v>-43.730341189463878</c:v>
                </c:pt>
                <c:pt idx="3686">
                  <c:v>-43.179408074056802</c:v>
                </c:pt>
                <c:pt idx="3687">
                  <c:v>-42.617286335554418</c:v>
                </c:pt>
                <c:pt idx="3688">
                  <c:v>-44.684176902790917</c:v>
                </c:pt>
                <c:pt idx="3689">
                  <c:v>-45.727771138971676</c:v>
                </c:pt>
                <c:pt idx="3690">
                  <c:v>-39.515462067933576</c:v>
                </c:pt>
                <c:pt idx="3691">
                  <c:v>-38.669092480874205</c:v>
                </c:pt>
                <c:pt idx="3692">
                  <c:v>-40.057603164429295</c:v>
                </c:pt>
                <c:pt idx="3693">
                  <c:v>-37.982970935659722</c:v>
                </c:pt>
                <c:pt idx="3694">
                  <c:v>-34.427599412867444</c:v>
                </c:pt>
                <c:pt idx="3695">
                  <c:v>-33.646557135733971</c:v>
                </c:pt>
                <c:pt idx="3696">
                  <c:v>-33.995847721322427</c:v>
                </c:pt>
                <c:pt idx="3697">
                  <c:v>-35.594784263436225</c:v>
                </c:pt>
                <c:pt idx="3698">
                  <c:v>-35.350305913877101</c:v>
                </c:pt>
                <c:pt idx="3699">
                  <c:v>-42.019601339715393</c:v>
                </c:pt>
                <c:pt idx="3700">
                  <c:v>-35.888371538333345</c:v>
                </c:pt>
                <c:pt idx="3701">
                  <c:v>-33.02903165667712</c:v>
                </c:pt>
                <c:pt idx="3702">
                  <c:v>-28.301793668817837</c:v>
                </c:pt>
                <c:pt idx="3703">
                  <c:v>-29.120169460485744</c:v>
                </c:pt>
                <c:pt idx="3704">
                  <c:v>-28.31697859711792</c:v>
                </c:pt>
                <c:pt idx="3705">
                  <c:v>-29.39572598189293</c:v>
                </c:pt>
                <c:pt idx="3706">
                  <c:v>-29.539718955877657</c:v>
                </c:pt>
                <c:pt idx="3707">
                  <c:v>-29.287160712430278</c:v>
                </c:pt>
                <c:pt idx="3708">
                  <c:v>-28.901030610195701</c:v>
                </c:pt>
                <c:pt idx="3709">
                  <c:v>-34.265098721941143</c:v>
                </c:pt>
                <c:pt idx="3710">
                  <c:v>-32.141380354577592</c:v>
                </c:pt>
                <c:pt idx="3711">
                  <c:v>-38.083704069670183</c:v>
                </c:pt>
                <c:pt idx="3712">
                  <c:v>-41.502277787076018</c:v>
                </c:pt>
                <c:pt idx="3713">
                  <c:v>-38.526623535220288</c:v>
                </c:pt>
                <c:pt idx="3714">
                  <c:v>-34.620811267479525</c:v>
                </c:pt>
                <c:pt idx="3715">
                  <c:v>-32.848463306684593</c:v>
                </c:pt>
                <c:pt idx="3716">
                  <c:v>-30.465183689459796</c:v>
                </c:pt>
                <c:pt idx="3717">
                  <c:v>-28.993959618567807</c:v>
                </c:pt>
                <c:pt idx="3718">
                  <c:v>-27.907145384741838</c:v>
                </c:pt>
                <c:pt idx="3719">
                  <c:v>-29.873343354548684</c:v>
                </c:pt>
                <c:pt idx="3720">
                  <c:v>-34.778192992699637</c:v>
                </c:pt>
                <c:pt idx="3721">
                  <c:v>-36.641358332066964</c:v>
                </c:pt>
                <c:pt idx="3722">
                  <c:v>-34.833046295652082</c:v>
                </c:pt>
                <c:pt idx="3723">
                  <c:v>-32.806294787174068</c:v>
                </c:pt>
                <c:pt idx="3724">
                  <c:v>-32.81889388244322</c:v>
                </c:pt>
                <c:pt idx="3725">
                  <c:v>-31.366525387822421</c:v>
                </c:pt>
                <c:pt idx="3726">
                  <c:v>-26.881177663192812</c:v>
                </c:pt>
                <c:pt idx="3727">
                  <c:v>-24.9953724154573</c:v>
                </c:pt>
                <c:pt idx="3728">
                  <c:v>-26.262702646315851</c:v>
                </c:pt>
                <c:pt idx="3729">
                  <c:v>-23.946767822054809</c:v>
                </c:pt>
                <c:pt idx="3730">
                  <c:v>-23.950186948209261</c:v>
                </c:pt>
                <c:pt idx="3731">
                  <c:v>-16.763737899062175</c:v>
                </c:pt>
                <c:pt idx="3732">
                  <c:v>-26.456749738672457</c:v>
                </c:pt>
                <c:pt idx="3733">
                  <c:v>-19.843955333940464</c:v>
                </c:pt>
                <c:pt idx="3734">
                  <c:v>-18.994978005058329</c:v>
                </c:pt>
                <c:pt idx="3735">
                  <c:v>-15.767544256354459</c:v>
                </c:pt>
                <c:pt idx="3736">
                  <c:v>-18.244717319828631</c:v>
                </c:pt>
                <c:pt idx="3737">
                  <c:v>-17.988756427110619</c:v>
                </c:pt>
                <c:pt idx="3738">
                  <c:v>-12.460938739749828</c:v>
                </c:pt>
                <c:pt idx="3739">
                  <c:v>-13.518970473405995</c:v>
                </c:pt>
                <c:pt idx="3740">
                  <c:v>-17.508058064702684</c:v>
                </c:pt>
                <c:pt idx="3741">
                  <c:v>-12.232714576992915</c:v>
                </c:pt>
                <c:pt idx="3742">
                  <c:v>-18.817075076950196</c:v>
                </c:pt>
                <c:pt idx="3743">
                  <c:v>-18.120267946043107</c:v>
                </c:pt>
                <c:pt idx="3744">
                  <c:v>-22.843565784358827</c:v>
                </c:pt>
                <c:pt idx="3745">
                  <c:v>-19.615660728275326</c:v>
                </c:pt>
                <c:pt idx="3746">
                  <c:v>-18.587413133037067</c:v>
                </c:pt>
                <c:pt idx="3747">
                  <c:v>-18.272308160949091</c:v>
                </c:pt>
                <c:pt idx="3748">
                  <c:v>-18.274598238477704</c:v>
                </c:pt>
                <c:pt idx="3749">
                  <c:v>-18.859687671573312</c:v>
                </c:pt>
                <c:pt idx="3750">
                  <c:v>-18.542229743680743</c:v>
                </c:pt>
                <c:pt idx="3751">
                  <c:v>-17.770949623853877</c:v>
                </c:pt>
                <c:pt idx="3752">
                  <c:v>-16.116888852805626</c:v>
                </c:pt>
                <c:pt idx="3753">
                  <c:v>-13.729253593966101</c:v>
                </c:pt>
                <c:pt idx="3754">
                  <c:v>-16.453281783462941</c:v>
                </c:pt>
                <c:pt idx="3755">
                  <c:v>-19.205849299325649</c:v>
                </c:pt>
                <c:pt idx="3756">
                  <c:v>-21.224413701949548</c:v>
                </c:pt>
                <c:pt idx="3757">
                  <c:v>-17.819440333747671</c:v>
                </c:pt>
                <c:pt idx="3758">
                  <c:v>-19.229095499299163</c:v>
                </c:pt>
                <c:pt idx="3759">
                  <c:v>-15.405349862314527</c:v>
                </c:pt>
                <c:pt idx="3760">
                  <c:v>-13.220827951360297</c:v>
                </c:pt>
                <c:pt idx="3761">
                  <c:v>-12.662511467171715</c:v>
                </c:pt>
                <c:pt idx="3762">
                  <c:v>-13.058025119063414</c:v>
                </c:pt>
                <c:pt idx="3763">
                  <c:v>-14.696808385052982</c:v>
                </c:pt>
                <c:pt idx="3764">
                  <c:v>-12.662696595989123</c:v>
                </c:pt>
                <c:pt idx="3765">
                  <c:v>-12.362484558653753</c:v>
                </c:pt>
                <c:pt idx="3766">
                  <c:v>-12.482265117395897</c:v>
                </c:pt>
                <c:pt idx="3767">
                  <c:v>-10.753319416809511</c:v>
                </c:pt>
                <c:pt idx="3768">
                  <c:v>-8.4112056613092605</c:v>
                </c:pt>
                <c:pt idx="3769">
                  <c:v>-8.5954923152716738</c:v>
                </c:pt>
                <c:pt idx="3770">
                  <c:v>-6.0340385388625863</c:v>
                </c:pt>
                <c:pt idx="3771">
                  <c:v>-7.7564493681072477</c:v>
                </c:pt>
                <c:pt idx="3772">
                  <c:v>-6.9390448772205255</c:v>
                </c:pt>
                <c:pt idx="3773">
                  <c:v>-6.1591561014115621</c:v>
                </c:pt>
                <c:pt idx="3774">
                  <c:v>-3.9636653846877956</c:v>
                </c:pt>
                <c:pt idx="3775">
                  <c:v>-0.68812187274963588</c:v>
                </c:pt>
                <c:pt idx="3776">
                  <c:v>-1.6399215809741623</c:v>
                </c:pt>
                <c:pt idx="3777">
                  <c:v>9.6852822090380553</c:v>
                </c:pt>
                <c:pt idx="3778">
                  <c:v>17.187841277217672</c:v>
                </c:pt>
                <c:pt idx="3779">
                  <c:v>13.825939934017535</c:v>
                </c:pt>
                <c:pt idx="3780">
                  <c:v>18.97013366848126</c:v>
                </c:pt>
                <c:pt idx="3781">
                  <c:v>21.289124104605637</c:v>
                </c:pt>
                <c:pt idx="3782">
                  <c:v>21.849077090918303</c:v>
                </c:pt>
                <c:pt idx="3783">
                  <c:v>27.652450453792511</c:v>
                </c:pt>
                <c:pt idx="3784">
                  <c:v>30.921798305851123</c:v>
                </c:pt>
                <c:pt idx="3785">
                  <c:v>33.304990350645561</c:v>
                </c:pt>
                <c:pt idx="3786">
                  <c:v>36.501279043446573</c:v>
                </c:pt>
                <c:pt idx="3787">
                  <c:v>30.872622663670924</c:v>
                </c:pt>
                <c:pt idx="3788">
                  <c:v>27.551654894508232</c:v>
                </c:pt>
                <c:pt idx="3789">
                  <c:v>19.258177666148292</c:v>
                </c:pt>
                <c:pt idx="3790">
                  <c:v>18.064310912955815</c:v>
                </c:pt>
                <c:pt idx="3791">
                  <c:v>20.883502664121011</c:v>
                </c:pt>
                <c:pt idx="3792">
                  <c:v>18.73442553027909</c:v>
                </c:pt>
                <c:pt idx="3793">
                  <c:v>15.92766449966191</c:v>
                </c:pt>
                <c:pt idx="3794">
                  <c:v>16.651631780759399</c:v>
                </c:pt>
                <c:pt idx="3795">
                  <c:v>19.378137443277229</c:v>
                </c:pt>
                <c:pt idx="3796">
                  <c:v>19.445434334827876</c:v>
                </c:pt>
                <c:pt idx="3797">
                  <c:v>22.676776915728098</c:v>
                </c:pt>
                <c:pt idx="3798">
                  <c:v>22.805500226366597</c:v>
                </c:pt>
                <c:pt idx="3799">
                  <c:v>21.649172980706446</c:v>
                </c:pt>
                <c:pt idx="3800">
                  <c:v>19.601202632140275</c:v>
                </c:pt>
                <c:pt idx="3801">
                  <c:v>21.739235933511999</c:v>
                </c:pt>
                <c:pt idx="3802">
                  <c:v>21.959707583460442</c:v>
                </c:pt>
                <c:pt idx="3803">
                  <c:v>22.040827162668208</c:v>
                </c:pt>
                <c:pt idx="3804">
                  <c:v>22.113834783955198</c:v>
                </c:pt>
                <c:pt idx="3805">
                  <c:v>19.184158545613901</c:v>
                </c:pt>
                <c:pt idx="3806">
                  <c:v>21.657411531646282</c:v>
                </c:pt>
                <c:pt idx="3807">
                  <c:v>26.357479488011545</c:v>
                </c:pt>
                <c:pt idx="3808">
                  <c:v>25.439232014027212</c:v>
                </c:pt>
                <c:pt idx="3809">
                  <c:v>26.021017043037002</c:v>
                </c:pt>
                <c:pt idx="3810">
                  <c:v>26.717360603928572</c:v>
                </c:pt>
                <c:pt idx="3811">
                  <c:v>24.777575556958066</c:v>
                </c:pt>
                <c:pt idx="3812">
                  <c:v>26.937653974600572</c:v>
                </c:pt>
                <c:pt idx="3813">
                  <c:v>27.841018690483306</c:v>
                </c:pt>
                <c:pt idx="3814">
                  <c:v>28.890138327905873</c:v>
                </c:pt>
                <c:pt idx="3815">
                  <c:v>30.952663103184047</c:v>
                </c:pt>
                <c:pt idx="3816">
                  <c:v>32.045232105922352</c:v>
                </c:pt>
                <c:pt idx="3817">
                  <c:v>32.673930401801016</c:v>
                </c:pt>
                <c:pt idx="3818">
                  <c:v>34.967551455230449</c:v>
                </c:pt>
                <c:pt idx="3819">
                  <c:v>36.132342061603978</c:v>
                </c:pt>
                <c:pt idx="3820">
                  <c:v>37.336147702709219</c:v>
                </c:pt>
                <c:pt idx="3821">
                  <c:v>40.081780318040529</c:v>
                </c:pt>
                <c:pt idx="3822">
                  <c:v>40.109390135393831</c:v>
                </c:pt>
                <c:pt idx="3823">
                  <c:v>42.354395894288388</c:v>
                </c:pt>
                <c:pt idx="3824">
                  <c:v>45.460270511474974</c:v>
                </c:pt>
                <c:pt idx="3825">
                  <c:v>46.327923188854875</c:v>
                </c:pt>
                <c:pt idx="3826">
                  <c:v>49.172491614177019</c:v>
                </c:pt>
                <c:pt idx="3827">
                  <c:v>51.094954520867148</c:v>
                </c:pt>
                <c:pt idx="3828">
                  <c:v>48.912239785545985</c:v>
                </c:pt>
                <c:pt idx="3829">
                  <c:v>48.610629519407503</c:v>
                </c:pt>
                <c:pt idx="3830">
                  <c:v>49.859810344074617</c:v>
                </c:pt>
                <c:pt idx="3831">
                  <c:v>48.930259404896155</c:v>
                </c:pt>
                <c:pt idx="3832">
                  <c:v>48.427449952275737</c:v>
                </c:pt>
                <c:pt idx="3833">
                  <c:v>49.209972561834476</c:v>
                </c:pt>
                <c:pt idx="3834">
                  <c:v>49.097866354538219</c:v>
                </c:pt>
                <c:pt idx="3835">
                  <c:v>51.393430980450141</c:v>
                </c:pt>
                <c:pt idx="3836">
                  <c:v>53.233019786635772</c:v>
                </c:pt>
                <c:pt idx="3837">
                  <c:v>55.160380767805982</c:v>
                </c:pt>
                <c:pt idx="3838">
                  <c:v>57.141145483248955</c:v>
                </c:pt>
                <c:pt idx="3839">
                  <c:v>59.208181730395843</c:v>
                </c:pt>
                <c:pt idx="3840">
                  <c:v>63.06418704382029</c:v>
                </c:pt>
                <c:pt idx="3841">
                  <c:v>63.284556067303747</c:v>
                </c:pt>
                <c:pt idx="3842">
                  <c:v>68.117312092488177</c:v>
                </c:pt>
                <c:pt idx="3843">
                  <c:v>67.217296402376391</c:v>
                </c:pt>
                <c:pt idx="3844">
                  <c:v>68.696423122154783</c:v>
                </c:pt>
                <c:pt idx="3845">
                  <c:v>70.167715808066276</c:v>
                </c:pt>
                <c:pt idx="3846">
                  <c:v>72.709611572892427</c:v>
                </c:pt>
                <c:pt idx="3847">
                  <c:v>76.2985059523823</c:v>
                </c:pt>
                <c:pt idx="3848">
                  <c:v>77.687217371961481</c:v>
                </c:pt>
                <c:pt idx="3849">
                  <c:v>79.44663818869374</c:v>
                </c:pt>
                <c:pt idx="3850">
                  <c:v>79.807881411892254</c:v>
                </c:pt>
                <c:pt idx="3851">
                  <c:v>78.692902380232923</c:v>
                </c:pt>
                <c:pt idx="3852">
                  <c:v>86.794263452052633</c:v>
                </c:pt>
                <c:pt idx="3853">
                  <c:v>84.641624834712857</c:v>
                </c:pt>
                <c:pt idx="3854">
                  <c:v>81.521759057248147</c:v>
                </c:pt>
                <c:pt idx="3855">
                  <c:v>79.501502532796806</c:v>
                </c:pt>
                <c:pt idx="3856">
                  <c:v>77.69132314196348</c:v>
                </c:pt>
                <c:pt idx="3857">
                  <c:v>75.098076842150235</c:v>
                </c:pt>
                <c:pt idx="3858">
                  <c:v>65.551820957356512</c:v>
                </c:pt>
                <c:pt idx="3859">
                  <c:v>63.417066262376068</c:v>
                </c:pt>
                <c:pt idx="3860">
                  <c:v>61.189222913482638</c:v>
                </c:pt>
                <c:pt idx="3861">
                  <c:v>59.070907296004158</c:v>
                </c:pt>
                <c:pt idx="3862">
                  <c:v>55.793010439154706</c:v>
                </c:pt>
                <c:pt idx="3863">
                  <c:v>51.386013967847624</c:v>
                </c:pt>
                <c:pt idx="3864">
                  <c:v>47.230885305872263</c:v>
                </c:pt>
                <c:pt idx="3865">
                  <c:v>44.90419777749635</c:v>
                </c:pt>
                <c:pt idx="3866">
                  <c:v>40.706263263577789</c:v>
                </c:pt>
                <c:pt idx="3867">
                  <c:v>34.871887272606124</c:v>
                </c:pt>
                <c:pt idx="3868">
                  <c:v>26.75779544814068</c:v>
                </c:pt>
                <c:pt idx="3869">
                  <c:v>31.151487734765546</c:v>
                </c:pt>
                <c:pt idx="3870">
                  <c:v>26.74316117709818</c:v>
                </c:pt>
                <c:pt idx="3871">
                  <c:v>30.226383809564801</c:v>
                </c:pt>
                <c:pt idx="3872">
                  <c:v>30.525756292612872</c:v>
                </c:pt>
                <c:pt idx="3873">
                  <c:v>29.528866566230153</c:v>
                </c:pt>
                <c:pt idx="3874">
                  <c:v>28.821427316239639</c:v>
                </c:pt>
                <c:pt idx="3875">
                  <c:v>26.143982999455861</c:v>
                </c:pt>
                <c:pt idx="3876">
                  <c:v>23.582734613728924</c:v>
                </c:pt>
                <c:pt idx="3877">
                  <c:v>19.855026231602423</c:v>
                </c:pt>
                <c:pt idx="3878">
                  <c:v>19.041828181050573</c:v>
                </c:pt>
                <c:pt idx="3879">
                  <c:v>19.414735700499236</c:v>
                </c:pt>
                <c:pt idx="3880">
                  <c:v>13.333291108094514</c:v>
                </c:pt>
                <c:pt idx="3881">
                  <c:v>11.85386663891617</c:v>
                </c:pt>
                <c:pt idx="3882">
                  <c:v>10.569333141229077</c:v>
                </c:pt>
                <c:pt idx="3883">
                  <c:v>8.4688218118200496</c:v>
                </c:pt>
                <c:pt idx="3884">
                  <c:v>7.7388865801425171</c:v>
                </c:pt>
                <c:pt idx="3885">
                  <c:v>7.464180175918961</c:v>
                </c:pt>
                <c:pt idx="3886">
                  <c:v>9.5796312442506846</c:v>
                </c:pt>
                <c:pt idx="3887">
                  <c:v>10.637122744897265</c:v>
                </c:pt>
                <c:pt idx="3888">
                  <c:v>6.7378910211192293</c:v>
                </c:pt>
                <c:pt idx="3889">
                  <c:v>6.2016930899477201</c:v>
                </c:pt>
                <c:pt idx="3890">
                  <c:v>6.2401689219025958</c:v>
                </c:pt>
                <c:pt idx="3891">
                  <c:v>-1.2167213623189141</c:v>
                </c:pt>
                <c:pt idx="3892">
                  <c:v>-5.5788512367238425</c:v>
                </c:pt>
                <c:pt idx="3893">
                  <c:v>-8.6441601904811591</c:v>
                </c:pt>
                <c:pt idx="3894">
                  <c:v>-7.7711472712340717</c:v>
                </c:pt>
                <c:pt idx="3895">
                  <c:v>-9.6913222769249252</c:v>
                </c:pt>
                <c:pt idx="3896">
                  <c:v>-10.680665780201412</c:v>
                </c:pt>
                <c:pt idx="3897">
                  <c:v>-9.5614426440217439</c:v>
                </c:pt>
                <c:pt idx="3898">
                  <c:v>-8.7771650907442442</c:v>
                </c:pt>
                <c:pt idx="3899">
                  <c:v>-7.4472601429780294</c:v>
                </c:pt>
                <c:pt idx="3900">
                  <c:v>-8.7085001939849356</c:v>
                </c:pt>
                <c:pt idx="3901">
                  <c:v>-9.2942032956736327</c:v>
                </c:pt>
                <c:pt idx="3902">
                  <c:v>-14.98516369980967</c:v>
                </c:pt>
                <c:pt idx="3903">
                  <c:v>-18.601062877842743</c:v>
                </c:pt>
                <c:pt idx="3904">
                  <c:v>-14.094360202742561</c:v>
                </c:pt>
                <c:pt idx="3905">
                  <c:v>-15.999924259252714</c:v>
                </c:pt>
                <c:pt idx="3906">
                  <c:v>-18.045817544747834</c:v>
                </c:pt>
                <c:pt idx="3907">
                  <c:v>-22.946638879034303</c:v>
                </c:pt>
                <c:pt idx="3908">
                  <c:v>-19.832024376660183</c:v>
                </c:pt>
                <c:pt idx="3909">
                  <c:v>-20.707837247711133</c:v>
                </c:pt>
                <c:pt idx="3910">
                  <c:v>-18.551069234853021</c:v>
                </c:pt>
                <c:pt idx="3911">
                  <c:v>-19.10851156831092</c:v>
                </c:pt>
                <c:pt idx="3912">
                  <c:v>-14.698941318648266</c:v>
                </c:pt>
                <c:pt idx="3913">
                  <c:v>-10.85124433474555</c:v>
                </c:pt>
                <c:pt idx="3914">
                  <c:v>-14.311262594131087</c:v>
                </c:pt>
                <c:pt idx="3915">
                  <c:v>-8.1182516915173188</c:v>
                </c:pt>
                <c:pt idx="3916">
                  <c:v>-2.4846688117741271</c:v>
                </c:pt>
                <c:pt idx="3917">
                  <c:v>-3.6927550516839047</c:v>
                </c:pt>
                <c:pt idx="3918">
                  <c:v>-9.8588041794353636</c:v>
                </c:pt>
                <c:pt idx="3919">
                  <c:v>-12.002796074665389</c:v>
                </c:pt>
                <c:pt idx="3920">
                  <c:v>-11.540581505886758</c:v>
                </c:pt>
                <c:pt idx="3921">
                  <c:v>-11.843076476385272</c:v>
                </c:pt>
                <c:pt idx="3922">
                  <c:v>-12.736578780913366</c:v>
                </c:pt>
                <c:pt idx="3923">
                  <c:v>-10.981235992437437</c:v>
                </c:pt>
                <c:pt idx="3924">
                  <c:v>-12.704085506862294</c:v>
                </c:pt>
                <c:pt idx="3925">
                  <c:v>-9.3779910532974942</c:v>
                </c:pt>
                <c:pt idx="3926">
                  <c:v>-10.101591123108935</c:v>
                </c:pt>
                <c:pt idx="3927">
                  <c:v>-8.7111244929145766</c:v>
                </c:pt>
                <c:pt idx="3928">
                  <c:v>-7.3786063865543845</c:v>
                </c:pt>
                <c:pt idx="3929">
                  <c:v>-11.124547758535765</c:v>
                </c:pt>
                <c:pt idx="3930">
                  <c:v>-16.206855353081622</c:v>
                </c:pt>
                <c:pt idx="3931">
                  <c:v>-19.284587807767689</c:v>
                </c:pt>
                <c:pt idx="3932">
                  <c:v>-21.237866362309852</c:v>
                </c:pt>
                <c:pt idx="3933">
                  <c:v>-18.558021399198712</c:v>
                </c:pt>
                <c:pt idx="3934">
                  <c:v>-17.952383076895902</c:v>
                </c:pt>
                <c:pt idx="3935">
                  <c:v>-17.831340398802983</c:v>
                </c:pt>
                <c:pt idx="3936">
                  <c:v>-15.333174273726248</c:v>
                </c:pt>
                <c:pt idx="3937">
                  <c:v>-13.439819146064339</c:v>
                </c:pt>
                <c:pt idx="3938">
                  <c:v>-12.417117601794622</c:v>
                </c:pt>
                <c:pt idx="3939">
                  <c:v>-12.880675430282462</c:v>
                </c:pt>
                <c:pt idx="3940">
                  <c:v>-11.738703245623109</c:v>
                </c:pt>
                <c:pt idx="3941">
                  <c:v>-11.932033581655858</c:v>
                </c:pt>
                <c:pt idx="3942">
                  <c:v>-11.984127277630064</c:v>
                </c:pt>
                <c:pt idx="3943">
                  <c:v>-15.644954226297898</c:v>
                </c:pt>
                <c:pt idx="3944">
                  <c:v>-16.426927728790389</c:v>
                </c:pt>
                <c:pt idx="3945">
                  <c:v>-15.586547474495116</c:v>
                </c:pt>
                <c:pt idx="3946">
                  <c:v>-10.194671220574705</c:v>
                </c:pt>
                <c:pt idx="3947">
                  <c:v>-10.631757219604424</c:v>
                </c:pt>
                <c:pt idx="3948">
                  <c:v>-3.0417937697785016</c:v>
                </c:pt>
                <c:pt idx="3949">
                  <c:v>1.4669821927278726E-2</c:v>
                </c:pt>
                <c:pt idx="3950">
                  <c:v>3.1463860457326511</c:v>
                </c:pt>
                <c:pt idx="3951">
                  <c:v>3.2706228084676501</c:v>
                </c:pt>
                <c:pt idx="3952">
                  <c:v>3.8826259889766521</c:v>
                </c:pt>
                <c:pt idx="3953">
                  <c:v>1.8003929074921066</c:v>
                </c:pt>
                <c:pt idx="3954">
                  <c:v>3.8122618742891161</c:v>
                </c:pt>
                <c:pt idx="3955">
                  <c:v>6.949525082874155</c:v>
                </c:pt>
                <c:pt idx="3956">
                  <c:v>6.1084772162178469</c:v>
                </c:pt>
                <c:pt idx="3957">
                  <c:v>6.8734743550558628</c:v>
                </c:pt>
                <c:pt idx="3958">
                  <c:v>6.2721112076372787</c:v>
                </c:pt>
                <c:pt idx="3959">
                  <c:v>0.14357337888080046</c:v>
                </c:pt>
                <c:pt idx="3960">
                  <c:v>-6.6733141580089201</c:v>
                </c:pt>
                <c:pt idx="3961">
                  <c:v>-4.3924341077661877</c:v>
                </c:pt>
                <c:pt idx="3962">
                  <c:v>-4.011640612727061</c:v>
                </c:pt>
                <c:pt idx="3963">
                  <c:v>-1.8496482065555546</c:v>
                </c:pt>
                <c:pt idx="3964">
                  <c:v>-1.8107787442688923</c:v>
                </c:pt>
                <c:pt idx="3965">
                  <c:v>-2.3383893022053082</c:v>
                </c:pt>
                <c:pt idx="3966">
                  <c:v>0.69675187560535257</c:v>
                </c:pt>
                <c:pt idx="3967">
                  <c:v>-0.17523583053894987</c:v>
                </c:pt>
                <c:pt idx="3968">
                  <c:v>4.1221535052597451</c:v>
                </c:pt>
                <c:pt idx="3969">
                  <c:v>5.2351666069647909</c:v>
                </c:pt>
                <c:pt idx="3970">
                  <c:v>7.8321258454546019</c:v>
                </c:pt>
                <c:pt idx="3971">
                  <c:v>7.7032470594482607</c:v>
                </c:pt>
                <c:pt idx="3972">
                  <c:v>10.336310111819486</c:v>
                </c:pt>
                <c:pt idx="3973">
                  <c:v>8.937624518704121</c:v>
                </c:pt>
                <c:pt idx="3974">
                  <c:v>6.750684282642899</c:v>
                </c:pt>
                <c:pt idx="3975">
                  <c:v>1.4487127571737792</c:v>
                </c:pt>
                <c:pt idx="3976">
                  <c:v>4.9962059798786811</c:v>
                </c:pt>
                <c:pt idx="3977">
                  <c:v>6.2392816340948531</c:v>
                </c:pt>
                <c:pt idx="3978">
                  <c:v>12.424622884385617</c:v>
                </c:pt>
                <c:pt idx="3979">
                  <c:v>16.358046610330156</c:v>
                </c:pt>
                <c:pt idx="3980">
                  <c:v>16.727352585175332</c:v>
                </c:pt>
                <c:pt idx="3981">
                  <c:v>16.226921899266191</c:v>
                </c:pt>
                <c:pt idx="3982">
                  <c:v>23.309783702599333</c:v>
                </c:pt>
                <c:pt idx="3983">
                  <c:v>23.61060949408958</c:v>
                </c:pt>
                <c:pt idx="3984">
                  <c:v>23.39376932475772</c:v>
                </c:pt>
                <c:pt idx="3985">
                  <c:v>22.226696964890337</c:v>
                </c:pt>
                <c:pt idx="3986">
                  <c:v>22.376073870515576</c:v>
                </c:pt>
                <c:pt idx="3987">
                  <c:v>25.381701321611519</c:v>
                </c:pt>
                <c:pt idx="3988">
                  <c:v>26.676752695921266</c:v>
                </c:pt>
                <c:pt idx="3989">
                  <c:v>28.0858104658491</c:v>
                </c:pt>
                <c:pt idx="3990">
                  <c:v>31.179495666956942</c:v>
                </c:pt>
                <c:pt idx="3991">
                  <c:v>32.891391811924052</c:v>
                </c:pt>
                <c:pt idx="3992">
                  <c:v>31.657938533609947</c:v>
                </c:pt>
                <c:pt idx="3993">
                  <c:v>34.649683430425391</c:v>
                </c:pt>
                <c:pt idx="3994">
                  <c:v>37.350452663790378</c:v>
                </c:pt>
                <c:pt idx="3995">
                  <c:v>33.294127027074346</c:v>
                </c:pt>
                <c:pt idx="3996">
                  <c:v>36.190585934855953</c:v>
                </c:pt>
                <c:pt idx="3997">
                  <c:v>36.404748847841255</c:v>
                </c:pt>
                <c:pt idx="3998">
                  <c:v>32.04934266946826</c:v>
                </c:pt>
                <c:pt idx="3999">
                  <c:v>36.095071362355228</c:v>
                </c:pt>
                <c:pt idx="4000">
                  <c:v>38.448470335005339</c:v>
                </c:pt>
                <c:pt idx="4001">
                  <c:v>40.786540358700918</c:v>
                </c:pt>
                <c:pt idx="4002">
                  <c:v>41.174800160059469</c:v>
                </c:pt>
                <c:pt idx="4003">
                  <c:v>42.233206158436623</c:v>
                </c:pt>
                <c:pt idx="4004">
                  <c:v>40.166757088994039</c:v>
                </c:pt>
                <c:pt idx="4005">
                  <c:v>43.129013284325097</c:v>
                </c:pt>
                <c:pt idx="4006">
                  <c:v>47.580321350153199</c:v>
                </c:pt>
                <c:pt idx="4007">
                  <c:v>46.432528855642786</c:v>
                </c:pt>
                <c:pt idx="4008">
                  <c:v>51.042883823306418</c:v>
                </c:pt>
                <c:pt idx="4009">
                  <c:v>48.476448802173316</c:v>
                </c:pt>
                <c:pt idx="4010">
                  <c:v>50.394846854899384</c:v>
                </c:pt>
                <c:pt idx="4011">
                  <c:v>50.354112813108429</c:v>
                </c:pt>
                <c:pt idx="4012">
                  <c:v>53.887453174803674</c:v>
                </c:pt>
                <c:pt idx="4013">
                  <c:v>52.5551379525524</c:v>
                </c:pt>
                <c:pt idx="4014">
                  <c:v>53.375191394550988</c:v>
                </c:pt>
                <c:pt idx="4015">
                  <c:v>52.20579177383776</c:v>
                </c:pt>
                <c:pt idx="4016">
                  <c:v>51.652905745230541</c:v>
                </c:pt>
                <c:pt idx="4017">
                  <c:v>55.042959356788337</c:v>
                </c:pt>
                <c:pt idx="4018">
                  <c:v>56.549926757999671</c:v>
                </c:pt>
                <c:pt idx="4019">
                  <c:v>54.015409981385901</c:v>
                </c:pt>
                <c:pt idx="4020">
                  <c:v>55.819220244613057</c:v>
                </c:pt>
                <c:pt idx="4021">
                  <c:v>56.394836970328193</c:v>
                </c:pt>
                <c:pt idx="4022">
                  <c:v>57.490707979588045</c:v>
                </c:pt>
                <c:pt idx="4023">
                  <c:v>62.272744890183844</c:v>
                </c:pt>
                <c:pt idx="4024">
                  <c:v>63.772172265844489</c:v>
                </c:pt>
                <c:pt idx="4025">
                  <c:v>63.363224659362849</c:v>
                </c:pt>
                <c:pt idx="4026">
                  <c:v>67.33827225615957</c:v>
                </c:pt>
                <c:pt idx="4027">
                  <c:v>70.054114498431332</c:v>
                </c:pt>
                <c:pt idx="4028">
                  <c:v>75.8746785692923</c:v>
                </c:pt>
                <c:pt idx="4029">
                  <c:v>77.540818565590982</c:v>
                </c:pt>
                <c:pt idx="4030">
                  <c:v>79.956781016762989</c:v>
                </c:pt>
                <c:pt idx="4031">
                  <c:v>87.396514390485294</c:v>
                </c:pt>
                <c:pt idx="4032">
                  <c:v>89.823083243262062</c:v>
                </c:pt>
                <c:pt idx="4033">
                  <c:v>82.807961781441193</c:v>
                </c:pt>
                <c:pt idx="4034">
                  <c:v>85.551576964230378</c:v>
                </c:pt>
                <c:pt idx="4035">
                  <c:v>88.663760063656241</c:v>
                </c:pt>
                <c:pt idx="4036">
                  <c:v>93.635372399524215</c:v>
                </c:pt>
                <c:pt idx="4037">
                  <c:v>93.434006748567327</c:v>
                </c:pt>
                <c:pt idx="4038">
                  <c:v>89.71587367849709</c:v>
                </c:pt>
                <c:pt idx="4039">
                  <c:v>91.052122136442378</c:v>
                </c:pt>
                <c:pt idx="4040">
                  <c:v>93.771893378932347</c:v>
                </c:pt>
                <c:pt idx="4041">
                  <c:v>92.93089612247303</c:v>
                </c:pt>
                <c:pt idx="4042">
                  <c:v>92.795166706365407</c:v>
                </c:pt>
                <c:pt idx="4043">
                  <c:v>93.658686392645066</c:v>
                </c:pt>
                <c:pt idx="4044">
                  <c:v>88.813560860364007</c:v>
                </c:pt>
                <c:pt idx="4045">
                  <c:v>87.694296921400834</c:v>
                </c:pt>
                <c:pt idx="4046">
                  <c:v>85.994339060699502</c:v>
                </c:pt>
                <c:pt idx="4047">
                  <c:v>90.244114654181459</c:v>
                </c:pt>
                <c:pt idx="4048">
                  <c:v>91.48643437739932</c:v>
                </c:pt>
                <c:pt idx="4049">
                  <c:v>90.739454169930355</c:v>
                </c:pt>
                <c:pt idx="4050">
                  <c:v>88.850266855494723</c:v>
                </c:pt>
                <c:pt idx="4051">
                  <c:v>90.200888854887651</c:v>
                </c:pt>
                <c:pt idx="4052">
                  <c:v>92.501717964180386</c:v>
                </c:pt>
                <c:pt idx="4053">
                  <c:v>93.329776804726961</c:v>
                </c:pt>
                <c:pt idx="4054">
                  <c:v>87.607038764758997</c:v>
                </c:pt>
                <c:pt idx="4055">
                  <c:v>88.256778196851215</c:v>
                </c:pt>
                <c:pt idx="4056">
                  <c:v>89.809952990986588</c:v>
                </c:pt>
                <c:pt idx="4057">
                  <c:v>86.58278853382393</c:v>
                </c:pt>
                <c:pt idx="4058">
                  <c:v>90.601181423268144</c:v>
                </c:pt>
                <c:pt idx="4059">
                  <c:v>95.648496037505225</c:v>
                </c:pt>
                <c:pt idx="4060">
                  <c:v>93.982634231738658</c:v>
                </c:pt>
                <c:pt idx="4061">
                  <c:v>96.334272462634402</c:v>
                </c:pt>
                <c:pt idx="4062">
                  <c:v>94.814197347602899</c:v>
                </c:pt>
                <c:pt idx="4063">
                  <c:v>91.859565340708087</c:v>
                </c:pt>
                <c:pt idx="4064">
                  <c:v>85.414360960941664</c:v>
                </c:pt>
                <c:pt idx="4065">
                  <c:v>85.16832459887658</c:v>
                </c:pt>
                <c:pt idx="4066">
                  <c:v>84.454880097074494</c:v>
                </c:pt>
                <c:pt idx="4067">
                  <c:v>85.855557022739546</c:v>
                </c:pt>
                <c:pt idx="4068">
                  <c:v>83.165338359713303</c:v>
                </c:pt>
                <c:pt idx="4069">
                  <c:v>89.658308382395774</c:v>
                </c:pt>
                <c:pt idx="4070">
                  <c:v>93.402319304336402</c:v>
                </c:pt>
                <c:pt idx="4071">
                  <c:v>93.225263552576479</c:v>
                </c:pt>
                <c:pt idx="4072">
                  <c:v>88.574162778030455</c:v>
                </c:pt>
                <c:pt idx="4073">
                  <c:v>92.526127796927824</c:v>
                </c:pt>
                <c:pt idx="4074">
                  <c:v>93.903196184500345</c:v>
                </c:pt>
                <c:pt idx="4075">
                  <c:v>94.612291613253603</c:v>
                </c:pt>
                <c:pt idx="4076">
                  <c:v>98.824976463547443</c:v>
                </c:pt>
                <c:pt idx="4077">
                  <c:v>103.96844615657741</c:v>
                </c:pt>
                <c:pt idx="4078">
                  <c:v>102.64237447829642</c:v>
                </c:pt>
                <c:pt idx="4079">
                  <c:v>106.97138544633357</c:v>
                </c:pt>
                <c:pt idx="4080">
                  <c:v>103.524909861534</c:v>
                </c:pt>
                <c:pt idx="4081">
                  <c:v>97.005640381851507</c:v>
                </c:pt>
                <c:pt idx="4082">
                  <c:v>94.26245658572293</c:v>
                </c:pt>
                <c:pt idx="4083">
                  <c:v>93.243395730375212</c:v>
                </c:pt>
                <c:pt idx="4084">
                  <c:v>90.039703958471378</c:v>
                </c:pt>
                <c:pt idx="4085">
                  <c:v>84.67781388751601</c:v>
                </c:pt>
                <c:pt idx="4086">
                  <c:v>81.284933886090599</c:v>
                </c:pt>
                <c:pt idx="4087">
                  <c:v>79.886578629049211</c:v>
                </c:pt>
                <c:pt idx="4088">
                  <c:v>73.640617018348337</c:v>
                </c:pt>
                <c:pt idx="4089">
                  <c:v>70.467019535830033</c:v>
                </c:pt>
                <c:pt idx="4090">
                  <c:v>70.489789413685955</c:v>
                </c:pt>
                <c:pt idx="4091">
                  <c:v>70.549096480536591</c:v>
                </c:pt>
                <c:pt idx="4092">
                  <c:v>67.391159071360704</c:v>
                </c:pt>
                <c:pt idx="4093">
                  <c:v>65.507502840863751</c:v>
                </c:pt>
                <c:pt idx="4094">
                  <c:v>62.927306341661406</c:v>
                </c:pt>
                <c:pt idx="4095">
                  <c:v>63.355026241282779</c:v>
                </c:pt>
                <c:pt idx="4096">
                  <c:v>64.988171842157328</c:v>
                </c:pt>
                <c:pt idx="4097">
                  <c:v>64.646893408118032</c:v>
                </c:pt>
                <c:pt idx="4098">
                  <c:v>65.325781602919207</c:v>
                </c:pt>
                <c:pt idx="4099">
                  <c:v>64.16156933401885</c:v>
                </c:pt>
                <c:pt idx="4100">
                  <c:v>66.10911853728183</c:v>
                </c:pt>
                <c:pt idx="4101">
                  <c:v>65.059220777163176</c:v>
                </c:pt>
                <c:pt idx="4102">
                  <c:v>65.183352130148677</c:v>
                </c:pt>
                <c:pt idx="4103">
                  <c:v>65.191804644999294</c:v>
                </c:pt>
                <c:pt idx="4104">
                  <c:v>67.926232033727274</c:v>
                </c:pt>
                <c:pt idx="4105">
                  <c:v>65.749054581826911</c:v>
                </c:pt>
                <c:pt idx="4106">
                  <c:v>68.610742436087463</c:v>
                </c:pt>
                <c:pt idx="4107">
                  <c:v>69.511760339551941</c:v>
                </c:pt>
                <c:pt idx="4108">
                  <c:v>71.814192158824653</c:v>
                </c:pt>
                <c:pt idx="4109">
                  <c:v>74.944143005675201</c:v>
                </c:pt>
                <c:pt idx="4110">
                  <c:v>80.508152499794491</c:v>
                </c:pt>
                <c:pt idx="4111">
                  <c:v>77.046950962231165</c:v>
                </c:pt>
                <c:pt idx="4112">
                  <c:v>78.139058292273774</c:v>
                </c:pt>
                <c:pt idx="4113">
                  <c:v>80.862830379435096</c:v>
                </c:pt>
                <c:pt idx="4114">
                  <c:v>80.867154029969825</c:v>
                </c:pt>
                <c:pt idx="4115">
                  <c:v>81.823096465756379</c:v>
                </c:pt>
                <c:pt idx="4116">
                  <c:v>78.763864636598299</c:v>
                </c:pt>
                <c:pt idx="4117">
                  <c:v>76.28794040282142</c:v>
                </c:pt>
                <c:pt idx="4118">
                  <c:v>74.773353519221359</c:v>
                </c:pt>
                <c:pt idx="4119">
                  <c:v>75.182020849960679</c:v>
                </c:pt>
                <c:pt idx="4120">
                  <c:v>72.705068900841241</c:v>
                </c:pt>
                <c:pt idx="4121">
                  <c:v>71.48008065480532</c:v>
                </c:pt>
                <c:pt idx="4122">
                  <c:v>72.412931945365102</c:v>
                </c:pt>
                <c:pt idx="4123">
                  <c:v>72.603641356375817</c:v>
                </c:pt>
                <c:pt idx="4124">
                  <c:v>71.956116348293676</c:v>
                </c:pt>
                <c:pt idx="4125">
                  <c:v>67.034187130823341</c:v>
                </c:pt>
                <c:pt idx="4126">
                  <c:v>67.051218951528881</c:v>
                </c:pt>
                <c:pt idx="4127">
                  <c:v>68.018336692417009</c:v>
                </c:pt>
                <c:pt idx="4128">
                  <c:v>67.719094833841424</c:v>
                </c:pt>
                <c:pt idx="4129">
                  <c:v>67.812994459987166</c:v>
                </c:pt>
                <c:pt idx="4130">
                  <c:v>67.945978233352633</c:v>
                </c:pt>
                <c:pt idx="4131">
                  <c:v>74.009039226598873</c:v>
                </c:pt>
                <c:pt idx="4132">
                  <c:v>74.613766516639416</c:v>
                </c:pt>
                <c:pt idx="4133">
                  <c:v>72.552852094858423</c:v>
                </c:pt>
                <c:pt idx="4134">
                  <c:v>66.848026030904236</c:v>
                </c:pt>
                <c:pt idx="4135">
                  <c:v>74.900619038359906</c:v>
                </c:pt>
                <c:pt idx="4136">
                  <c:v>65.301731051843163</c:v>
                </c:pt>
                <c:pt idx="4137">
                  <c:v>65.90141033023589</c:v>
                </c:pt>
                <c:pt idx="4138">
                  <c:v>69.711013510507399</c:v>
                </c:pt>
                <c:pt idx="4139">
                  <c:v>72.51673564592069</c:v>
                </c:pt>
                <c:pt idx="4140">
                  <c:v>71.115364571355371</c:v>
                </c:pt>
                <c:pt idx="4141">
                  <c:v>74.288692766598643</c:v>
                </c:pt>
                <c:pt idx="4142">
                  <c:v>70.358657110585341</c:v>
                </c:pt>
                <c:pt idx="4143">
                  <c:v>72.91962062760723</c:v>
                </c:pt>
                <c:pt idx="4144">
                  <c:v>70.51513989121699</c:v>
                </c:pt>
                <c:pt idx="4145">
                  <c:v>69.194763665427686</c:v>
                </c:pt>
                <c:pt idx="4146">
                  <c:v>68.598911669257461</c:v>
                </c:pt>
                <c:pt idx="4147">
                  <c:v>73.290827323677917</c:v>
                </c:pt>
                <c:pt idx="4148">
                  <c:v>72.639144272911878</c:v>
                </c:pt>
                <c:pt idx="4149">
                  <c:v>72.371570395356727</c:v>
                </c:pt>
                <c:pt idx="4150">
                  <c:v>67.367204871694085</c:v>
                </c:pt>
                <c:pt idx="4151">
                  <c:v>76.307093400094686</c:v>
                </c:pt>
                <c:pt idx="4152">
                  <c:v>82.737089954613324</c:v>
                </c:pt>
                <c:pt idx="4153">
                  <c:v>82.390702559686005</c:v>
                </c:pt>
                <c:pt idx="4154">
                  <c:v>78.594139536093593</c:v>
                </c:pt>
                <c:pt idx="4155">
                  <c:v>86.860649430722731</c:v>
                </c:pt>
                <c:pt idx="4156">
                  <c:v>85.890228048718924</c:v>
                </c:pt>
                <c:pt idx="4157">
                  <c:v>84.189634281829981</c:v>
                </c:pt>
                <c:pt idx="4158">
                  <c:v>84.567473279912903</c:v>
                </c:pt>
                <c:pt idx="4159">
                  <c:v>87.860627605991013</c:v>
                </c:pt>
                <c:pt idx="4160">
                  <c:v>86.127572114257262</c:v>
                </c:pt>
                <c:pt idx="4161">
                  <c:v>84.424125929397945</c:v>
                </c:pt>
                <c:pt idx="4162">
                  <c:v>83.34775705731046</c:v>
                </c:pt>
                <c:pt idx="4163">
                  <c:v>81.3140435504165</c:v>
                </c:pt>
                <c:pt idx="4164">
                  <c:v>83.536424475419651</c:v>
                </c:pt>
                <c:pt idx="4165">
                  <c:v>81.980745237823427</c:v>
                </c:pt>
                <c:pt idx="4166">
                  <c:v>83.952715021772192</c:v>
                </c:pt>
                <c:pt idx="4167">
                  <c:v>86.647711209327269</c:v>
                </c:pt>
                <c:pt idx="4168">
                  <c:v>86.910162510256455</c:v>
                </c:pt>
                <c:pt idx="4169">
                  <c:v>87.609979083262701</c:v>
                </c:pt>
                <c:pt idx="4170">
                  <c:v>86.929840530976733</c:v>
                </c:pt>
                <c:pt idx="4171">
                  <c:v>88.230369625527501</c:v>
                </c:pt>
                <c:pt idx="4172">
                  <c:v>91.165365035886452</c:v>
                </c:pt>
                <c:pt idx="4173">
                  <c:v>86.613395892328811</c:v>
                </c:pt>
                <c:pt idx="4174">
                  <c:v>87.800918286914396</c:v>
                </c:pt>
                <c:pt idx="4175">
                  <c:v>91.161429129294362</c:v>
                </c:pt>
                <c:pt idx="4176">
                  <c:v>80.262351214570685</c:v>
                </c:pt>
                <c:pt idx="4177">
                  <c:v>83.410229046845828</c:v>
                </c:pt>
                <c:pt idx="4178">
                  <c:v>86.453070146327647</c:v>
                </c:pt>
                <c:pt idx="4179">
                  <c:v>96.058773422859488</c:v>
                </c:pt>
                <c:pt idx="4180">
                  <c:v>94.076862054031224</c:v>
                </c:pt>
                <c:pt idx="4181">
                  <c:v>94.172346689185503</c:v>
                </c:pt>
                <c:pt idx="4182">
                  <c:v>94.401016149253195</c:v>
                </c:pt>
                <c:pt idx="4183">
                  <c:v>95.017962776505186</c:v>
                </c:pt>
                <c:pt idx="4184">
                  <c:v>96.461575915211071</c:v>
                </c:pt>
                <c:pt idx="4185">
                  <c:v>94.292779067897598</c:v>
                </c:pt>
                <c:pt idx="4186">
                  <c:v>93.204436159234803</c:v>
                </c:pt>
                <c:pt idx="4187">
                  <c:v>91.964851899351629</c:v>
                </c:pt>
                <c:pt idx="4188">
                  <c:v>92.571383314725864</c:v>
                </c:pt>
                <c:pt idx="4189">
                  <c:v>90.616704107622297</c:v>
                </c:pt>
                <c:pt idx="4190">
                  <c:v>93.569335217380271</c:v>
                </c:pt>
                <c:pt idx="4191">
                  <c:v>97.309590320524137</c:v>
                </c:pt>
                <c:pt idx="4192">
                  <c:v>84.078662015754048</c:v>
                </c:pt>
                <c:pt idx="4193">
                  <c:v>84.239547457184543</c:v>
                </c:pt>
                <c:pt idx="4194">
                  <c:v>90.625096570119695</c:v>
                </c:pt>
                <c:pt idx="4195">
                  <c:v>93.841601291930118</c:v>
                </c:pt>
                <c:pt idx="4196">
                  <c:v>94.87250712740061</c:v>
                </c:pt>
                <c:pt idx="4197">
                  <c:v>97.445860075578452</c:v>
                </c:pt>
                <c:pt idx="4198">
                  <c:v>101.44182881399151</c:v>
                </c:pt>
                <c:pt idx="4199">
                  <c:v>101.62079719009596</c:v>
                </c:pt>
                <c:pt idx="4200">
                  <c:v>98.523877036699503</c:v>
                </c:pt>
                <c:pt idx="4201">
                  <c:v>97.240240976035452</c:v>
                </c:pt>
                <c:pt idx="4202">
                  <c:v>96.42713261104754</c:v>
                </c:pt>
                <c:pt idx="4203">
                  <c:v>98.567353889551896</c:v>
                </c:pt>
                <c:pt idx="4204">
                  <c:v>104.45963713261071</c:v>
                </c:pt>
                <c:pt idx="4205">
                  <c:v>105.68101421519854</c:v>
                </c:pt>
                <c:pt idx="4206">
                  <c:v>101.63970052154417</c:v>
                </c:pt>
                <c:pt idx="4207">
                  <c:v>96.203150130824525</c:v>
                </c:pt>
                <c:pt idx="4208">
                  <c:v>95.653608055118639</c:v>
                </c:pt>
                <c:pt idx="4209">
                  <c:v>93.974249932268236</c:v>
                </c:pt>
                <c:pt idx="4210">
                  <c:v>90.794104970071402</c:v>
                </c:pt>
                <c:pt idx="4211">
                  <c:v>85.574959483944625</c:v>
                </c:pt>
                <c:pt idx="4212">
                  <c:v>83.996395439780628</c:v>
                </c:pt>
                <c:pt idx="4213">
                  <c:v>82.123543623668141</c:v>
                </c:pt>
                <c:pt idx="4214">
                  <c:v>74.863205910056365</c:v>
                </c:pt>
                <c:pt idx="4215">
                  <c:v>79.192857627109234</c:v>
                </c:pt>
                <c:pt idx="4216">
                  <c:v>82.594489859180015</c:v>
                </c:pt>
                <c:pt idx="4217">
                  <c:v>75.331097312932812</c:v>
                </c:pt>
                <c:pt idx="4218">
                  <c:v>77.051595434867437</c:v>
                </c:pt>
                <c:pt idx="4219">
                  <c:v>73.179657397851699</c:v>
                </c:pt>
                <c:pt idx="4220">
                  <c:v>74.4229291320203</c:v>
                </c:pt>
                <c:pt idx="4221">
                  <c:v>71.618472192156403</c:v>
                </c:pt>
                <c:pt idx="4222">
                  <c:v>70.514855983920143</c:v>
                </c:pt>
                <c:pt idx="4223">
                  <c:v>67.871015739474956</c:v>
                </c:pt>
                <c:pt idx="4224">
                  <c:v>66.035452773596219</c:v>
                </c:pt>
                <c:pt idx="4225">
                  <c:v>64.159327157671356</c:v>
                </c:pt>
                <c:pt idx="4226">
                  <c:v>59.104694413886079</c:v>
                </c:pt>
                <c:pt idx="4227">
                  <c:v>61.860683974425356</c:v>
                </c:pt>
                <c:pt idx="4228">
                  <c:v>60.043919249616394</c:v>
                </c:pt>
                <c:pt idx="4229">
                  <c:v>58.219476107668086</c:v>
                </c:pt>
                <c:pt idx="4230">
                  <c:v>54.896247589732837</c:v>
                </c:pt>
                <c:pt idx="4231">
                  <c:v>55.843092656292285</c:v>
                </c:pt>
                <c:pt idx="4232">
                  <c:v>54.321594209015188</c:v>
                </c:pt>
                <c:pt idx="4233">
                  <c:v>52.054389484710427</c:v>
                </c:pt>
                <c:pt idx="4234">
                  <c:v>52.766808298906625</c:v>
                </c:pt>
                <c:pt idx="4235">
                  <c:v>56.05887911202187</c:v>
                </c:pt>
                <c:pt idx="4236">
                  <c:v>53.040424681911141</c:v>
                </c:pt>
                <c:pt idx="4237">
                  <c:v>54.26316994158551</c:v>
                </c:pt>
                <c:pt idx="4238">
                  <c:v>49.744838696804855</c:v>
                </c:pt>
                <c:pt idx="4239">
                  <c:v>45.879697290779781</c:v>
                </c:pt>
                <c:pt idx="4240">
                  <c:v>39.756006431952464</c:v>
                </c:pt>
                <c:pt idx="4241">
                  <c:v>42.69899833234318</c:v>
                </c:pt>
                <c:pt idx="4242">
                  <c:v>40.669272528931941</c:v>
                </c:pt>
                <c:pt idx="4243">
                  <c:v>38.953286924010939</c:v>
                </c:pt>
                <c:pt idx="4244">
                  <c:v>39.427261904243416</c:v>
                </c:pt>
                <c:pt idx="4245">
                  <c:v>31.836705116224969</c:v>
                </c:pt>
                <c:pt idx="4246">
                  <c:v>28.163440100182036</c:v>
                </c:pt>
                <c:pt idx="4247">
                  <c:v>22.638559489865223</c:v>
                </c:pt>
                <c:pt idx="4248">
                  <c:v>22.076608085760441</c:v>
                </c:pt>
                <c:pt idx="4249">
                  <c:v>16.353571055988457</c:v>
                </c:pt>
                <c:pt idx="4250">
                  <c:v>16.13108653686432</c:v>
                </c:pt>
                <c:pt idx="4251">
                  <c:v>10.981033781468339</c:v>
                </c:pt>
                <c:pt idx="4252">
                  <c:v>13.785699081357096</c:v>
                </c:pt>
                <c:pt idx="4253">
                  <c:v>13.785236658992597</c:v>
                </c:pt>
                <c:pt idx="4254">
                  <c:v>13.138664006515505</c:v>
                </c:pt>
                <c:pt idx="4255">
                  <c:v>14.767448536092814</c:v>
                </c:pt>
                <c:pt idx="4256">
                  <c:v>19.366270919737545</c:v>
                </c:pt>
                <c:pt idx="4257">
                  <c:v>20.372294757992652</c:v>
                </c:pt>
                <c:pt idx="4258">
                  <c:v>12.994080643556096</c:v>
                </c:pt>
                <c:pt idx="4259">
                  <c:v>14.859627275797248</c:v>
                </c:pt>
                <c:pt idx="4260">
                  <c:v>12.527674595483161</c:v>
                </c:pt>
                <c:pt idx="4261">
                  <c:v>12.569313101143646</c:v>
                </c:pt>
                <c:pt idx="4262">
                  <c:v>14.996923550095092</c:v>
                </c:pt>
                <c:pt idx="4263">
                  <c:v>11.779533269988821</c:v>
                </c:pt>
                <c:pt idx="4264">
                  <c:v>9.6481137152682663</c:v>
                </c:pt>
                <c:pt idx="4265">
                  <c:v>13.966100855355851</c:v>
                </c:pt>
                <c:pt idx="4266">
                  <c:v>12.303935780143719</c:v>
                </c:pt>
                <c:pt idx="4267">
                  <c:v>11.366027465960423</c:v>
                </c:pt>
                <c:pt idx="4268">
                  <c:v>11.401729291972771</c:v>
                </c:pt>
                <c:pt idx="4269">
                  <c:v>9.5982759546723653</c:v>
                </c:pt>
                <c:pt idx="4270">
                  <c:v>10.104816528277969</c:v>
                </c:pt>
                <c:pt idx="4271">
                  <c:v>10.627590959351673</c:v>
                </c:pt>
                <c:pt idx="4272">
                  <c:v>8.8816842769579445</c:v>
                </c:pt>
                <c:pt idx="4273">
                  <c:v>9.5439749947937997</c:v>
                </c:pt>
                <c:pt idx="4274">
                  <c:v>7.5689655998149306</c:v>
                </c:pt>
                <c:pt idx="4275">
                  <c:v>6.92901598933791</c:v>
                </c:pt>
                <c:pt idx="4276">
                  <c:v>6.0170081279870571</c:v>
                </c:pt>
                <c:pt idx="4277">
                  <c:v>1.6843492231511212</c:v>
                </c:pt>
                <c:pt idx="4278">
                  <c:v>-0.59291178184474069</c:v>
                </c:pt>
                <c:pt idx="4279">
                  <c:v>-4.8025925541623167</c:v>
                </c:pt>
                <c:pt idx="4280">
                  <c:v>-12.847592662881297</c:v>
                </c:pt>
                <c:pt idx="4281">
                  <c:v>-15.616760885702789</c:v>
                </c:pt>
                <c:pt idx="4282">
                  <c:v>-20.006256927525801</c:v>
                </c:pt>
                <c:pt idx="4283">
                  <c:v>-19.857735622922053</c:v>
                </c:pt>
                <c:pt idx="4284">
                  <c:v>-15.986434830988168</c:v>
                </c:pt>
                <c:pt idx="4285">
                  <c:v>-13.479805598511458</c:v>
                </c:pt>
                <c:pt idx="4286">
                  <c:v>-13.588378159747503</c:v>
                </c:pt>
                <c:pt idx="4287">
                  <c:v>-17.019871154986355</c:v>
                </c:pt>
                <c:pt idx="4288">
                  <c:v>-16.679397388563618</c:v>
                </c:pt>
                <c:pt idx="4289">
                  <c:v>-21.413054467204987</c:v>
                </c:pt>
                <c:pt idx="4290">
                  <c:v>-22.89494309791419</c:v>
                </c:pt>
                <c:pt idx="4291">
                  <c:v>-20.751544146491664</c:v>
                </c:pt>
                <c:pt idx="4292">
                  <c:v>-21.630243610482658</c:v>
                </c:pt>
                <c:pt idx="4293">
                  <c:v>-25.448855285899104</c:v>
                </c:pt>
                <c:pt idx="4294">
                  <c:v>-24.027701368342886</c:v>
                </c:pt>
                <c:pt idx="4295">
                  <c:v>-24.239726060098448</c:v>
                </c:pt>
                <c:pt idx="4296">
                  <c:v>-26.942762439195533</c:v>
                </c:pt>
                <c:pt idx="4297">
                  <c:v>-21.305835265047211</c:v>
                </c:pt>
                <c:pt idx="4298">
                  <c:v>-23.37256604012029</c:v>
                </c:pt>
                <c:pt idx="4299">
                  <c:v>-24.57225353781763</c:v>
                </c:pt>
                <c:pt idx="4300">
                  <c:v>-19.616309091204307</c:v>
                </c:pt>
                <c:pt idx="4301">
                  <c:v>-25.184260637991496</c:v>
                </c:pt>
                <c:pt idx="4302">
                  <c:v>-21.787197819318649</c:v>
                </c:pt>
                <c:pt idx="4303">
                  <c:v>-26.228858771090184</c:v>
                </c:pt>
                <c:pt idx="4304">
                  <c:v>-25.892351277768157</c:v>
                </c:pt>
                <c:pt idx="4305">
                  <c:v>-29.071413997318786</c:v>
                </c:pt>
                <c:pt idx="4306">
                  <c:v>-33.784563110785228</c:v>
                </c:pt>
                <c:pt idx="4307">
                  <c:v>-43.001070178381205</c:v>
                </c:pt>
                <c:pt idx="4308">
                  <c:v>-43.736203070914087</c:v>
                </c:pt>
                <c:pt idx="4309">
                  <c:v>-44.717668205712101</c:v>
                </c:pt>
                <c:pt idx="4310">
                  <c:v>-49.528379583733319</c:v>
                </c:pt>
                <c:pt idx="4311">
                  <c:v>-46.62515124010288</c:v>
                </c:pt>
                <c:pt idx="4312">
                  <c:v>-44.412346694443144</c:v>
                </c:pt>
                <c:pt idx="4313">
                  <c:v>-43.378616507974044</c:v>
                </c:pt>
                <c:pt idx="4314">
                  <c:v>-40.584391198392105</c:v>
                </c:pt>
                <c:pt idx="4315">
                  <c:v>-41.866936717190185</c:v>
                </c:pt>
                <c:pt idx="4316">
                  <c:v>-38.809922376460506</c:v>
                </c:pt>
                <c:pt idx="4317">
                  <c:v>-39.167194586065101</c:v>
                </c:pt>
                <c:pt idx="4318">
                  <c:v>-41.870855861161992</c:v>
                </c:pt>
                <c:pt idx="4319">
                  <c:v>-49.844191678923693</c:v>
                </c:pt>
                <c:pt idx="4320">
                  <c:v>-46.316325632118513</c:v>
                </c:pt>
                <c:pt idx="4321">
                  <c:v>-46.254367143054331</c:v>
                </c:pt>
                <c:pt idx="4322">
                  <c:v>-43.085483549836091</c:v>
                </c:pt>
                <c:pt idx="4323">
                  <c:v>-44.260452024451943</c:v>
                </c:pt>
                <c:pt idx="4324">
                  <c:v>-46.272483135528489</c:v>
                </c:pt>
                <c:pt idx="4325">
                  <c:v>-49.854191137024912</c:v>
                </c:pt>
                <c:pt idx="4326">
                  <c:v>-50.35228885292188</c:v>
                </c:pt>
                <c:pt idx="4327">
                  <c:v>-55.312225676507417</c:v>
                </c:pt>
                <c:pt idx="4328">
                  <c:v>-63.304128513597476</c:v>
                </c:pt>
                <c:pt idx="4329">
                  <c:v>-72.340988066290933</c:v>
                </c:pt>
                <c:pt idx="4330">
                  <c:v>-72.575978294052547</c:v>
                </c:pt>
                <c:pt idx="4331">
                  <c:v>-76.981086984787595</c:v>
                </c:pt>
                <c:pt idx="4332">
                  <c:v>-74.623962924946127</c:v>
                </c:pt>
                <c:pt idx="4333">
                  <c:v>-76.821647308333141</c:v>
                </c:pt>
                <c:pt idx="4334">
                  <c:v>-72.935073251096156</c:v>
                </c:pt>
                <c:pt idx="4335">
                  <c:v>-71.495224491805914</c:v>
                </c:pt>
                <c:pt idx="4336">
                  <c:v>-71.730071531849489</c:v>
                </c:pt>
                <c:pt idx="4337">
                  <c:v>-68.905855362451419</c:v>
                </c:pt>
                <c:pt idx="4338">
                  <c:v>-71.982531938596651</c:v>
                </c:pt>
                <c:pt idx="4339">
                  <c:v>-69.697098953152889</c:v>
                </c:pt>
                <c:pt idx="4340">
                  <c:v>-69.165465371359346</c:v>
                </c:pt>
                <c:pt idx="4341">
                  <c:v>-66.5608739385885</c:v>
                </c:pt>
                <c:pt idx="4342">
                  <c:v>-64.281200305411332</c:v>
                </c:pt>
                <c:pt idx="4343">
                  <c:v>-66.308090575255505</c:v>
                </c:pt>
                <c:pt idx="4344">
                  <c:v>-67.010091925381374</c:v>
                </c:pt>
                <c:pt idx="4345">
                  <c:v>-68.834342096978361</c:v>
                </c:pt>
                <c:pt idx="4346">
                  <c:v>-66.004835376390147</c:v>
                </c:pt>
                <c:pt idx="4347">
                  <c:v>-67.718794595565726</c:v>
                </c:pt>
                <c:pt idx="4348">
                  <c:v>-69.366792229653541</c:v>
                </c:pt>
                <c:pt idx="4349">
                  <c:v>-67.220443817901611</c:v>
                </c:pt>
                <c:pt idx="4350">
                  <c:v>-63.192596177822757</c:v>
                </c:pt>
                <c:pt idx="4351">
                  <c:v>-61.786156768456387</c:v>
                </c:pt>
                <c:pt idx="4352">
                  <c:v>-61.375838938938188</c:v>
                </c:pt>
                <c:pt idx="4353">
                  <c:v>-59.807929119192039</c:v>
                </c:pt>
                <c:pt idx="4354">
                  <c:v>-63.822301916150558</c:v>
                </c:pt>
                <c:pt idx="4355">
                  <c:v>-61.493999213645118</c:v>
                </c:pt>
                <c:pt idx="4356">
                  <c:v>-62.601826522042124</c:v>
                </c:pt>
                <c:pt idx="4357">
                  <c:v>-66.754924531392106</c:v>
                </c:pt>
                <c:pt idx="4358">
                  <c:v>-67.971616051858717</c:v>
                </c:pt>
                <c:pt idx="4359">
                  <c:v>-76.016475641163751</c:v>
                </c:pt>
                <c:pt idx="4360">
                  <c:v>-75.247701469078535</c:v>
                </c:pt>
                <c:pt idx="4361">
                  <c:v>-76.87939307272103</c:v>
                </c:pt>
                <c:pt idx="4362">
                  <c:v>-79.624012190295829</c:v>
                </c:pt>
                <c:pt idx="4363">
                  <c:v>-77.643247007730949</c:v>
                </c:pt>
                <c:pt idx="4364">
                  <c:v>-72.638062573569897</c:v>
                </c:pt>
                <c:pt idx="4365">
                  <c:v>-73.809191206762719</c:v>
                </c:pt>
                <c:pt idx="4366">
                  <c:v>-72.935237182889196</c:v>
                </c:pt>
                <c:pt idx="4367">
                  <c:v>-72.626238371495873</c:v>
                </c:pt>
                <c:pt idx="4368">
                  <c:v>-71.84221634252944</c:v>
                </c:pt>
                <c:pt idx="4369">
                  <c:v>-69.162245554394389</c:v>
                </c:pt>
                <c:pt idx="4370">
                  <c:v>-66.852486905525097</c:v>
                </c:pt>
                <c:pt idx="4371">
                  <c:v>-67.00011160700376</c:v>
                </c:pt>
                <c:pt idx="4372">
                  <c:v>-62.873636020934946</c:v>
                </c:pt>
                <c:pt idx="4373">
                  <c:v>-61.499092627257355</c:v>
                </c:pt>
                <c:pt idx="4374">
                  <c:v>-57.458009447212369</c:v>
                </c:pt>
                <c:pt idx="4375">
                  <c:v>-62.125489164045334</c:v>
                </c:pt>
                <c:pt idx="4376">
                  <c:v>-64.121896562690068</c:v>
                </c:pt>
                <c:pt idx="4377">
                  <c:v>-66.108501299241269</c:v>
                </c:pt>
                <c:pt idx="4378">
                  <c:v>-68.596808062997312</c:v>
                </c:pt>
                <c:pt idx="4379">
                  <c:v>-70.578221419660721</c:v>
                </c:pt>
                <c:pt idx="4380">
                  <c:v>-67.901927978764974</c:v>
                </c:pt>
                <c:pt idx="4381">
                  <c:v>-69.591837087809324</c:v>
                </c:pt>
                <c:pt idx="4382">
                  <c:v>-65.1161414396487</c:v>
                </c:pt>
                <c:pt idx="4383">
                  <c:v>-67.964614883299816</c:v>
                </c:pt>
                <c:pt idx="4384">
                  <c:v>-65.544567155651521</c:v>
                </c:pt>
                <c:pt idx="4385">
                  <c:v>-62.181709639012446</c:v>
                </c:pt>
                <c:pt idx="4386">
                  <c:v>-62.902579402752913</c:v>
                </c:pt>
                <c:pt idx="4387">
                  <c:v>-66.188548346850837</c:v>
                </c:pt>
                <c:pt idx="4388">
                  <c:v>-69.157901532768832</c:v>
                </c:pt>
                <c:pt idx="4389">
                  <c:v>-70.121486591974175</c:v>
                </c:pt>
                <c:pt idx="4390">
                  <c:v>-64.56589105386395</c:v>
                </c:pt>
                <c:pt idx="4391">
                  <c:v>-65.293143494555025</c:v>
                </c:pt>
                <c:pt idx="4392">
                  <c:v>-60.6554489858054</c:v>
                </c:pt>
                <c:pt idx="4393">
                  <c:v>-59.502724295640846</c:v>
                </c:pt>
                <c:pt idx="4394">
                  <c:v>-58.179354963281774</c:v>
                </c:pt>
                <c:pt idx="4395">
                  <c:v>-60.56334149898592</c:v>
                </c:pt>
                <c:pt idx="4396">
                  <c:v>-57.572889547175052</c:v>
                </c:pt>
                <c:pt idx="4397">
                  <c:v>-57.193245395510772</c:v>
                </c:pt>
                <c:pt idx="4398">
                  <c:v>-56.814905494596985</c:v>
                </c:pt>
                <c:pt idx="4399">
                  <c:v>-57.299772700188932</c:v>
                </c:pt>
                <c:pt idx="4400">
                  <c:v>-55.806198675969142</c:v>
                </c:pt>
                <c:pt idx="4401">
                  <c:v>-56.845959542075626</c:v>
                </c:pt>
                <c:pt idx="4402">
                  <c:v>-59.957367122825957</c:v>
                </c:pt>
                <c:pt idx="4403">
                  <c:v>-61.045360000297691</c:v>
                </c:pt>
                <c:pt idx="4404">
                  <c:v>-55.649512432631411</c:v>
                </c:pt>
                <c:pt idx="4405">
                  <c:v>-56.449672303150763</c:v>
                </c:pt>
                <c:pt idx="4406">
                  <c:v>-57.53135847994524</c:v>
                </c:pt>
                <c:pt idx="4407">
                  <c:v>-57.439771840268939</c:v>
                </c:pt>
                <c:pt idx="4408">
                  <c:v>-56.394212646236269</c:v>
                </c:pt>
                <c:pt idx="4409">
                  <c:v>-56.034661847952343</c:v>
                </c:pt>
                <c:pt idx="4410">
                  <c:v>-52.467643863735809</c:v>
                </c:pt>
                <c:pt idx="4411">
                  <c:v>-51.145677243473671</c:v>
                </c:pt>
                <c:pt idx="4412">
                  <c:v>-53.923293492732128</c:v>
                </c:pt>
                <c:pt idx="4413">
                  <c:v>-53.053803155234888</c:v>
                </c:pt>
                <c:pt idx="4414">
                  <c:v>-51.44999608330901</c:v>
                </c:pt>
                <c:pt idx="4415">
                  <c:v>-50.896133215385653</c:v>
                </c:pt>
                <c:pt idx="4416">
                  <c:v>-48.998119092773351</c:v>
                </c:pt>
                <c:pt idx="4417">
                  <c:v>-49.475951986549241</c:v>
                </c:pt>
                <c:pt idx="4418">
                  <c:v>-49.441176996310304</c:v>
                </c:pt>
                <c:pt idx="4419">
                  <c:v>-53.847361634504637</c:v>
                </c:pt>
                <c:pt idx="4420">
                  <c:v>-53.161043461048408</c:v>
                </c:pt>
                <c:pt idx="4421">
                  <c:v>-52.823686280977299</c:v>
                </c:pt>
                <c:pt idx="4422">
                  <c:v>-51.272275744916797</c:v>
                </c:pt>
                <c:pt idx="4423">
                  <c:v>-51.164989427477437</c:v>
                </c:pt>
                <c:pt idx="4424">
                  <c:v>-51.572713438773</c:v>
                </c:pt>
                <c:pt idx="4425">
                  <c:v>-48.999689962975154</c:v>
                </c:pt>
                <c:pt idx="4426">
                  <c:v>-49.012541175093538</c:v>
                </c:pt>
                <c:pt idx="4427">
                  <c:v>-46.127051419917265</c:v>
                </c:pt>
                <c:pt idx="4428">
                  <c:v>-50.11347905155101</c:v>
                </c:pt>
                <c:pt idx="4429">
                  <c:v>-50.057806175285251</c:v>
                </c:pt>
                <c:pt idx="4430">
                  <c:v>-45.985344035346003</c:v>
                </c:pt>
                <c:pt idx="4431">
                  <c:v>-47.837044398128086</c:v>
                </c:pt>
                <c:pt idx="4432">
                  <c:v>-43.330837303160237</c:v>
                </c:pt>
                <c:pt idx="4433">
                  <c:v>-47.618769851974108</c:v>
                </c:pt>
                <c:pt idx="4434">
                  <c:v>-43.528120364219369</c:v>
                </c:pt>
                <c:pt idx="4435">
                  <c:v>-43.69814733957358</c:v>
                </c:pt>
                <c:pt idx="4436">
                  <c:v>-36.829613512784668</c:v>
                </c:pt>
                <c:pt idx="4437">
                  <c:v>-36.929589028962752</c:v>
                </c:pt>
                <c:pt idx="4438">
                  <c:v>-35.273078326645177</c:v>
                </c:pt>
                <c:pt idx="4439">
                  <c:v>-33.730505395084933</c:v>
                </c:pt>
                <c:pt idx="4440">
                  <c:v>-32.30701765980983</c:v>
                </c:pt>
                <c:pt idx="4441">
                  <c:v>-31.193600150287907</c:v>
                </c:pt>
                <c:pt idx="4442">
                  <c:v>-29.820934740934678</c:v>
                </c:pt>
                <c:pt idx="4443">
                  <c:v>-26.765756787818429</c:v>
                </c:pt>
                <c:pt idx="4444">
                  <c:v>-24.487902165479124</c:v>
                </c:pt>
                <c:pt idx="4445">
                  <c:v>-21.831037771242745</c:v>
                </c:pt>
                <c:pt idx="4446">
                  <c:v>-25.416231841445914</c:v>
                </c:pt>
                <c:pt idx="4447">
                  <c:v>-29.558759319861522</c:v>
                </c:pt>
                <c:pt idx="4448">
                  <c:v>-26.467135530595858</c:v>
                </c:pt>
                <c:pt idx="4449">
                  <c:v>-26.666123279439404</c:v>
                </c:pt>
                <c:pt idx="4450">
                  <c:v>-27.622705028924983</c:v>
                </c:pt>
                <c:pt idx="4451">
                  <c:v>-23.357280539357866</c:v>
                </c:pt>
                <c:pt idx="4452">
                  <c:v>-23.78069275203411</c:v>
                </c:pt>
                <c:pt idx="4453">
                  <c:v>-25.284360812149629</c:v>
                </c:pt>
                <c:pt idx="4454">
                  <c:v>-24.375730211622795</c:v>
                </c:pt>
                <c:pt idx="4455">
                  <c:v>-23.301368043533966</c:v>
                </c:pt>
                <c:pt idx="4456">
                  <c:v>-20.503066040760885</c:v>
                </c:pt>
                <c:pt idx="4457">
                  <c:v>-22.109117405193629</c:v>
                </c:pt>
                <c:pt idx="4458">
                  <c:v>-21.6218350445791</c:v>
                </c:pt>
                <c:pt idx="4459">
                  <c:v>-20.355547807102624</c:v>
                </c:pt>
                <c:pt idx="4460">
                  <c:v>-20.168145472902083</c:v>
                </c:pt>
                <c:pt idx="4461">
                  <c:v>-20.260157008292627</c:v>
                </c:pt>
                <c:pt idx="4462">
                  <c:v>-22.472405754714003</c:v>
                </c:pt>
                <c:pt idx="4463">
                  <c:v>-21.027477697826374</c:v>
                </c:pt>
                <c:pt idx="4464">
                  <c:v>-16.788559254599434</c:v>
                </c:pt>
                <c:pt idx="4465">
                  <c:v>-16.365161633601751</c:v>
                </c:pt>
                <c:pt idx="4466">
                  <c:v>-14.686885916165577</c:v>
                </c:pt>
                <c:pt idx="4467">
                  <c:v>-11.214574019418491</c:v>
                </c:pt>
                <c:pt idx="4468">
                  <c:v>-18.666996402443175</c:v>
                </c:pt>
                <c:pt idx="4469">
                  <c:v>-14.491558915753409</c:v>
                </c:pt>
                <c:pt idx="4470">
                  <c:v>-11.462827917595458</c:v>
                </c:pt>
                <c:pt idx="4471">
                  <c:v>-14.047503217873142</c:v>
                </c:pt>
                <c:pt idx="4472">
                  <c:v>-10.775084644880979</c:v>
                </c:pt>
                <c:pt idx="4473">
                  <c:v>-8.7141034455834792</c:v>
                </c:pt>
                <c:pt idx="4474">
                  <c:v>-3.5628273482803312</c:v>
                </c:pt>
                <c:pt idx="4475">
                  <c:v>-0.21310127338029838</c:v>
                </c:pt>
                <c:pt idx="4476">
                  <c:v>-2.8272126507275583</c:v>
                </c:pt>
                <c:pt idx="4477">
                  <c:v>-4.9787188556370126</c:v>
                </c:pt>
                <c:pt idx="4478">
                  <c:v>-10.031709757320511</c:v>
                </c:pt>
                <c:pt idx="4479">
                  <c:v>-14.862501732086061</c:v>
                </c:pt>
                <c:pt idx="4480">
                  <c:v>-18.933773788310194</c:v>
                </c:pt>
                <c:pt idx="4481">
                  <c:v>-20.829358991480646</c:v>
                </c:pt>
                <c:pt idx="4482">
                  <c:v>-20.38954030781095</c:v>
                </c:pt>
                <c:pt idx="4483">
                  <c:v>-17.398569628274821</c:v>
                </c:pt>
                <c:pt idx="4484">
                  <c:v>-15.658712665447339</c:v>
                </c:pt>
                <c:pt idx="4485">
                  <c:v>-14.013491393826193</c:v>
                </c:pt>
                <c:pt idx="4486">
                  <c:v>-13.807235749575485</c:v>
                </c:pt>
                <c:pt idx="4487">
                  <c:v>-10.724607629735836</c:v>
                </c:pt>
                <c:pt idx="4488">
                  <c:v>-4.6488560705149125</c:v>
                </c:pt>
                <c:pt idx="4489">
                  <c:v>-7.6346301101500709</c:v>
                </c:pt>
                <c:pt idx="4490">
                  <c:v>-3.3723334784885037</c:v>
                </c:pt>
                <c:pt idx="4491">
                  <c:v>-7.7830145168848031</c:v>
                </c:pt>
                <c:pt idx="4492">
                  <c:v>-7.125034017331493</c:v>
                </c:pt>
                <c:pt idx="4493">
                  <c:v>-6.3707710615223467</c:v>
                </c:pt>
                <c:pt idx="4494">
                  <c:v>-6.6997515776336547</c:v>
                </c:pt>
                <c:pt idx="4495">
                  <c:v>-9.3941171115521911</c:v>
                </c:pt>
                <c:pt idx="4496">
                  <c:v>-7.7227543869748061</c:v>
                </c:pt>
                <c:pt idx="4497">
                  <c:v>-6.3441800529108363</c:v>
                </c:pt>
                <c:pt idx="4498">
                  <c:v>-3.6540761447411829</c:v>
                </c:pt>
                <c:pt idx="4499">
                  <c:v>-4.090981048850832</c:v>
                </c:pt>
                <c:pt idx="4500">
                  <c:v>-0.87592230339866894</c:v>
                </c:pt>
                <c:pt idx="4501">
                  <c:v>-7.2669318812421331</c:v>
                </c:pt>
                <c:pt idx="4502">
                  <c:v>-13.16061942682132</c:v>
                </c:pt>
                <c:pt idx="4503">
                  <c:v>-7.2451033527340689</c:v>
                </c:pt>
                <c:pt idx="4504">
                  <c:v>-7.5747699609414525</c:v>
                </c:pt>
                <c:pt idx="4505">
                  <c:v>-12.761296488902397</c:v>
                </c:pt>
                <c:pt idx="4506">
                  <c:v>-15.773677650716857</c:v>
                </c:pt>
                <c:pt idx="4507">
                  <c:v>-16.621246958814702</c:v>
                </c:pt>
                <c:pt idx="4508">
                  <c:v>-19.827979940457151</c:v>
                </c:pt>
                <c:pt idx="4509">
                  <c:v>-24.975191326781918</c:v>
                </c:pt>
                <c:pt idx="4510">
                  <c:v>-26.838740404891645</c:v>
                </c:pt>
                <c:pt idx="4511">
                  <c:v>-29.495851003039771</c:v>
                </c:pt>
                <c:pt idx="4512">
                  <c:v>-34.931004004490987</c:v>
                </c:pt>
                <c:pt idx="4513">
                  <c:v>-39.583543027592782</c:v>
                </c:pt>
                <c:pt idx="4514">
                  <c:v>-39.420779398429829</c:v>
                </c:pt>
                <c:pt idx="4515">
                  <c:v>-39.839769669374768</c:v>
                </c:pt>
                <c:pt idx="4516">
                  <c:v>-39.90972019154691</c:v>
                </c:pt>
                <c:pt idx="4517">
                  <c:v>-42.735283456140031</c:v>
                </c:pt>
                <c:pt idx="4518">
                  <c:v>-37.898934304891789</c:v>
                </c:pt>
                <c:pt idx="4519">
                  <c:v>-39.053029071546028</c:v>
                </c:pt>
                <c:pt idx="4520">
                  <c:v>-40.126473330425156</c:v>
                </c:pt>
                <c:pt idx="4521">
                  <c:v>-41.36924592902497</c:v>
                </c:pt>
                <c:pt idx="4522">
                  <c:v>-41.286248825232377</c:v>
                </c:pt>
                <c:pt idx="4523">
                  <c:v>-44.530438166488416</c:v>
                </c:pt>
                <c:pt idx="4524">
                  <c:v>-44.825308736084722</c:v>
                </c:pt>
                <c:pt idx="4525">
                  <c:v>-47.600005092237772</c:v>
                </c:pt>
                <c:pt idx="4526">
                  <c:v>-45.599144849625745</c:v>
                </c:pt>
                <c:pt idx="4527">
                  <c:v>-46.294650296305498</c:v>
                </c:pt>
                <c:pt idx="4528">
                  <c:v>-47.083926455541295</c:v>
                </c:pt>
                <c:pt idx="4529">
                  <c:v>-47.603926230724397</c:v>
                </c:pt>
                <c:pt idx="4530">
                  <c:v>-49.185423313514235</c:v>
                </c:pt>
                <c:pt idx="4531">
                  <c:v>-50.035178829490071</c:v>
                </c:pt>
                <c:pt idx="4532">
                  <c:v>-56.83273903350937</c:v>
                </c:pt>
                <c:pt idx="4533">
                  <c:v>-56.206604376807761</c:v>
                </c:pt>
                <c:pt idx="4534">
                  <c:v>-55.069745949763806</c:v>
                </c:pt>
                <c:pt idx="4535">
                  <c:v>-53.042196318791532</c:v>
                </c:pt>
                <c:pt idx="4536">
                  <c:v>-51.943722536969894</c:v>
                </c:pt>
                <c:pt idx="4537">
                  <c:v>-50.861506476590684</c:v>
                </c:pt>
                <c:pt idx="4538">
                  <c:v>-51.970118199330955</c:v>
                </c:pt>
                <c:pt idx="4539">
                  <c:v>-50.121749007397867</c:v>
                </c:pt>
                <c:pt idx="4540">
                  <c:v>-48.555157122975217</c:v>
                </c:pt>
                <c:pt idx="4541">
                  <c:v>-48.122085263113718</c:v>
                </c:pt>
                <c:pt idx="4542">
                  <c:v>-49.257841888693434</c:v>
                </c:pt>
                <c:pt idx="4543">
                  <c:v>-50.7121930905639</c:v>
                </c:pt>
                <c:pt idx="4544">
                  <c:v>-49.048478264482824</c:v>
                </c:pt>
                <c:pt idx="4545">
                  <c:v>-50.764011171738034</c:v>
                </c:pt>
                <c:pt idx="4546">
                  <c:v>-48.915208459671753</c:v>
                </c:pt>
                <c:pt idx="4547">
                  <c:v>-51.915871587310406</c:v>
                </c:pt>
                <c:pt idx="4548">
                  <c:v>-52.996494819596236</c:v>
                </c:pt>
                <c:pt idx="4549">
                  <c:v>-50.663237778843218</c:v>
                </c:pt>
                <c:pt idx="4550">
                  <c:v>-52.967664718797096</c:v>
                </c:pt>
                <c:pt idx="4551">
                  <c:v>-51.466488920513889</c:v>
                </c:pt>
                <c:pt idx="4552">
                  <c:v>-43.250185989969509</c:v>
                </c:pt>
                <c:pt idx="4553">
                  <c:v>-43.870953603554071</c:v>
                </c:pt>
                <c:pt idx="4554">
                  <c:v>-37.48348843880013</c:v>
                </c:pt>
                <c:pt idx="4555">
                  <c:v>-38.502849353104828</c:v>
                </c:pt>
                <c:pt idx="4556">
                  <c:v>-37.790153556290392</c:v>
                </c:pt>
                <c:pt idx="4557">
                  <c:v>-37.494298638956444</c:v>
                </c:pt>
                <c:pt idx="4558">
                  <c:v>-38.740094524166324</c:v>
                </c:pt>
                <c:pt idx="4559">
                  <c:v>-35.449878596338294</c:v>
                </c:pt>
                <c:pt idx="4560">
                  <c:v>-35.107858754171815</c:v>
                </c:pt>
                <c:pt idx="4561">
                  <c:v>-29.850976973791255</c:v>
                </c:pt>
                <c:pt idx="4562">
                  <c:v>-32.975416515661259</c:v>
                </c:pt>
                <c:pt idx="4563">
                  <c:v>-33.731802353204756</c:v>
                </c:pt>
                <c:pt idx="4564">
                  <c:v>-34.461721545762629</c:v>
                </c:pt>
                <c:pt idx="4565">
                  <c:v>-35.069476880295895</c:v>
                </c:pt>
                <c:pt idx="4566">
                  <c:v>-30.630527690777622</c:v>
                </c:pt>
                <c:pt idx="4567">
                  <c:v>-28.748798652266913</c:v>
                </c:pt>
                <c:pt idx="4568">
                  <c:v>-20.023616297013472</c:v>
                </c:pt>
                <c:pt idx="4569">
                  <c:v>-22.290226617814174</c:v>
                </c:pt>
                <c:pt idx="4570">
                  <c:v>-23.360782778398697</c:v>
                </c:pt>
                <c:pt idx="4571">
                  <c:v>-24.647898577988347</c:v>
                </c:pt>
                <c:pt idx="4572">
                  <c:v>-26.881526710183742</c:v>
                </c:pt>
                <c:pt idx="4573">
                  <c:v>-25.43602909027625</c:v>
                </c:pt>
                <c:pt idx="4574">
                  <c:v>-25.812295080718009</c:v>
                </c:pt>
                <c:pt idx="4575">
                  <c:v>-27.768541635690529</c:v>
                </c:pt>
                <c:pt idx="4576">
                  <c:v>-28.340330100121488</c:v>
                </c:pt>
                <c:pt idx="4577">
                  <c:v>-28.0922112672704</c:v>
                </c:pt>
                <c:pt idx="4578">
                  <c:v>-22.606806303469423</c:v>
                </c:pt>
                <c:pt idx="4579">
                  <c:v>-20.404575588859789</c:v>
                </c:pt>
                <c:pt idx="4580">
                  <c:v>-18.813329025051456</c:v>
                </c:pt>
                <c:pt idx="4581">
                  <c:v>-21.673311646875938</c:v>
                </c:pt>
                <c:pt idx="4582">
                  <c:v>-21.071382165247805</c:v>
                </c:pt>
                <c:pt idx="4583">
                  <c:v>-22.047809520897044</c:v>
                </c:pt>
                <c:pt idx="4584">
                  <c:v>-20.281020590861164</c:v>
                </c:pt>
                <c:pt idx="4585">
                  <c:v>-21.444517730701129</c:v>
                </c:pt>
                <c:pt idx="4586">
                  <c:v>-22.314350782093097</c:v>
                </c:pt>
                <c:pt idx="4587">
                  <c:v>-22.842055970495817</c:v>
                </c:pt>
                <c:pt idx="4588">
                  <c:v>-24.439587708765266</c:v>
                </c:pt>
                <c:pt idx="4589">
                  <c:v>-26.90844914630464</c:v>
                </c:pt>
                <c:pt idx="4590">
                  <c:v>-29.208335946947326</c:v>
                </c:pt>
                <c:pt idx="4591">
                  <c:v>-26.54623284452444</c:v>
                </c:pt>
                <c:pt idx="4592">
                  <c:v>-20.504125408004533</c:v>
                </c:pt>
                <c:pt idx="4593">
                  <c:v>-14.564710482307582</c:v>
                </c:pt>
                <c:pt idx="4594">
                  <c:v>-13.64058477222412</c:v>
                </c:pt>
                <c:pt idx="4595">
                  <c:v>-15.517494305878689</c:v>
                </c:pt>
                <c:pt idx="4596">
                  <c:v>-16.624963946820881</c:v>
                </c:pt>
                <c:pt idx="4597">
                  <c:v>-18.585661629568495</c:v>
                </c:pt>
                <c:pt idx="4598">
                  <c:v>-21.701134234192807</c:v>
                </c:pt>
                <c:pt idx="4599">
                  <c:v>-15.888940485881756</c:v>
                </c:pt>
                <c:pt idx="4600">
                  <c:v>-18.320871112960642</c:v>
                </c:pt>
                <c:pt idx="4601">
                  <c:v>-19.302028976435647</c:v>
                </c:pt>
                <c:pt idx="4602">
                  <c:v>-17.517921437160975</c:v>
                </c:pt>
                <c:pt idx="4603">
                  <c:v>-18.525269560056909</c:v>
                </c:pt>
                <c:pt idx="4604">
                  <c:v>-18.034255953127118</c:v>
                </c:pt>
                <c:pt idx="4605">
                  <c:v>-18.989970624426437</c:v>
                </c:pt>
                <c:pt idx="4606">
                  <c:v>-19.499393389260675</c:v>
                </c:pt>
                <c:pt idx="4607">
                  <c:v>-21.345044723930926</c:v>
                </c:pt>
                <c:pt idx="4608">
                  <c:v>-21.817833982927123</c:v>
                </c:pt>
                <c:pt idx="4609">
                  <c:v>-19.96983877183089</c:v>
                </c:pt>
                <c:pt idx="4610">
                  <c:v>-17.732013240189968</c:v>
                </c:pt>
                <c:pt idx="4611">
                  <c:v>-19.5366155662458</c:v>
                </c:pt>
                <c:pt idx="4612">
                  <c:v>-17.290468745789966</c:v>
                </c:pt>
                <c:pt idx="4613">
                  <c:v>-12.036884189971468</c:v>
                </c:pt>
                <c:pt idx="4614">
                  <c:v>-14.945793030813594</c:v>
                </c:pt>
                <c:pt idx="4615">
                  <c:v>-14.675373856877235</c:v>
                </c:pt>
                <c:pt idx="4616">
                  <c:v>-16.245085375945649</c:v>
                </c:pt>
                <c:pt idx="4617">
                  <c:v>-14.503629888846612</c:v>
                </c:pt>
                <c:pt idx="4618">
                  <c:v>-16.388826936403021</c:v>
                </c:pt>
                <c:pt idx="4619">
                  <c:v>-18.271664181944349</c:v>
                </c:pt>
                <c:pt idx="4620">
                  <c:v>-20.599649374256895</c:v>
                </c:pt>
                <c:pt idx="4621">
                  <c:v>-23.666693421938135</c:v>
                </c:pt>
                <c:pt idx="4622">
                  <c:v>-20.678022630910778</c:v>
                </c:pt>
                <c:pt idx="4623">
                  <c:v>-13.770769768711681</c:v>
                </c:pt>
                <c:pt idx="4624">
                  <c:v>-8.2255732730986431</c:v>
                </c:pt>
                <c:pt idx="4625">
                  <c:v>-4.6824434359911784</c:v>
                </c:pt>
                <c:pt idx="4626">
                  <c:v>-1.2715481621632008</c:v>
                </c:pt>
                <c:pt idx="4627">
                  <c:v>2.6888281605241193</c:v>
                </c:pt>
                <c:pt idx="4628">
                  <c:v>0.59042445084818751</c:v>
                </c:pt>
                <c:pt idx="4629">
                  <c:v>2.8638584887682987</c:v>
                </c:pt>
                <c:pt idx="4630">
                  <c:v>-3.394009241658952</c:v>
                </c:pt>
                <c:pt idx="4631">
                  <c:v>-4.6648141199333573</c:v>
                </c:pt>
                <c:pt idx="4632">
                  <c:v>-4.7148453843776714</c:v>
                </c:pt>
                <c:pt idx="4633">
                  <c:v>-5.1968270736615789</c:v>
                </c:pt>
                <c:pt idx="4634">
                  <c:v>-3.3284491804480507</c:v>
                </c:pt>
                <c:pt idx="4635">
                  <c:v>-6.1151870463633857</c:v>
                </c:pt>
                <c:pt idx="4636">
                  <c:v>-8.8121371981315271</c:v>
                </c:pt>
                <c:pt idx="4637">
                  <c:v>-13.186343409960704</c:v>
                </c:pt>
                <c:pt idx="4638">
                  <c:v>-16.276344926634003</c:v>
                </c:pt>
                <c:pt idx="4639">
                  <c:v>-15.669322329470093</c:v>
                </c:pt>
                <c:pt idx="4640">
                  <c:v>-10.090619873465444</c:v>
                </c:pt>
                <c:pt idx="4641">
                  <c:v>-11.450744201140019</c:v>
                </c:pt>
                <c:pt idx="4642">
                  <c:v>-15.471599273222857</c:v>
                </c:pt>
                <c:pt idx="4643">
                  <c:v>-18.150419566491571</c:v>
                </c:pt>
                <c:pt idx="4644">
                  <c:v>-20.936269400445735</c:v>
                </c:pt>
                <c:pt idx="4645">
                  <c:v>-21.601782727013191</c:v>
                </c:pt>
                <c:pt idx="4646">
                  <c:v>-24.515086237975883</c:v>
                </c:pt>
                <c:pt idx="4647">
                  <c:v>-28.553088823653695</c:v>
                </c:pt>
                <c:pt idx="4648">
                  <c:v>-26.146990936365974</c:v>
                </c:pt>
                <c:pt idx="4649">
                  <c:v>-25.107586140783368</c:v>
                </c:pt>
                <c:pt idx="4650">
                  <c:v>-24.053380647792221</c:v>
                </c:pt>
                <c:pt idx="4651">
                  <c:v>-23.800283786633809</c:v>
                </c:pt>
                <c:pt idx="4652">
                  <c:v>-24.773803803466059</c:v>
                </c:pt>
                <c:pt idx="4653">
                  <c:v>-24.274951898550352</c:v>
                </c:pt>
                <c:pt idx="4654">
                  <c:v>-23.660038436726129</c:v>
                </c:pt>
                <c:pt idx="4655">
                  <c:v>-18.605169196280286</c:v>
                </c:pt>
                <c:pt idx="4656">
                  <c:v>-16.89074763502115</c:v>
                </c:pt>
                <c:pt idx="4657">
                  <c:v>-19.023773875058346</c:v>
                </c:pt>
                <c:pt idx="4658">
                  <c:v>-16.137923752743109</c:v>
                </c:pt>
                <c:pt idx="4659">
                  <c:v>-17.153365085860777</c:v>
                </c:pt>
                <c:pt idx="4660">
                  <c:v>-20.077936149412022</c:v>
                </c:pt>
                <c:pt idx="4661">
                  <c:v>-19.134387980436109</c:v>
                </c:pt>
                <c:pt idx="4662">
                  <c:v>-15.437453605367548</c:v>
                </c:pt>
                <c:pt idx="4663">
                  <c:v>-17.947635733940416</c:v>
                </c:pt>
                <c:pt idx="4664">
                  <c:v>-18.084000248219645</c:v>
                </c:pt>
                <c:pt idx="4665">
                  <c:v>-19.790976444593621</c:v>
                </c:pt>
                <c:pt idx="4666">
                  <c:v>-24.702668172227039</c:v>
                </c:pt>
                <c:pt idx="4667">
                  <c:v>-24.130707713204504</c:v>
                </c:pt>
                <c:pt idx="4668">
                  <c:v>-15.551899365476526</c:v>
                </c:pt>
                <c:pt idx="4669">
                  <c:v>-17.921507195040135</c:v>
                </c:pt>
                <c:pt idx="4670">
                  <c:v>-16.087596921460126</c:v>
                </c:pt>
                <c:pt idx="4671">
                  <c:v>-20.104791763836062</c:v>
                </c:pt>
                <c:pt idx="4672">
                  <c:v>-24.410766437134235</c:v>
                </c:pt>
                <c:pt idx="4673">
                  <c:v>-26.721728365628483</c:v>
                </c:pt>
                <c:pt idx="4674">
                  <c:v>-28.154101020651485</c:v>
                </c:pt>
                <c:pt idx="4675">
                  <c:v>-29.715104679268016</c:v>
                </c:pt>
                <c:pt idx="4676">
                  <c:v>-33.112575315300802</c:v>
                </c:pt>
                <c:pt idx="4677">
                  <c:v>-33.149960411770735</c:v>
                </c:pt>
                <c:pt idx="4678">
                  <c:v>-32.779550148489577</c:v>
                </c:pt>
                <c:pt idx="4679">
                  <c:v>-30.051750837700109</c:v>
                </c:pt>
                <c:pt idx="4680">
                  <c:v>-31.100503243039718</c:v>
                </c:pt>
                <c:pt idx="4681">
                  <c:v>-31.182052117661829</c:v>
                </c:pt>
                <c:pt idx="4682">
                  <c:v>-29.462963385105269</c:v>
                </c:pt>
                <c:pt idx="4683">
                  <c:v>-27.682690013991575</c:v>
                </c:pt>
                <c:pt idx="4684">
                  <c:v>-30.169840944234746</c:v>
                </c:pt>
                <c:pt idx="4685">
                  <c:v>-28.327430376663141</c:v>
                </c:pt>
                <c:pt idx="4686">
                  <c:v>-26.776969058131336</c:v>
                </c:pt>
                <c:pt idx="4687">
                  <c:v>-25.094213156208038</c:v>
                </c:pt>
                <c:pt idx="4688">
                  <c:v>-26.495237085074038</c:v>
                </c:pt>
                <c:pt idx="4689">
                  <c:v>-26.604853643178846</c:v>
                </c:pt>
                <c:pt idx="4690">
                  <c:v>-21.977181416355631</c:v>
                </c:pt>
                <c:pt idx="4691">
                  <c:v>-23.363457090705261</c:v>
                </c:pt>
                <c:pt idx="4692">
                  <c:v>-27.670269268542466</c:v>
                </c:pt>
                <c:pt idx="4693">
                  <c:v>-29.47291641583589</c:v>
                </c:pt>
                <c:pt idx="4694">
                  <c:v>-32.464610131409998</c:v>
                </c:pt>
                <c:pt idx="4695">
                  <c:v>-35.668383884585865</c:v>
                </c:pt>
                <c:pt idx="4696">
                  <c:v>-38.944532330700284</c:v>
                </c:pt>
                <c:pt idx="4697">
                  <c:v>-38.816946570034538</c:v>
                </c:pt>
                <c:pt idx="4698">
                  <c:v>-40.966089741855306</c:v>
                </c:pt>
                <c:pt idx="4699">
                  <c:v>-40.751218102988808</c:v>
                </c:pt>
                <c:pt idx="4700">
                  <c:v>-39.954083508689216</c:v>
                </c:pt>
                <c:pt idx="4701">
                  <c:v>-41.714036602016762</c:v>
                </c:pt>
                <c:pt idx="4702">
                  <c:v>-48.670772319262085</c:v>
                </c:pt>
                <c:pt idx="4703">
                  <c:v>-46.170816283624788</c:v>
                </c:pt>
                <c:pt idx="4704">
                  <c:v>-52.324745667906413</c:v>
                </c:pt>
                <c:pt idx="4705">
                  <c:v>-43.035841005886773</c:v>
                </c:pt>
                <c:pt idx="4706">
                  <c:v>-46.080307744005246</c:v>
                </c:pt>
                <c:pt idx="4707">
                  <c:v>-47.933149816502279</c:v>
                </c:pt>
                <c:pt idx="4708">
                  <c:v>-48.956914391128585</c:v>
                </c:pt>
                <c:pt idx="4709">
                  <c:v>-53.555061261846788</c:v>
                </c:pt>
                <c:pt idx="4710">
                  <c:v>-56.634490026211921</c:v>
                </c:pt>
                <c:pt idx="4711">
                  <c:v>-59.803117823843067</c:v>
                </c:pt>
                <c:pt idx="4712">
                  <c:v>-58.220701735667575</c:v>
                </c:pt>
                <c:pt idx="4713">
                  <c:v>-60.628689335751787</c:v>
                </c:pt>
                <c:pt idx="4714">
                  <c:v>-59.577523472110691</c:v>
                </c:pt>
                <c:pt idx="4715">
                  <c:v>-64.617033236460927</c:v>
                </c:pt>
                <c:pt idx="4716">
                  <c:v>-65.793757420501819</c:v>
                </c:pt>
                <c:pt idx="4717">
                  <c:v>-67.613176071271752</c:v>
                </c:pt>
                <c:pt idx="4718">
                  <c:v>-64.216199155826473</c:v>
                </c:pt>
                <c:pt idx="4719">
                  <c:v>-63.684810584088339</c:v>
                </c:pt>
                <c:pt idx="4720">
                  <c:v>-69.68969941169351</c:v>
                </c:pt>
                <c:pt idx="4721">
                  <c:v>-66.128233953499375</c:v>
                </c:pt>
                <c:pt idx="4722">
                  <c:v>-63.015379830866934</c:v>
                </c:pt>
                <c:pt idx="4723">
                  <c:v>-64.282557989087564</c:v>
                </c:pt>
                <c:pt idx="4724">
                  <c:v>-62.767122398594708</c:v>
                </c:pt>
                <c:pt idx="4725">
                  <c:v>-60.482856948416668</c:v>
                </c:pt>
                <c:pt idx="4726">
                  <c:v>-58.13383963391361</c:v>
                </c:pt>
                <c:pt idx="4727">
                  <c:v>-58.088753517849689</c:v>
                </c:pt>
                <c:pt idx="4728">
                  <c:v>-57.492502969544674</c:v>
                </c:pt>
                <c:pt idx="4729">
                  <c:v>-55.581920977929819</c:v>
                </c:pt>
                <c:pt idx="4730">
                  <c:v>-53.071271235654557</c:v>
                </c:pt>
                <c:pt idx="4731">
                  <c:v>-52.052654922793799</c:v>
                </c:pt>
                <c:pt idx="4732">
                  <c:v>-52.004979407060347</c:v>
                </c:pt>
                <c:pt idx="4733">
                  <c:v>-51.760156495243649</c:v>
                </c:pt>
                <c:pt idx="4734">
                  <c:v>-55.69858054174442</c:v>
                </c:pt>
                <c:pt idx="4735">
                  <c:v>-58.653981851705097</c:v>
                </c:pt>
                <c:pt idx="4736">
                  <c:v>-59.03175432685012</c:v>
                </c:pt>
                <c:pt idx="4737">
                  <c:v>-57.364675587595059</c:v>
                </c:pt>
                <c:pt idx="4738">
                  <c:v>-56.010480711117751</c:v>
                </c:pt>
                <c:pt idx="4739">
                  <c:v>-55.036335737210806</c:v>
                </c:pt>
                <c:pt idx="4740">
                  <c:v>-53.832377241708564</c:v>
                </c:pt>
                <c:pt idx="4741">
                  <c:v>-53.423178285118972</c:v>
                </c:pt>
                <c:pt idx="4742">
                  <c:v>-52.611571619605598</c:v>
                </c:pt>
                <c:pt idx="4743">
                  <c:v>-53.52304368506578</c:v>
                </c:pt>
                <c:pt idx="4744">
                  <c:v>-55.63982835095009</c:v>
                </c:pt>
                <c:pt idx="4745">
                  <c:v>-53.224237746746276</c:v>
                </c:pt>
                <c:pt idx="4746">
                  <c:v>-50.920533429748623</c:v>
                </c:pt>
                <c:pt idx="4747">
                  <c:v>-49.235984569748787</c:v>
                </c:pt>
                <c:pt idx="4748">
                  <c:v>-49.203226178554502</c:v>
                </c:pt>
                <c:pt idx="4749">
                  <c:v>-46.698003308365735</c:v>
                </c:pt>
                <c:pt idx="4750">
                  <c:v>-48.903549619529542</c:v>
                </c:pt>
                <c:pt idx="4751">
                  <c:v>-47.948967236897701</c:v>
                </c:pt>
                <c:pt idx="4752">
                  <c:v>-45.665702448262103</c:v>
                </c:pt>
                <c:pt idx="4753">
                  <c:v>-46.069639604547511</c:v>
                </c:pt>
                <c:pt idx="4754">
                  <c:v>-47.454152941483372</c:v>
                </c:pt>
                <c:pt idx="4755">
                  <c:v>-45.467877913947063</c:v>
                </c:pt>
                <c:pt idx="4756">
                  <c:v>-43.608069712989739</c:v>
                </c:pt>
                <c:pt idx="4757">
                  <c:v>-40.398748984829545</c:v>
                </c:pt>
                <c:pt idx="4758">
                  <c:v>-36.61447661240296</c:v>
                </c:pt>
                <c:pt idx="4759">
                  <c:v>-36.360533434137878</c:v>
                </c:pt>
                <c:pt idx="4760">
                  <c:v>-31.552175518115703</c:v>
                </c:pt>
                <c:pt idx="4761">
                  <c:v>-32.450885455413754</c:v>
                </c:pt>
                <c:pt idx="4762">
                  <c:v>-31.35293090397176</c:v>
                </c:pt>
                <c:pt idx="4763">
                  <c:v>-28.363733171943295</c:v>
                </c:pt>
                <c:pt idx="4764">
                  <c:v>-25.553929944650054</c:v>
                </c:pt>
                <c:pt idx="4765">
                  <c:v>-23.582330474773649</c:v>
                </c:pt>
                <c:pt idx="4766">
                  <c:v>-21.895324924738954</c:v>
                </c:pt>
                <c:pt idx="4767">
                  <c:v>-19.538706119727919</c:v>
                </c:pt>
                <c:pt idx="4768">
                  <c:v>-16.790031261404184</c:v>
                </c:pt>
                <c:pt idx="4769">
                  <c:v>-17.870168401875794</c:v>
                </c:pt>
                <c:pt idx="4770">
                  <c:v>-17.811017595651016</c:v>
                </c:pt>
                <c:pt idx="4771">
                  <c:v>-19.781860655481527</c:v>
                </c:pt>
                <c:pt idx="4772">
                  <c:v>-20.562814856545405</c:v>
                </c:pt>
                <c:pt idx="4773">
                  <c:v>-20.485061846321855</c:v>
                </c:pt>
                <c:pt idx="4774">
                  <c:v>-19.824334164184741</c:v>
                </c:pt>
                <c:pt idx="4775">
                  <c:v>-20.811834234336509</c:v>
                </c:pt>
                <c:pt idx="4776">
                  <c:v>-20.669071941017457</c:v>
                </c:pt>
                <c:pt idx="4777">
                  <c:v>-18.714554498124485</c:v>
                </c:pt>
                <c:pt idx="4778">
                  <c:v>-11.812202108811988</c:v>
                </c:pt>
                <c:pt idx="4779">
                  <c:v>-3.5226958897115592</c:v>
                </c:pt>
                <c:pt idx="4780">
                  <c:v>1.6167360945675471</c:v>
                </c:pt>
                <c:pt idx="4781">
                  <c:v>0.68723835649703646</c:v>
                </c:pt>
                <c:pt idx="4782">
                  <c:v>4.4517360273182325</c:v>
                </c:pt>
                <c:pt idx="4783">
                  <c:v>5.6832187766266991</c:v>
                </c:pt>
                <c:pt idx="4784">
                  <c:v>7.1705828018424196</c:v>
                </c:pt>
                <c:pt idx="4785">
                  <c:v>7.1078583201972965</c:v>
                </c:pt>
                <c:pt idx="4786">
                  <c:v>7.4041402651958172</c:v>
                </c:pt>
                <c:pt idx="4787">
                  <c:v>4.9460283135794754</c:v>
                </c:pt>
                <c:pt idx="4788">
                  <c:v>1.928537022391418</c:v>
                </c:pt>
                <c:pt idx="4789">
                  <c:v>1.5019778173566753</c:v>
                </c:pt>
                <c:pt idx="4790">
                  <c:v>-1.2217555390106523</c:v>
                </c:pt>
                <c:pt idx="4791">
                  <c:v>-2.6649816681690472</c:v>
                </c:pt>
                <c:pt idx="4792">
                  <c:v>-2.3253990223293606</c:v>
                </c:pt>
                <c:pt idx="4793">
                  <c:v>2.3211771643467949</c:v>
                </c:pt>
                <c:pt idx="4794">
                  <c:v>-1.9766634768634272E-2</c:v>
                </c:pt>
                <c:pt idx="4795">
                  <c:v>4.2357774366509995</c:v>
                </c:pt>
                <c:pt idx="4796">
                  <c:v>7.7942017125327698</c:v>
                </c:pt>
                <c:pt idx="4797">
                  <c:v>8.598886146251564</c:v>
                </c:pt>
                <c:pt idx="4798">
                  <c:v>6.2056044602364677</c:v>
                </c:pt>
                <c:pt idx="4799">
                  <c:v>4.4302030559774312</c:v>
                </c:pt>
                <c:pt idx="4800">
                  <c:v>1.0425969724837785</c:v>
                </c:pt>
                <c:pt idx="4801">
                  <c:v>-0.23257176738663921</c:v>
                </c:pt>
                <c:pt idx="4802">
                  <c:v>-2.1552564136453953</c:v>
                </c:pt>
                <c:pt idx="4803">
                  <c:v>-1.6214191099532598</c:v>
                </c:pt>
                <c:pt idx="4804">
                  <c:v>-6.4333159665391939</c:v>
                </c:pt>
                <c:pt idx="4805">
                  <c:v>-5.7952037507400345</c:v>
                </c:pt>
                <c:pt idx="4806">
                  <c:v>-6.6722364967532215</c:v>
                </c:pt>
                <c:pt idx="4807">
                  <c:v>-5.1263760922040209</c:v>
                </c:pt>
                <c:pt idx="4808">
                  <c:v>-3.88178746956127</c:v>
                </c:pt>
                <c:pt idx="4809">
                  <c:v>-5.2920734677737631</c:v>
                </c:pt>
                <c:pt idx="4810">
                  <c:v>-6.5551191023587272</c:v>
                </c:pt>
                <c:pt idx="4811">
                  <c:v>-6.3740587597162603</c:v>
                </c:pt>
                <c:pt idx="4812">
                  <c:v>-7.545470172930834</c:v>
                </c:pt>
                <c:pt idx="4813">
                  <c:v>-8.4216077578408512</c:v>
                </c:pt>
                <c:pt idx="4814">
                  <c:v>-8.901957606401286</c:v>
                </c:pt>
                <c:pt idx="4815">
                  <c:v>-7.7512031677993036</c:v>
                </c:pt>
                <c:pt idx="4816">
                  <c:v>-7.6271364002220698</c:v>
                </c:pt>
                <c:pt idx="4817">
                  <c:v>-6.6722624348261661</c:v>
                </c:pt>
                <c:pt idx="4818">
                  <c:v>-8.1138622740242994</c:v>
                </c:pt>
                <c:pt idx="4819">
                  <c:v>-8.9766716762186292</c:v>
                </c:pt>
                <c:pt idx="4820">
                  <c:v>-9.3344628130590266</c:v>
                </c:pt>
                <c:pt idx="4821">
                  <c:v>-0.60588835181185363</c:v>
                </c:pt>
                <c:pt idx="4822">
                  <c:v>-3.3910008185337985</c:v>
                </c:pt>
                <c:pt idx="4823">
                  <c:v>1.2279650160643811</c:v>
                </c:pt>
                <c:pt idx="4824">
                  <c:v>-0.82595957321541724</c:v>
                </c:pt>
                <c:pt idx="4825">
                  <c:v>5.2093034246042142</c:v>
                </c:pt>
                <c:pt idx="4826">
                  <c:v>6.1547412512166328</c:v>
                </c:pt>
                <c:pt idx="4827">
                  <c:v>4.2147249367321598</c:v>
                </c:pt>
                <c:pt idx="4828">
                  <c:v>0.68807582332495354</c:v>
                </c:pt>
                <c:pt idx="4829">
                  <c:v>-1.4895578416882915</c:v>
                </c:pt>
                <c:pt idx="4830">
                  <c:v>-7.1942606233390229</c:v>
                </c:pt>
                <c:pt idx="4831">
                  <c:v>-9.7328891473150509</c:v>
                </c:pt>
                <c:pt idx="4832">
                  <c:v>-14.207492876180327</c:v>
                </c:pt>
                <c:pt idx="4833">
                  <c:v>-14.895569671243043</c:v>
                </c:pt>
                <c:pt idx="4834">
                  <c:v>-14.644704690369348</c:v>
                </c:pt>
                <c:pt idx="4835">
                  <c:v>-15.592783478275614</c:v>
                </c:pt>
                <c:pt idx="4836">
                  <c:v>-19.374489769085343</c:v>
                </c:pt>
                <c:pt idx="4837">
                  <c:v>-20.987428716012559</c:v>
                </c:pt>
                <c:pt idx="4838">
                  <c:v>-22.450276313718824</c:v>
                </c:pt>
                <c:pt idx="4839">
                  <c:v>-21.920078593056001</c:v>
                </c:pt>
                <c:pt idx="4840">
                  <c:v>-23.35450661927176</c:v>
                </c:pt>
                <c:pt idx="4841">
                  <c:v>-24.619556014451035</c:v>
                </c:pt>
                <c:pt idx="4842">
                  <c:v>-26.006524029401973</c:v>
                </c:pt>
                <c:pt idx="4843">
                  <c:v>-24.688153345596287</c:v>
                </c:pt>
                <c:pt idx="4844">
                  <c:v>-24.63188726797986</c:v>
                </c:pt>
                <c:pt idx="4845">
                  <c:v>-23.303410430987345</c:v>
                </c:pt>
                <c:pt idx="4846">
                  <c:v>-25.32469364000762</c:v>
                </c:pt>
                <c:pt idx="4847">
                  <c:v>-21.39654391480169</c:v>
                </c:pt>
                <c:pt idx="4848">
                  <c:v>-22.01602978993327</c:v>
                </c:pt>
                <c:pt idx="4849">
                  <c:v>-22.660128112843076</c:v>
                </c:pt>
                <c:pt idx="4850">
                  <c:v>-22.372643776989761</c:v>
                </c:pt>
                <c:pt idx="4851">
                  <c:v>-20.844067831654275</c:v>
                </c:pt>
                <c:pt idx="4852">
                  <c:v>-20.143618099373629</c:v>
                </c:pt>
                <c:pt idx="4853">
                  <c:v>-18.125934800074315</c:v>
                </c:pt>
                <c:pt idx="4854">
                  <c:v>-20.510655621644872</c:v>
                </c:pt>
                <c:pt idx="4855">
                  <c:v>-23.229499191054078</c:v>
                </c:pt>
                <c:pt idx="4856">
                  <c:v>-23.387222743767161</c:v>
                </c:pt>
                <c:pt idx="4857">
                  <c:v>-24.945897137991128</c:v>
                </c:pt>
                <c:pt idx="4858">
                  <c:v>-23.907860545279206</c:v>
                </c:pt>
                <c:pt idx="4859">
                  <c:v>-21.955066512805111</c:v>
                </c:pt>
                <c:pt idx="4860">
                  <c:v>-24.917149838070529</c:v>
                </c:pt>
                <c:pt idx="4861">
                  <c:v>-25.617034053189734</c:v>
                </c:pt>
                <c:pt idx="4862">
                  <c:v>-24.325159051153491</c:v>
                </c:pt>
                <c:pt idx="4863">
                  <c:v>-25.659510618442425</c:v>
                </c:pt>
                <c:pt idx="4864">
                  <c:v>-26.802969151108083</c:v>
                </c:pt>
                <c:pt idx="4865">
                  <c:v>-28.370149393710275</c:v>
                </c:pt>
                <c:pt idx="4866">
                  <c:v>-27.858949137470169</c:v>
                </c:pt>
                <c:pt idx="4867">
                  <c:v>-28.552479187727435</c:v>
                </c:pt>
                <c:pt idx="4868">
                  <c:v>-27.812635959790711</c:v>
                </c:pt>
                <c:pt idx="4869">
                  <c:v>-26.161051694800982</c:v>
                </c:pt>
                <c:pt idx="4870">
                  <c:v>-24.382995779678133</c:v>
                </c:pt>
                <c:pt idx="4871">
                  <c:v>-20.735655340091601</c:v>
                </c:pt>
                <c:pt idx="4872">
                  <c:v>-18.369604542251185</c:v>
                </c:pt>
                <c:pt idx="4873">
                  <c:v>-10.087965070255098</c:v>
                </c:pt>
                <c:pt idx="4874">
                  <c:v>-7.7745843976677484</c:v>
                </c:pt>
                <c:pt idx="4875">
                  <c:v>-7.4059459401965819</c:v>
                </c:pt>
                <c:pt idx="4876">
                  <c:v>-12.356019082380984</c:v>
                </c:pt>
                <c:pt idx="4877">
                  <c:v>-13.879557440754915</c:v>
                </c:pt>
                <c:pt idx="4878">
                  <c:v>-15.436187474575334</c:v>
                </c:pt>
                <c:pt idx="4879">
                  <c:v>-17.897313059312673</c:v>
                </c:pt>
                <c:pt idx="4880">
                  <c:v>-18.921281332205197</c:v>
                </c:pt>
                <c:pt idx="4881">
                  <c:v>-21.083080688094299</c:v>
                </c:pt>
                <c:pt idx="4882">
                  <c:v>-18.857825669780397</c:v>
                </c:pt>
                <c:pt idx="4883">
                  <c:v>-18.547337400856346</c:v>
                </c:pt>
                <c:pt idx="4884">
                  <c:v>-21.098310436058011</c:v>
                </c:pt>
                <c:pt idx="4885">
                  <c:v>-16.319123783296767</c:v>
                </c:pt>
                <c:pt idx="4886">
                  <c:v>-12.02716667252462</c:v>
                </c:pt>
                <c:pt idx="4887">
                  <c:v>-12.352255634620739</c:v>
                </c:pt>
                <c:pt idx="4888">
                  <c:v>-10.275074005101038</c:v>
                </c:pt>
                <c:pt idx="4889">
                  <c:v>-10.109437083150311</c:v>
                </c:pt>
                <c:pt idx="4890">
                  <c:v>-9.0802245559384485</c:v>
                </c:pt>
                <c:pt idx="4891">
                  <c:v>-11.430256686654534</c:v>
                </c:pt>
                <c:pt idx="4892">
                  <c:v>-10.871024542577771</c:v>
                </c:pt>
                <c:pt idx="4893">
                  <c:v>-8.1703734538779642</c:v>
                </c:pt>
                <c:pt idx="4894">
                  <c:v>-9.3691004708232484</c:v>
                </c:pt>
                <c:pt idx="4895">
                  <c:v>-8.5384513216427713</c:v>
                </c:pt>
                <c:pt idx="4896">
                  <c:v>-8.8142855204678341</c:v>
                </c:pt>
                <c:pt idx="4897">
                  <c:v>-9.2553675927655714</c:v>
                </c:pt>
                <c:pt idx="4898">
                  <c:v>-3.2661471015503833</c:v>
                </c:pt>
                <c:pt idx="4899">
                  <c:v>-8.4942798783379345</c:v>
                </c:pt>
                <c:pt idx="4900">
                  <c:v>-8.9528870634095625</c:v>
                </c:pt>
                <c:pt idx="4901">
                  <c:v>-9.6012346982843368</c:v>
                </c:pt>
                <c:pt idx="4902">
                  <c:v>-8.6932994041735778</c:v>
                </c:pt>
                <c:pt idx="4903">
                  <c:v>-7.5507810477182105</c:v>
                </c:pt>
                <c:pt idx="4904">
                  <c:v>-0.72013570569238006</c:v>
                </c:pt>
                <c:pt idx="4905">
                  <c:v>2.0926300191812484</c:v>
                </c:pt>
                <c:pt idx="4906">
                  <c:v>-0.44244766586760642</c:v>
                </c:pt>
                <c:pt idx="4907">
                  <c:v>-0.13799632668197381</c:v>
                </c:pt>
                <c:pt idx="4908">
                  <c:v>0.57633449788810565</c:v>
                </c:pt>
                <c:pt idx="4909">
                  <c:v>3.3805701340229151</c:v>
                </c:pt>
                <c:pt idx="4910">
                  <c:v>12.143748097456966</c:v>
                </c:pt>
                <c:pt idx="4911">
                  <c:v>11.661324301133437</c:v>
                </c:pt>
                <c:pt idx="4912">
                  <c:v>12.298118375931104</c:v>
                </c:pt>
                <c:pt idx="4913">
                  <c:v>9.5021438688697835</c:v>
                </c:pt>
                <c:pt idx="4914">
                  <c:v>9.4268978902804328</c:v>
                </c:pt>
                <c:pt idx="4915">
                  <c:v>11.816038712305671</c:v>
                </c:pt>
                <c:pt idx="4916">
                  <c:v>8.4821936374542943</c:v>
                </c:pt>
                <c:pt idx="4917">
                  <c:v>9.689660176587255</c:v>
                </c:pt>
                <c:pt idx="4918">
                  <c:v>11.959800247148779</c:v>
                </c:pt>
                <c:pt idx="4919">
                  <c:v>8.4922323034140703</c:v>
                </c:pt>
                <c:pt idx="4920">
                  <c:v>7.3509164069110398</c:v>
                </c:pt>
                <c:pt idx="4921">
                  <c:v>6.6575843202961158</c:v>
                </c:pt>
                <c:pt idx="4922">
                  <c:v>4.7313379409596443</c:v>
                </c:pt>
                <c:pt idx="4923">
                  <c:v>3.8931495649304444</c:v>
                </c:pt>
                <c:pt idx="4924">
                  <c:v>6.2688047910948494</c:v>
                </c:pt>
                <c:pt idx="4925">
                  <c:v>10.241378443390575</c:v>
                </c:pt>
                <c:pt idx="4926">
                  <c:v>11.102767828693288</c:v>
                </c:pt>
                <c:pt idx="4927">
                  <c:v>12.158851147255699</c:v>
                </c:pt>
                <c:pt idx="4928">
                  <c:v>11.323273550413596</c:v>
                </c:pt>
                <c:pt idx="4929">
                  <c:v>11.363250767980716</c:v>
                </c:pt>
                <c:pt idx="4930">
                  <c:v>11.13491144056063</c:v>
                </c:pt>
                <c:pt idx="4931">
                  <c:v>13.854641802975468</c:v>
                </c:pt>
                <c:pt idx="4932">
                  <c:v>19.719840582511711</c:v>
                </c:pt>
                <c:pt idx="4933">
                  <c:v>22.744246325643871</c:v>
                </c:pt>
                <c:pt idx="4934">
                  <c:v>23.539475731572473</c:v>
                </c:pt>
                <c:pt idx="4935">
                  <c:v>22.754912237077587</c:v>
                </c:pt>
                <c:pt idx="4936">
                  <c:v>20.75622745811177</c:v>
                </c:pt>
                <c:pt idx="4937">
                  <c:v>19.562466438217818</c:v>
                </c:pt>
                <c:pt idx="4938">
                  <c:v>18.873001608215425</c:v>
                </c:pt>
                <c:pt idx="4939">
                  <c:v>19.188965399035084</c:v>
                </c:pt>
                <c:pt idx="4940">
                  <c:v>21.997488520566517</c:v>
                </c:pt>
                <c:pt idx="4941">
                  <c:v>30.427420835775166</c:v>
                </c:pt>
                <c:pt idx="4942">
                  <c:v>29.10017968659638</c:v>
                </c:pt>
                <c:pt idx="4943">
                  <c:v>30.023383224407642</c:v>
                </c:pt>
                <c:pt idx="4944">
                  <c:v>26.814292608396396</c:v>
                </c:pt>
                <c:pt idx="4945">
                  <c:v>26.188549250435148</c:v>
                </c:pt>
                <c:pt idx="4946">
                  <c:v>30.507483970180054</c:v>
                </c:pt>
                <c:pt idx="4947">
                  <c:v>28.755018892061891</c:v>
                </c:pt>
                <c:pt idx="4948">
                  <c:v>24.613085082495804</c:v>
                </c:pt>
                <c:pt idx="4949">
                  <c:v>25.265410382610952</c:v>
                </c:pt>
                <c:pt idx="4950">
                  <c:v>25.80852338284285</c:v>
                </c:pt>
                <c:pt idx="4951">
                  <c:v>25.156940711969074</c:v>
                </c:pt>
                <c:pt idx="4952">
                  <c:v>24.002546612754116</c:v>
                </c:pt>
                <c:pt idx="4953">
                  <c:v>21.995148397113219</c:v>
                </c:pt>
                <c:pt idx="4954">
                  <c:v>20.93015868432137</c:v>
                </c:pt>
                <c:pt idx="4955">
                  <c:v>21.272516497480094</c:v>
                </c:pt>
                <c:pt idx="4956">
                  <c:v>21.112451710237416</c:v>
                </c:pt>
                <c:pt idx="4957">
                  <c:v>23.504735364901805</c:v>
                </c:pt>
                <c:pt idx="4958">
                  <c:v>26.736691677859802</c:v>
                </c:pt>
                <c:pt idx="4959">
                  <c:v>29.153415885078982</c:v>
                </c:pt>
                <c:pt idx="4960">
                  <c:v>32.189554229451005</c:v>
                </c:pt>
                <c:pt idx="4961">
                  <c:v>34.449716832774577</c:v>
                </c:pt>
                <c:pt idx="4962">
                  <c:v>35.52143771609655</c:v>
                </c:pt>
                <c:pt idx="4963">
                  <c:v>37.676365843240006</c:v>
                </c:pt>
                <c:pt idx="4964">
                  <c:v>37.409746767630445</c:v>
                </c:pt>
                <c:pt idx="4965">
                  <c:v>34.841076663475789</c:v>
                </c:pt>
                <c:pt idx="4966">
                  <c:v>39.242971679789569</c:v>
                </c:pt>
                <c:pt idx="4967">
                  <c:v>41.488376465091555</c:v>
                </c:pt>
                <c:pt idx="4968">
                  <c:v>37.573495583845549</c:v>
                </c:pt>
                <c:pt idx="4969">
                  <c:v>38.671605702100109</c:v>
                </c:pt>
                <c:pt idx="4970">
                  <c:v>40.880012369143927</c:v>
                </c:pt>
                <c:pt idx="4971">
                  <c:v>41.261975985594383</c:v>
                </c:pt>
                <c:pt idx="4972">
                  <c:v>47.174671894739944</c:v>
                </c:pt>
                <c:pt idx="4973">
                  <c:v>51.368120437881593</c:v>
                </c:pt>
                <c:pt idx="4974">
                  <c:v>47.83619660781325</c:v>
                </c:pt>
                <c:pt idx="4975">
                  <c:v>50.393891153647346</c:v>
                </c:pt>
                <c:pt idx="4976">
                  <c:v>51.236971125091181</c:v>
                </c:pt>
                <c:pt idx="4977">
                  <c:v>50.850125658671928</c:v>
                </c:pt>
                <c:pt idx="4978">
                  <c:v>48.622322596507416</c:v>
                </c:pt>
                <c:pt idx="4979">
                  <c:v>47.552752832326306</c:v>
                </c:pt>
                <c:pt idx="4980">
                  <c:v>45.055581578801686</c:v>
                </c:pt>
                <c:pt idx="4981">
                  <c:v>48.708873440567857</c:v>
                </c:pt>
                <c:pt idx="4982">
                  <c:v>49.46325370129756</c:v>
                </c:pt>
                <c:pt idx="4983">
                  <c:v>47.160835148585868</c:v>
                </c:pt>
                <c:pt idx="4984">
                  <c:v>46.635215853043618</c:v>
                </c:pt>
                <c:pt idx="4985">
                  <c:v>46.383098970063287</c:v>
                </c:pt>
                <c:pt idx="4986">
                  <c:v>45.171566582851327</c:v>
                </c:pt>
                <c:pt idx="4987">
                  <c:v>43.597060854794968</c:v>
                </c:pt>
                <c:pt idx="4988">
                  <c:v>48.628187593347185</c:v>
                </c:pt>
                <c:pt idx="4989">
                  <c:v>50.925417676389742</c:v>
                </c:pt>
                <c:pt idx="4990">
                  <c:v>54.857963617796642</c:v>
                </c:pt>
                <c:pt idx="4991">
                  <c:v>52.314818186245837</c:v>
                </c:pt>
                <c:pt idx="4992">
                  <c:v>60.02550588420236</c:v>
                </c:pt>
                <c:pt idx="4993">
                  <c:v>61.454957901329344</c:v>
                </c:pt>
                <c:pt idx="4994">
                  <c:v>62.114382916542631</c:v>
                </c:pt>
                <c:pt idx="4995">
                  <c:v>61.729409017249509</c:v>
                </c:pt>
                <c:pt idx="4996">
                  <c:v>63.607792717881551</c:v>
                </c:pt>
                <c:pt idx="4997">
                  <c:v>62.662455567688269</c:v>
                </c:pt>
                <c:pt idx="4998">
                  <c:v>64.130775894106122</c:v>
                </c:pt>
                <c:pt idx="4999">
                  <c:v>66.058633302822656</c:v>
                </c:pt>
                <c:pt idx="5000">
                  <c:v>67.959366598148051</c:v>
                </c:pt>
                <c:pt idx="5001">
                  <c:v>65.443295691078134</c:v>
                </c:pt>
                <c:pt idx="5002">
                  <c:v>65.877898026200967</c:v>
                </c:pt>
                <c:pt idx="5003">
                  <c:v>61.966292060654631</c:v>
                </c:pt>
                <c:pt idx="5004">
                  <c:v>61.0952409011255</c:v>
                </c:pt>
                <c:pt idx="5005">
                  <c:v>63.403363918888331</c:v>
                </c:pt>
                <c:pt idx="5006">
                  <c:v>61.70086350033781</c:v>
                </c:pt>
                <c:pt idx="5007">
                  <c:v>59.043890432776145</c:v>
                </c:pt>
                <c:pt idx="5008">
                  <c:v>59.440563588335621</c:v>
                </c:pt>
                <c:pt idx="5009">
                  <c:v>66.438676746083161</c:v>
                </c:pt>
                <c:pt idx="5010">
                  <c:v>65.060498095359549</c:v>
                </c:pt>
                <c:pt idx="5011">
                  <c:v>60.16799692026563</c:v>
                </c:pt>
                <c:pt idx="5012">
                  <c:v>57.81716109886716</c:v>
                </c:pt>
                <c:pt idx="5013">
                  <c:v>65.909340580608344</c:v>
                </c:pt>
                <c:pt idx="5014">
                  <c:v>66.585548764896799</c:v>
                </c:pt>
                <c:pt idx="5015">
                  <c:v>61.099298461015508</c:v>
                </c:pt>
                <c:pt idx="5016">
                  <c:v>62.477197942013326</c:v>
                </c:pt>
                <c:pt idx="5017">
                  <c:v>57.883184129304468</c:v>
                </c:pt>
                <c:pt idx="5018">
                  <c:v>64.804707476554228</c:v>
                </c:pt>
                <c:pt idx="5019">
                  <c:v>63.183463416591152</c:v>
                </c:pt>
                <c:pt idx="5020">
                  <c:v>61.741924000286268</c:v>
                </c:pt>
                <c:pt idx="5021">
                  <c:v>54.63441312266837</c:v>
                </c:pt>
                <c:pt idx="5022">
                  <c:v>54.469325555206062</c:v>
                </c:pt>
                <c:pt idx="5023">
                  <c:v>60.791725171601755</c:v>
                </c:pt>
                <c:pt idx="5024">
                  <c:v>61.600981692424625</c:v>
                </c:pt>
                <c:pt idx="5025">
                  <c:v>58.992481364427057</c:v>
                </c:pt>
                <c:pt idx="5026">
                  <c:v>60.298584489350091</c:v>
                </c:pt>
                <c:pt idx="5027">
                  <c:v>61.247657944645724</c:v>
                </c:pt>
                <c:pt idx="5028">
                  <c:v>62.706124709669865</c:v>
                </c:pt>
                <c:pt idx="5029">
                  <c:v>63.810830239923476</c:v>
                </c:pt>
                <c:pt idx="5030">
                  <c:v>62.088253109784212</c:v>
                </c:pt>
                <c:pt idx="5031">
                  <c:v>64.545886800733669</c:v>
                </c:pt>
                <c:pt idx="5032">
                  <c:v>57.75750993346383</c:v>
                </c:pt>
                <c:pt idx="5033">
                  <c:v>56.261624692862334</c:v>
                </c:pt>
                <c:pt idx="5034">
                  <c:v>53.222895704667557</c:v>
                </c:pt>
                <c:pt idx="5035">
                  <c:v>60.6471152089144</c:v>
                </c:pt>
                <c:pt idx="5036">
                  <c:v>65.508066988778765</c:v>
                </c:pt>
                <c:pt idx="5037">
                  <c:v>61.367300940334957</c:v>
                </c:pt>
                <c:pt idx="5038">
                  <c:v>56.176296822257072</c:v>
                </c:pt>
                <c:pt idx="5039">
                  <c:v>50.149847157735756</c:v>
                </c:pt>
                <c:pt idx="5040">
                  <c:v>50.118436684033064</c:v>
                </c:pt>
                <c:pt idx="5041">
                  <c:v>48.716832656134486</c:v>
                </c:pt>
                <c:pt idx="5042">
                  <c:v>52.072263755448489</c:v>
                </c:pt>
                <c:pt idx="5043">
                  <c:v>54.945896735943947</c:v>
                </c:pt>
                <c:pt idx="5044">
                  <c:v>54.290757661457576</c:v>
                </c:pt>
                <c:pt idx="5045">
                  <c:v>45.526121858870752</c:v>
                </c:pt>
                <c:pt idx="5046">
                  <c:v>51.36176326414958</c:v>
                </c:pt>
                <c:pt idx="5047">
                  <c:v>54.995547695822005</c:v>
                </c:pt>
                <c:pt idx="5048">
                  <c:v>48.529935303976266</c:v>
                </c:pt>
                <c:pt idx="5049">
                  <c:v>49.152313648958192</c:v>
                </c:pt>
                <c:pt idx="5050">
                  <c:v>46.824515765153834</c:v>
                </c:pt>
                <c:pt idx="5051">
                  <c:v>45.293935949002872</c:v>
                </c:pt>
                <c:pt idx="5052">
                  <c:v>42.433309244291678</c:v>
                </c:pt>
                <c:pt idx="5053">
                  <c:v>45.978616890182984</c:v>
                </c:pt>
                <c:pt idx="5054">
                  <c:v>42.15270162959547</c:v>
                </c:pt>
                <c:pt idx="5055">
                  <c:v>37.19469324317852</c:v>
                </c:pt>
                <c:pt idx="5056">
                  <c:v>36.463457239051493</c:v>
                </c:pt>
                <c:pt idx="5057">
                  <c:v>31.360558394059332</c:v>
                </c:pt>
                <c:pt idx="5058">
                  <c:v>35.51699993637888</c:v>
                </c:pt>
                <c:pt idx="5059">
                  <c:v>34.844476916210375</c:v>
                </c:pt>
                <c:pt idx="5060">
                  <c:v>31.292588407557066</c:v>
                </c:pt>
                <c:pt idx="5061">
                  <c:v>29.851462008385628</c:v>
                </c:pt>
                <c:pt idx="5062">
                  <c:v>27.242748067389449</c:v>
                </c:pt>
                <c:pt idx="5063">
                  <c:v>22.606157725382467</c:v>
                </c:pt>
                <c:pt idx="5064">
                  <c:v>20.354138853043377</c:v>
                </c:pt>
                <c:pt idx="5065">
                  <c:v>20.817444060570601</c:v>
                </c:pt>
                <c:pt idx="5066">
                  <c:v>20.791385557391934</c:v>
                </c:pt>
                <c:pt idx="5067">
                  <c:v>19.837328289210451</c:v>
                </c:pt>
                <c:pt idx="5068">
                  <c:v>15.788193204207726</c:v>
                </c:pt>
                <c:pt idx="5069">
                  <c:v>16.033676405265915</c:v>
                </c:pt>
                <c:pt idx="5070">
                  <c:v>11.757764199431785</c:v>
                </c:pt>
                <c:pt idx="5071">
                  <c:v>10.601638336148387</c:v>
                </c:pt>
                <c:pt idx="5072">
                  <c:v>9.1034824804795438</c:v>
                </c:pt>
                <c:pt idx="5073">
                  <c:v>11.135785162660358</c:v>
                </c:pt>
                <c:pt idx="5074">
                  <c:v>9.4384131218056329</c:v>
                </c:pt>
                <c:pt idx="5075">
                  <c:v>10.05291614465912</c:v>
                </c:pt>
                <c:pt idx="5076">
                  <c:v>11.590696322556138</c:v>
                </c:pt>
                <c:pt idx="5077">
                  <c:v>11.401776293625694</c:v>
                </c:pt>
                <c:pt idx="5078">
                  <c:v>12.657999666474435</c:v>
                </c:pt>
                <c:pt idx="5079">
                  <c:v>15.761503372460744</c:v>
                </c:pt>
                <c:pt idx="5080">
                  <c:v>15.26322125699989</c:v>
                </c:pt>
                <c:pt idx="5081">
                  <c:v>13.793115782799644</c:v>
                </c:pt>
                <c:pt idx="5082">
                  <c:v>13.54090337212954</c:v>
                </c:pt>
                <c:pt idx="5083">
                  <c:v>13.072786668091439</c:v>
                </c:pt>
                <c:pt idx="5084">
                  <c:v>15.487210256016485</c:v>
                </c:pt>
                <c:pt idx="5085">
                  <c:v>14.501310036049075</c:v>
                </c:pt>
                <c:pt idx="5086">
                  <c:v>12.321681760267154</c:v>
                </c:pt>
                <c:pt idx="5087">
                  <c:v>11.436883606464171</c:v>
                </c:pt>
                <c:pt idx="5088">
                  <c:v>11.621131194015796</c:v>
                </c:pt>
                <c:pt idx="5089">
                  <c:v>12.047328726491626</c:v>
                </c:pt>
                <c:pt idx="5090">
                  <c:v>12.966382326489324</c:v>
                </c:pt>
                <c:pt idx="5091">
                  <c:v>15.467742873148291</c:v>
                </c:pt>
                <c:pt idx="5092">
                  <c:v>15.824963776934421</c:v>
                </c:pt>
                <c:pt idx="5093">
                  <c:v>13.580606144822251</c:v>
                </c:pt>
                <c:pt idx="5094">
                  <c:v>12.264305084416025</c:v>
                </c:pt>
                <c:pt idx="5095">
                  <c:v>11.945860325352317</c:v>
                </c:pt>
                <c:pt idx="5096">
                  <c:v>14.481552940181857</c:v>
                </c:pt>
                <c:pt idx="5097">
                  <c:v>15.753970155961092</c:v>
                </c:pt>
                <c:pt idx="5098">
                  <c:v>18.522319407402545</c:v>
                </c:pt>
                <c:pt idx="5099">
                  <c:v>17.788968475929462</c:v>
                </c:pt>
                <c:pt idx="5100">
                  <c:v>21.017675656248446</c:v>
                </c:pt>
                <c:pt idx="5101">
                  <c:v>30.467714911969601</c:v>
                </c:pt>
                <c:pt idx="5102">
                  <c:v>28.593247993381031</c:v>
                </c:pt>
                <c:pt idx="5103">
                  <c:v>27.189782267725686</c:v>
                </c:pt>
                <c:pt idx="5104">
                  <c:v>27.349981014422319</c:v>
                </c:pt>
                <c:pt idx="5105">
                  <c:v>25.93426976149054</c:v>
                </c:pt>
                <c:pt idx="5106">
                  <c:v>25.991665706397836</c:v>
                </c:pt>
                <c:pt idx="5107">
                  <c:v>25.321768803168741</c:v>
                </c:pt>
                <c:pt idx="5108">
                  <c:v>27.293120748539998</c:v>
                </c:pt>
                <c:pt idx="5109">
                  <c:v>30.703779536132167</c:v>
                </c:pt>
                <c:pt idx="5110">
                  <c:v>27.662632428954662</c:v>
                </c:pt>
                <c:pt idx="5111">
                  <c:v>25.144956601100418</c:v>
                </c:pt>
                <c:pt idx="5112">
                  <c:v>24.58203404422995</c:v>
                </c:pt>
                <c:pt idx="5113">
                  <c:v>29.143912460702794</c:v>
                </c:pt>
                <c:pt idx="5114">
                  <c:v>35.026323640898248</c:v>
                </c:pt>
                <c:pt idx="5115">
                  <c:v>35.113671069103582</c:v>
                </c:pt>
                <c:pt idx="5116">
                  <c:v>36.778189976576328</c:v>
                </c:pt>
                <c:pt idx="5117">
                  <c:v>34.934876427328945</c:v>
                </c:pt>
                <c:pt idx="5118">
                  <c:v>36.991695780610982</c:v>
                </c:pt>
                <c:pt idx="5119">
                  <c:v>35.643467850522079</c:v>
                </c:pt>
                <c:pt idx="5120">
                  <c:v>34.987591425957582</c:v>
                </c:pt>
                <c:pt idx="5121">
                  <c:v>33.876708937177511</c:v>
                </c:pt>
                <c:pt idx="5122">
                  <c:v>33.749334851252051</c:v>
                </c:pt>
                <c:pt idx="5123">
                  <c:v>34.92957707945969</c:v>
                </c:pt>
                <c:pt idx="5124">
                  <c:v>33.034393925097163</c:v>
                </c:pt>
                <c:pt idx="5125">
                  <c:v>31.491782877486248</c:v>
                </c:pt>
                <c:pt idx="5126">
                  <c:v>35.85708345300548</c:v>
                </c:pt>
                <c:pt idx="5127">
                  <c:v>33.409334459381931</c:v>
                </c:pt>
                <c:pt idx="5128">
                  <c:v>30.844347387002703</c:v>
                </c:pt>
                <c:pt idx="5129">
                  <c:v>33.535177987075144</c:v>
                </c:pt>
                <c:pt idx="5130">
                  <c:v>37.538086547511185</c:v>
                </c:pt>
                <c:pt idx="5131">
                  <c:v>35.126186187542359</c:v>
                </c:pt>
                <c:pt idx="5132">
                  <c:v>37.525283087925153</c:v>
                </c:pt>
                <c:pt idx="5133">
                  <c:v>36.715405709361413</c:v>
                </c:pt>
                <c:pt idx="5134">
                  <c:v>43.501071352596476</c:v>
                </c:pt>
                <c:pt idx="5135">
                  <c:v>39.986918576327703</c:v>
                </c:pt>
                <c:pt idx="5136">
                  <c:v>35.40443319410624</c:v>
                </c:pt>
                <c:pt idx="5137">
                  <c:v>32.010183382448538</c:v>
                </c:pt>
                <c:pt idx="5138">
                  <c:v>24.708300461136634</c:v>
                </c:pt>
                <c:pt idx="5139">
                  <c:v>32.499366262636073</c:v>
                </c:pt>
                <c:pt idx="5140">
                  <c:v>35.866572213963593</c:v>
                </c:pt>
                <c:pt idx="5141">
                  <c:v>34.983413870977166</c:v>
                </c:pt>
                <c:pt idx="5142">
                  <c:v>38.162472165481212</c:v>
                </c:pt>
                <c:pt idx="5143">
                  <c:v>42.67089627941894</c:v>
                </c:pt>
                <c:pt idx="5144">
                  <c:v>50.839389609545648</c:v>
                </c:pt>
                <c:pt idx="5145">
                  <c:v>52.824922480029841</c:v>
                </c:pt>
                <c:pt idx="5146">
                  <c:v>58.372977650910258</c:v>
                </c:pt>
                <c:pt idx="5147">
                  <c:v>56.751683688791545</c:v>
                </c:pt>
                <c:pt idx="5148">
                  <c:v>55.885406368799579</c:v>
                </c:pt>
                <c:pt idx="5149">
                  <c:v>57.302423178327764</c:v>
                </c:pt>
                <c:pt idx="5150">
                  <c:v>57.483896379632021</c:v>
                </c:pt>
                <c:pt idx="5151">
                  <c:v>55.791936836897911</c:v>
                </c:pt>
                <c:pt idx="5152">
                  <c:v>52.445534669081155</c:v>
                </c:pt>
                <c:pt idx="5153">
                  <c:v>52.137571443360372</c:v>
                </c:pt>
                <c:pt idx="5154">
                  <c:v>52.63906829699016</c:v>
                </c:pt>
                <c:pt idx="5155">
                  <c:v>54.110516173583811</c:v>
                </c:pt>
                <c:pt idx="5156">
                  <c:v>52.862427928327122</c:v>
                </c:pt>
                <c:pt idx="5157">
                  <c:v>55.462187818155861</c:v>
                </c:pt>
                <c:pt idx="5158">
                  <c:v>55.091855050723382</c:v>
                </c:pt>
                <c:pt idx="5159">
                  <c:v>53.482829807128276</c:v>
                </c:pt>
                <c:pt idx="5160">
                  <c:v>50.101733688920781</c:v>
                </c:pt>
                <c:pt idx="5161">
                  <c:v>46.200902783684114</c:v>
                </c:pt>
                <c:pt idx="5162">
                  <c:v>46.115328007791703</c:v>
                </c:pt>
                <c:pt idx="5163">
                  <c:v>45.46229886331566</c:v>
                </c:pt>
                <c:pt idx="5164">
                  <c:v>44.430814279996845</c:v>
                </c:pt>
                <c:pt idx="5165">
                  <c:v>41.160037424605548</c:v>
                </c:pt>
                <c:pt idx="5166">
                  <c:v>44.249384943510734</c:v>
                </c:pt>
                <c:pt idx="5167">
                  <c:v>42.767097379388431</c:v>
                </c:pt>
                <c:pt idx="5168">
                  <c:v>40.782246246722806</c:v>
                </c:pt>
                <c:pt idx="5169">
                  <c:v>43.101795079966145</c:v>
                </c:pt>
                <c:pt idx="5170">
                  <c:v>40.110902420479981</c:v>
                </c:pt>
                <c:pt idx="5171">
                  <c:v>38.34823754813798</c:v>
                </c:pt>
                <c:pt idx="5172">
                  <c:v>38.25741536602392</c:v>
                </c:pt>
                <c:pt idx="5173">
                  <c:v>41.184418007572695</c:v>
                </c:pt>
                <c:pt idx="5174">
                  <c:v>38.55336408422783</c:v>
                </c:pt>
                <c:pt idx="5175">
                  <c:v>37.99647294100032</c:v>
                </c:pt>
                <c:pt idx="5176">
                  <c:v>36.885691043673518</c:v>
                </c:pt>
                <c:pt idx="5177">
                  <c:v>37.317367608396744</c:v>
                </c:pt>
                <c:pt idx="5178">
                  <c:v>38.37706120188323</c:v>
                </c:pt>
                <c:pt idx="5179">
                  <c:v>41.518286985925549</c:v>
                </c:pt>
                <c:pt idx="5180">
                  <c:v>38.946033393915606</c:v>
                </c:pt>
                <c:pt idx="5181">
                  <c:v>40.891011388131879</c:v>
                </c:pt>
                <c:pt idx="5182">
                  <c:v>37.248831881179882</c:v>
                </c:pt>
                <c:pt idx="5183">
                  <c:v>37.625047743210139</c:v>
                </c:pt>
                <c:pt idx="5184">
                  <c:v>38.078546771861625</c:v>
                </c:pt>
                <c:pt idx="5185">
                  <c:v>43.89394492390884</c:v>
                </c:pt>
                <c:pt idx="5186">
                  <c:v>43.646890427137429</c:v>
                </c:pt>
                <c:pt idx="5187">
                  <c:v>46.336580653350595</c:v>
                </c:pt>
                <c:pt idx="5188">
                  <c:v>43.409282999269621</c:v>
                </c:pt>
                <c:pt idx="5189">
                  <c:v>39.976340448720556</c:v>
                </c:pt>
                <c:pt idx="5190">
                  <c:v>40.950630784943726</c:v>
                </c:pt>
                <c:pt idx="5191">
                  <c:v>39.576140216246777</c:v>
                </c:pt>
                <c:pt idx="5192">
                  <c:v>40.890631120649346</c:v>
                </c:pt>
                <c:pt idx="5193">
                  <c:v>41.581701004819479</c:v>
                </c:pt>
                <c:pt idx="5194">
                  <c:v>39.700621241891341</c:v>
                </c:pt>
                <c:pt idx="5195">
                  <c:v>41.002664043729453</c:v>
                </c:pt>
                <c:pt idx="5196">
                  <c:v>39.194256244629727</c:v>
                </c:pt>
                <c:pt idx="5197">
                  <c:v>37.499185282344683</c:v>
                </c:pt>
                <c:pt idx="5198">
                  <c:v>41.016408996459504</c:v>
                </c:pt>
                <c:pt idx="5199">
                  <c:v>37.75672416287118</c:v>
                </c:pt>
                <c:pt idx="5200">
                  <c:v>34.361359264467531</c:v>
                </c:pt>
                <c:pt idx="5201">
                  <c:v>32.665005644248659</c:v>
                </c:pt>
                <c:pt idx="5202">
                  <c:v>30.876191301944761</c:v>
                </c:pt>
                <c:pt idx="5203">
                  <c:v>29.549400516649175</c:v>
                </c:pt>
                <c:pt idx="5204">
                  <c:v>18.58703218484991</c:v>
                </c:pt>
                <c:pt idx="5205">
                  <c:v>21.37293890133369</c:v>
                </c:pt>
                <c:pt idx="5206">
                  <c:v>29.077957076923724</c:v>
                </c:pt>
                <c:pt idx="5207">
                  <c:v>36.340205676962455</c:v>
                </c:pt>
                <c:pt idx="5208">
                  <c:v>44.506908609680707</c:v>
                </c:pt>
                <c:pt idx="5209">
                  <c:v>38.599664627625451</c:v>
                </c:pt>
                <c:pt idx="5210">
                  <c:v>30.526947894616146</c:v>
                </c:pt>
                <c:pt idx="5211">
                  <c:v>31.30747461162543</c:v>
                </c:pt>
                <c:pt idx="5212">
                  <c:v>30.675446243294449</c:v>
                </c:pt>
                <c:pt idx="5213">
                  <c:v>33.091836218533054</c:v>
                </c:pt>
                <c:pt idx="5214">
                  <c:v>35.467907048681496</c:v>
                </c:pt>
                <c:pt idx="5215">
                  <c:v>30.02949650310747</c:v>
                </c:pt>
                <c:pt idx="5216">
                  <c:v>36.623376080877144</c:v>
                </c:pt>
                <c:pt idx="5217">
                  <c:v>37.800489071897452</c:v>
                </c:pt>
                <c:pt idx="5218">
                  <c:v>37.853661671178429</c:v>
                </c:pt>
                <c:pt idx="5219">
                  <c:v>39.783549502026496</c:v>
                </c:pt>
                <c:pt idx="5220">
                  <c:v>35.77862446192276</c:v>
                </c:pt>
                <c:pt idx="5221">
                  <c:v>36.358725603626695</c:v>
                </c:pt>
                <c:pt idx="5222">
                  <c:v>36.968329285967002</c:v>
                </c:pt>
                <c:pt idx="5223">
                  <c:v>36.658980509437761</c:v>
                </c:pt>
                <c:pt idx="5224">
                  <c:v>38.430996327544761</c:v>
                </c:pt>
                <c:pt idx="5225">
                  <c:v>40.213164299576597</c:v>
                </c:pt>
                <c:pt idx="5226">
                  <c:v>38.374023144346822</c:v>
                </c:pt>
                <c:pt idx="5227">
                  <c:v>35.797102888306199</c:v>
                </c:pt>
                <c:pt idx="5228">
                  <c:v>36.720921425163894</c:v>
                </c:pt>
                <c:pt idx="5229">
                  <c:v>39.650910151864345</c:v>
                </c:pt>
                <c:pt idx="5230">
                  <c:v>40.250386496708927</c:v>
                </c:pt>
                <c:pt idx="5231">
                  <c:v>43.543995759835894</c:v>
                </c:pt>
                <c:pt idx="5232">
                  <c:v>45.974638726280112</c:v>
                </c:pt>
                <c:pt idx="5233">
                  <c:v>47.468841235038497</c:v>
                </c:pt>
                <c:pt idx="5234">
                  <c:v>48.437211109500467</c:v>
                </c:pt>
                <c:pt idx="5235">
                  <c:v>50.860632240899719</c:v>
                </c:pt>
                <c:pt idx="5236">
                  <c:v>51.686284535946783</c:v>
                </c:pt>
                <c:pt idx="5237">
                  <c:v>54.403658765013553</c:v>
                </c:pt>
                <c:pt idx="5238">
                  <c:v>52.528963332163208</c:v>
                </c:pt>
                <c:pt idx="5239">
                  <c:v>50.441021695543647</c:v>
                </c:pt>
                <c:pt idx="5240">
                  <c:v>48.82488785349819</c:v>
                </c:pt>
                <c:pt idx="5241">
                  <c:v>53.719222554612401</c:v>
                </c:pt>
                <c:pt idx="5242">
                  <c:v>54.738625021708764</c:v>
                </c:pt>
                <c:pt idx="5243">
                  <c:v>58.457408682951858</c:v>
                </c:pt>
                <c:pt idx="5244">
                  <c:v>62.923037877389675</c:v>
                </c:pt>
                <c:pt idx="5245">
                  <c:v>65.297193091578592</c:v>
                </c:pt>
                <c:pt idx="5246">
                  <c:v>64.505230119074014</c:v>
                </c:pt>
                <c:pt idx="5247">
                  <c:v>70.130746945481008</c:v>
                </c:pt>
                <c:pt idx="5248">
                  <c:v>67.535149882607939</c:v>
                </c:pt>
                <c:pt idx="5249">
                  <c:v>63.851288932840141</c:v>
                </c:pt>
                <c:pt idx="5250">
                  <c:v>59.240382373755509</c:v>
                </c:pt>
                <c:pt idx="5251">
                  <c:v>62.47851572537531</c:v>
                </c:pt>
                <c:pt idx="5252">
                  <c:v>61.502769078865221</c:v>
                </c:pt>
                <c:pt idx="5253">
                  <c:v>62.784494776526103</c:v>
                </c:pt>
                <c:pt idx="5254">
                  <c:v>74.145911273498996</c:v>
                </c:pt>
                <c:pt idx="5255">
                  <c:v>70.832419196297437</c:v>
                </c:pt>
                <c:pt idx="5256">
                  <c:v>76.041435524410701</c:v>
                </c:pt>
                <c:pt idx="5257">
                  <c:v>72.270513478440535</c:v>
                </c:pt>
                <c:pt idx="5258">
                  <c:v>73.992428667557078</c:v>
                </c:pt>
                <c:pt idx="5259">
                  <c:v>72.282725652298112</c:v>
                </c:pt>
                <c:pt idx="5260">
                  <c:v>75.960372019976802</c:v>
                </c:pt>
                <c:pt idx="5261">
                  <c:v>75.569686079344777</c:v>
                </c:pt>
                <c:pt idx="5262">
                  <c:v>76.353652469537451</c:v>
                </c:pt>
                <c:pt idx="5263">
                  <c:v>77.111273973052377</c:v>
                </c:pt>
                <c:pt idx="5264">
                  <c:v>86.187172741416845</c:v>
                </c:pt>
                <c:pt idx="5265">
                  <c:v>90.60362358151076</c:v>
                </c:pt>
                <c:pt idx="5266">
                  <c:v>91.713305531090896</c:v>
                </c:pt>
                <c:pt idx="5267">
                  <c:v>95.484144494563012</c:v>
                </c:pt>
                <c:pt idx="5268">
                  <c:v>98.413484803037605</c:v>
                </c:pt>
                <c:pt idx="5269">
                  <c:v>99.201817489999144</c:v>
                </c:pt>
                <c:pt idx="5270">
                  <c:v>97.362495097039542</c:v>
                </c:pt>
                <c:pt idx="5271">
                  <c:v>96.948455335984619</c:v>
                </c:pt>
                <c:pt idx="5272">
                  <c:v>98.031232929749265</c:v>
                </c:pt>
                <c:pt idx="5273">
                  <c:v>100.86056233089694</c:v>
                </c:pt>
                <c:pt idx="5274">
                  <c:v>104.72622043283695</c:v>
                </c:pt>
                <c:pt idx="5275">
                  <c:v>106.61539981225016</c:v>
                </c:pt>
                <c:pt idx="5276">
                  <c:v>110.55251209990554</c:v>
                </c:pt>
                <c:pt idx="5277">
                  <c:v>113.92354512628138</c:v>
                </c:pt>
                <c:pt idx="5278">
                  <c:v>114.82344886139626</c:v>
                </c:pt>
                <c:pt idx="5279">
                  <c:v>115.06698477890363</c:v>
                </c:pt>
                <c:pt idx="5280">
                  <c:v>117.80795797934306</c:v>
                </c:pt>
                <c:pt idx="5281">
                  <c:v>123.95202371207925</c:v>
                </c:pt>
                <c:pt idx="5282">
                  <c:v>136.92134298382052</c:v>
                </c:pt>
                <c:pt idx="5283">
                  <c:v>135.08923894893857</c:v>
                </c:pt>
                <c:pt idx="5284">
                  <c:v>135.82798673237451</c:v>
                </c:pt>
                <c:pt idx="5285">
                  <c:v>136.70338233430957</c:v>
                </c:pt>
                <c:pt idx="5286">
                  <c:v>140.76786875416963</c:v>
                </c:pt>
                <c:pt idx="5287">
                  <c:v>144.05985660012738</c:v>
                </c:pt>
                <c:pt idx="5288">
                  <c:v>147.29373691474015</c:v>
                </c:pt>
                <c:pt idx="5289">
                  <c:v>153.64801580287633</c:v>
                </c:pt>
                <c:pt idx="5290">
                  <c:v>154.62142424630989</c:v>
                </c:pt>
                <c:pt idx="5291">
                  <c:v>166.3548657658236</c:v>
                </c:pt>
                <c:pt idx="5292">
                  <c:v>167.35924516386675</c:v>
                </c:pt>
                <c:pt idx="5293">
                  <c:v>166.5068760012162</c:v>
                </c:pt>
                <c:pt idx="5294">
                  <c:v>172.1317339444135</c:v>
                </c:pt>
                <c:pt idx="5295">
                  <c:v>172.23003063006854</c:v>
                </c:pt>
                <c:pt idx="5296">
                  <c:v>170.23882818183631</c:v>
                </c:pt>
                <c:pt idx="5297">
                  <c:v>172.42673854689608</c:v>
                </c:pt>
                <c:pt idx="5298">
                  <c:v>176.89510198118569</c:v>
                </c:pt>
                <c:pt idx="5299">
                  <c:v>178.03221183465382</c:v>
                </c:pt>
                <c:pt idx="5300">
                  <c:v>177.86885662581403</c:v>
                </c:pt>
                <c:pt idx="5301">
                  <c:v>177.38302357667632</c:v>
                </c:pt>
                <c:pt idx="5302">
                  <c:v>178.75659196522949</c:v>
                </c:pt>
                <c:pt idx="5303">
                  <c:v>182.25393330339625</c:v>
                </c:pt>
                <c:pt idx="5304">
                  <c:v>184.91949756737915</c:v>
                </c:pt>
                <c:pt idx="5305">
                  <c:v>186.83747921832065</c:v>
                </c:pt>
                <c:pt idx="5306">
                  <c:v>188.563662704168</c:v>
                </c:pt>
                <c:pt idx="5307">
                  <c:v>191.56335988963789</c:v>
                </c:pt>
                <c:pt idx="5308">
                  <c:v>189.33596689483591</c:v>
                </c:pt>
                <c:pt idx="5309">
                  <c:v>188.04223617997783</c:v>
                </c:pt>
                <c:pt idx="5310">
                  <c:v>191.63781286999225</c:v>
                </c:pt>
                <c:pt idx="5311">
                  <c:v>188.95173005063265</c:v>
                </c:pt>
                <c:pt idx="5312">
                  <c:v>189.12499695885569</c:v>
                </c:pt>
                <c:pt idx="5313">
                  <c:v>195.45429505986971</c:v>
                </c:pt>
                <c:pt idx="5314">
                  <c:v>198.44293684029654</c:v>
                </c:pt>
                <c:pt idx="5315">
                  <c:v>199.1046986154206</c:v>
                </c:pt>
                <c:pt idx="5316">
                  <c:v>201.34062090087465</c:v>
                </c:pt>
                <c:pt idx="5317">
                  <c:v>200.31842955700799</c:v>
                </c:pt>
                <c:pt idx="5318">
                  <c:v>193.79398529777248</c:v>
                </c:pt>
                <c:pt idx="5319">
                  <c:v>194.20069889691226</c:v>
                </c:pt>
                <c:pt idx="5320">
                  <c:v>188.93479834640803</c:v>
                </c:pt>
                <c:pt idx="5321">
                  <c:v>184.23350059204023</c:v>
                </c:pt>
                <c:pt idx="5322">
                  <c:v>180.99499015165622</c:v>
                </c:pt>
                <c:pt idx="5323">
                  <c:v>175.22748569490903</c:v>
                </c:pt>
                <c:pt idx="5324">
                  <c:v>166.08707593270972</c:v>
                </c:pt>
                <c:pt idx="5325">
                  <c:v>166.23837282830416</c:v>
                </c:pt>
                <c:pt idx="5326">
                  <c:v>156.68400737691252</c:v>
                </c:pt>
                <c:pt idx="5327">
                  <c:v>154.22358887353525</c:v>
                </c:pt>
                <c:pt idx="5328">
                  <c:v>153.37646649635064</c:v>
                </c:pt>
                <c:pt idx="5329">
                  <c:v>143.52571854372252</c:v>
                </c:pt>
                <c:pt idx="5330">
                  <c:v>137.0381750240393</c:v>
                </c:pt>
                <c:pt idx="5331">
                  <c:v>132.13115994790112</c:v>
                </c:pt>
                <c:pt idx="5332">
                  <c:v>130.53586287247751</c:v>
                </c:pt>
                <c:pt idx="5333">
                  <c:v>129.02808327389536</c:v>
                </c:pt>
                <c:pt idx="5334">
                  <c:v>123.19474677794476</c:v>
                </c:pt>
                <c:pt idx="5335">
                  <c:v>121.11092078509289</c:v>
                </c:pt>
                <c:pt idx="5336">
                  <c:v>121.1584802227793</c:v>
                </c:pt>
                <c:pt idx="5337">
                  <c:v>109.97463370199006</c:v>
                </c:pt>
                <c:pt idx="5338">
                  <c:v>109.64629309085976</c:v>
                </c:pt>
                <c:pt idx="5339">
                  <c:v>110.74226744269178</c:v>
                </c:pt>
                <c:pt idx="5340">
                  <c:v>107.74890005446291</c:v>
                </c:pt>
                <c:pt idx="5341">
                  <c:v>101.40295922724775</c:v>
                </c:pt>
                <c:pt idx="5342">
                  <c:v>94.650147456590432</c:v>
                </c:pt>
                <c:pt idx="5343">
                  <c:v>90.36101872531448</c:v>
                </c:pt>
                <c:pt idx="5344">
                  <c:v>89.73592436395576</c:v>
                </c:pt>
                <c:pt idx="5345">
                  <c:v>94.947664390319886</c:v>
                </c:pt>
                <c:pt idx="5346">
                  <c:v>90.017465311318901</c:v>
                </c:pt>
                <c:pt idx="5347">
                  <c:v>84.524677883343855</c:v>
                </c:pt>
                <c:pt idx="5348">
                  <c:v>78.238570196441202</c:v>
                </c:pt>
                <c:pt idx="5349">
                  <c:v>72.139926336089601</c:v>
                </c:pt>
                <c:pt idx="5350">
                  <c:v>68.114720039592484</c:v>
                </c:pt>
                <c:pt idx="5351">
                  <c:v>65.583113788378043</c:v>
                </c:pt>
                <c:pt idx="5352">
                  <c:v>64.936517928677276</c:v>
                </c:pt>
                <c:pt idx="5353">
                  <c:v>65.031255433931378</c:v>
                </c:pt>
                <c:pt idx="5354">
                  <c:v>60.694489991969981</c:v>
                </c:pt>
                <c:pt idx="5355">
                  <c:v>57.345613502570401</c:v>
                </c:pt>
                <c:pt idx="5356">
                  <c:v>56.338471813748299</c:v>
                </c:pt>
                <c:pt idx="5357">
                  <c:v>51.436575645795642</c:v>
                </c:pt>
                <c:pt idx="5358">
                  <c:v>50.572783833960969</c:v>
                </c:pt>
                <c:pt idx="5359">
                  <c:v>50.051004728587465</c:v>
                </c:pt>
                <c:pt idx="5360">
                  <c:v>43.589351134641532</c:v>
                </c:pt>
                <c:pt idx="5361">
                  <c:v>37.020301527248215</c:v>
                </c:pt>
                <c:pt idx="5362">
                  <c:v>33.736227844878627</c:v>
                </c:pt>
                <c:pt idx="5363">
                  <c:v>32.861324153222327</c:v>
                </c:pt>
                <c:pt idx="5364">
                  <c:v>30.219178662622781</c:v>
                </c:pt>
                <c:pt idx="5365">
                  <c:v>28.289434928801182</c:v>
                </c:pt>
                <c:pt idx="5366">
                  <c:v>31.310793925947813</c:v>
                </c:pt>
                <c:pt idx="5367">
                  <c:v>28.536067014935355</c:v>
                </c:pt>
                <c:pt idx="5368">
                  <c:v>21.682703711143169</c:v>
                </c:pt>
                <c:pt idx="5369">
                  <c:v>14.60161313161295</c:v>
                </c:pt>
                <c:pt idx="5370">
                  <c:v>6.648667896849255</c:v>
                </c:pt>
                <c:pt idx="5371">
                  <c:v>-1.231028575009451</c:v>
                </c:pt>
                <c:pt idx="5372">
                  <c:v>-6.9981570613528365</c:v>
                </c:pt>
                <c:pt idx="5373">
                  <c:v>-8.4832791108488426</c:v>
                </c:pt>
                <c:pt idx="5374">
                  <c:v>-9.7437772824447073</c:v>
                </c:pt>
                <c:pt idx="5375">
                  <c:v>-15.621580013077828</c:v>
                </c:pt>
                <c:pt idx="5376">
                  <c:v>-23.163354898945919</c:v>
                </c:pt>
                <c:pt idx="5377">
                  <c:v>-26.259281959799669</c:v>
                </c:pt>
                <c:pt idx="5378">
                  <c:v>-29.230828311730463</c:v>
                </c:pt>
                <c:pt idx="5379">
                  <c:v>-34.175542882879455</c:v>
                </c:pt>
                <c:pt idx="5380">
                  <c:v>-36.48359335366608</c:v>
                </c:pt>
                <c:pt idx="5381">
                  <c:v>-37.165607849635073</c:v>
                </c:pt>
                <c:pt idx="5382">
                  <c:v>-36.308062373388537</c:v>
                </c:pt>
                <c:pt idx="5383">
                  <c:v>-45.79426045440519</c:v>
                </c:pt>
                <c:pt idx="5384">
                  <c:v>-51.807055589440068</c:v>
                </c:pt>
                <c:pt idx="5385">
                  <c:v>-57.486699511161262</c:v>
                </c:pt>
                <c:pt idx="5386">
                  <c:v>-60.413744782155057</c:v>
                </c:pt>
                <c:pt idx="5387">
                  <c:v>-66.091694303836647</c:v>
                </c:pt>
                <c:pt idx="5388">
                  <c:v>-72.215251469209178</c:v>
                </c:pt>
                <c:pt idx="5389">
                  <c:v>-72.045410194800411</c:v>
                </c:pt>
                <c:pt idx="5390">
                  <c:v>-74.277266281212704</c:v>
                </c:pt>
                <c:pt idx="5391">
                  <c:v>-73.299774419408124</c:v>
                </c:pt>
                <c:pt idx="5392">
                  <c:v>-69.074973597201392</c:v>
                </c:pt>
                <c:pt idx="5393">
                  <c:v>-76.677082156087849</c:v>
                </c:pt>
                <c:pt idx="5394">
                  <c:v>-81.759314623591564</c:v>
                </c:pt>
                <c:pt idx="5395">
                  <c:v>-87.197285452178008</c:v>
                </c:pt>
                <c:pt idx="5396">
                  <c:v>-90.632515272987206</c:v>
                </c:pt>
                <c:pt idx="5397">
                  <c:v>-93.453321384752485</c:v>
                </c:pt>
                <c:pt idx="5398">
                  <c:v>-98.342315933640151</c:v>
                </c:pt>
                <c:pt idx="5399">
                  <c:v>-102.96318464325584</c:v>
                </c:pt>
                <c:pt idx="5400">
                  <c:v>-109.53528110875527</c:v>
                </c:pt>
                <c:pt idx="5401">
                  <c:v>-110.03673251161464</c:v>
                </c:pt>
                <c:pt idx="5402">
                  <c:v>-114.87581388441218</c:v>
                </c:pt>
                <c:pt idx="5403">
                  <c:v>-117.50682337395587</c:v>
                </c:pt>
                <c:pt idx="5404">
                  <c:v>-119.02653590094098</c:v>
                </c:pt>
                <c:pt idx="5405">
                  <c:v>-120.9408103681176</c:v>
                </c:pt>
                <c:pt idx="5406">
                  <c:v>-124.39752969696934</c:v>
                </c:pt>
                <c:pt idx="5407">
                  <c:v>-126.69848746482772</c:v>
                </c:pt>
                <c:pt idx="5408">
                  <c:v>-130.11427575263085</c:v>
                </c:pt>
                <c:pt idx="5409">
                  <c:v>-132.35881337034536</c:v>
                </c:pt>
                <c:pt idx="5410">
                  <c:v>-135.22335484512323</c:v>
                </c:pt>
                <c:pt idx="5411">
                  <c:v>-137.46136959693189</c:v>
                </c:pt>
                <c:pt idx="5412">
                  <c:v>-140.1132612737851</c:v>
                </c:pt>
                <c:pt idx="5413">
                  <c:v>-140.59305813439798</c:v>
                </c:pt>
                <c:pt idx="5414">
                  <c:v>-144.44490470500779</c:v>
                </c:pt>
                <c:pt idx="5415">
                  <c:v>-148.49705510708262</c:v>
                </c:pt>
                <c:pt idx="5416">
                  <c:v>-151.72756166288917</c:v>
                </c:pt>
                <c:pt idx="5417">
                  <c:v>-154.70260308814946</c:v>
                </c:pt>
                <c:pt idx="5418">
                  <c:v>-159.26343735104311</c:v>
                </c:pt>
                <c:pt idx="5419">
                  <c:v>-157.73064089318473</c:v>
                </c:pt>
                <c:pt idx="5420">
                  <c:v>-149.84976077747208</c:v>
                </c:pt>
                <c:pt idx="5421">
                  <c:v>-153.72196256242148</c:v>
                </c:pt>
                <c:pt idx="5422">
                  <c:v>-153.53335015831044</c:v>
                </c:pt>
                <c:pt idx="5423">
                  <c:v>-154.11147675169758</c:v>
                </c:pt>
                <c:pt idx="5424">
                  <c:v>-153.99340323013013</c:v>
                </c:pt>
                <c:pt idx="5425">
                  <c:v>-156.64927982057881</c:v>
                </c:pt>
                <c:pt idx="5426">
                  <c:v>-161.52233803556351</c:v>
                </c:pt>
                <c:pt idx="5427">
                  <c:v>-165.04491931180826</c:v>
                </c:pt>
                <c:pt idx="5428">
                  <c:v>-160.62407212914763</c:v>
                </c:pt>
                <c:pt idx="5429">
                  <c:v>-160.74339086088116</c:v>
                </c:pt>
                <c:pt idx="5430">
                  <c:v>-161.19886273672194</c:v>
                </c:pt>
                <c:pt idx="5431">
                  <c:v>-163.10450774140983</c:v>
                </c:pt>
                <c:pt idx="5432">
                  <c:v>-167.00110804771165</c:v>
                </c:pt>
                <c:pt idx="5433">
                  <c:v>-168.96461890458019</c:v>
                </c:pt>
                <c:pt idx="5434">
                  <c:v>-172.55102401492405</c:v>
                </c:pt>
                <c:pt idx="5435">
                  <c:v>-174.70410643497075</c:v>
                </c:pt>
                <c:pt idx="5436">
                  <c:v>-177.59019268448418</c:v>
                </c:pt>
                <c:pt idx="5437">
                  <c:v>-180.93015398329666</c:v>
                </c:pt>
                <c:pt idx="5438">
                  <c:v>-182.8732625560605</c:v>
                </c:pt>
                <c:pt idx="5439">
                  <c:v>-179.87158918658835</c:v>
                </c:pt>
                <c:pt idx="5440">
                  <c:v>-178.61965614209052</c:v>
                </c:pt>
                <c:pt idx="5441">
                  <c:v>-179.40409848437136</c:v>
                </c:pt>
                <c:pt idx="5442">
                  <c:v>-181.31079228153652</c:v>
                </c:pt>
                <c:pt idx="5443">
                  <c:v>-183.78504726386447</c:v>
                </c:pt>
                <c:pt idx="5444">
                  <c:v>-187.66420615632663</c:v>
                </c:pt>
                <c:pt idx="5445">
                  <c:v>-187.37006386245338</c:v>
                </c:pt>
                <c:pt idx="5446">
                  <c:v>-186.65411423744916</c:v>
                </c:pt>
                <c:pt idx="5447">
                  <c:v>-188.59403702418587</c:v>
                </c:pt>
                <c:pt idx="5448">
                  <c:v>-188.46444828563449</c:v>
                </c:pt>
                <c:pt idx="5449">
                  <c:v>-189.57811462175465</c:v>
                </c:pt>
                <c:pt idx="5450">
                  <c:v>-187.71805782701028</c:v>
                </c:pt>
                <c:pt idx="5451">
                  <c:v>-187.18868619238037</c:v>
                </c:pt>
                <c:pt idx="5452">
                  <c:v>-186.65562239907484</c:v>
                </c:pt>
                <c:pt idx="5453">
                  <c:v>-184.03626335263968</c:v>
                </c:pt>
                <c:pt idx="5454">
                  <c:v>-185.17417972466191</c:v>
                </c:pt>
                <c:pt idx="5455">
                  <c:v>-189.16326251233113</c:v>
                </c:pt>
                <c:pt idx="5456">
                  <c:v>-191.55505571607193</c:v>
                </c:pt>
                <c:pt idx="5457">
                  <c:v>-193.05461600162613</c:v>
                </c:pt>
                <c:pt idx="5458">
                  <c:v>-195.65776768568003</c:v>
                </c:pt>
                <c:pt idx="5459">
                  <c:v>-194.00314330116163</c:v>
                </c:pt>
                <c:pt idx="5460">
                  <c:v>-199.20510879242929</c:v>
                </c:pt>
                <c:pt idx="5461">
                  <c:v>-193.09565392953766</c:v>
                </c:pt>
                <c:pt idx="5462">
                  <c:v>-197.5961737516721</c:v>
                </c:pt>
                <c:pt idx="5463">
                  <c:v>-199.3479365445811</c:v>
                </c:pt>
                <c:pt idx="5464">
                  <c:v>-204.54438739131089</c:v>
                </c:pt>
                <c:pt idx="5465">
                  <c:v>-208.41864554285979</c:v>
                </c:pt>
                <c:pt idx="5466">
                  <c:v>-209.63596923860712</c:v>
                </c:pt>
                <c:pt idx="5467">
                  <c:v>-211.3233845276921</c:v>
                </c:pt>
                <c:pt idx="5468">
                  <c:v>-209.58691662380261</c:v>
                </c:pt>
                <c:pt idx="5469">
                  <c:v>-206.67892854188605</c:v>
                </c:pt>
                <c:pt idx="5470">
                  <c:v>-207.45236695104805</c:v>
                </c:pt>
                <c:pt idx="5471">
                  <c:v>-211.83837475713125</c:v>
                </c:pt>
                <c:pt idx="5472">
                  <c:v>-210.88333262579792</c:v>
                </c:pt>
                <c:pt idx="5473">
                  <c:v>-210.36682342127833</c:v>
                </c:pt>
                <c:pt idx="5474">
                  <c:v>-214.26666249008221</c:v>
                </c:pt>
                <c:pt idx="5475">
                  <c:v>-217.18565513877252</c:v>
                </c:pt>
                <c:pt idx="5476">
                  <c:v>-217.10439121022168</c:v>
                </c:pt>
                <c:pt idx="5477">
                  <c:v>-219.8433229521487</c:v>
                </c:pt>
                <c:pt idx="5478">
                  <c:v>-223.71059818304383</c:v>
                </c:pt>
                <c:pt idx="5479">
                  <c:v>-224.48051688214855</c:v>
                </c:pt>
                <c:pt idx="5480">
                  <c:v>-226.29852650905099</c:v>
                </c:pt>
                <c:pt idx="5481">
                  <c:v>-226.8979118311793</c:v>
                </c:pt>
                <c:pt idx="5482">
                  <c:v>-226.99041911728938</c:v>
                </c:pt>
                <c:pt idx="5483">
                  <c:v>-224.67398993645065</c:v>
                </c:pt>
                <c:pt idx="5484">
                  <c:v>-221.0804874408505</c:v>
                </c:pt>
                <c:pt idx="5485">
                  <c:v>-220.50413395690947</c:v>
                </c:pt>
                <c:pt idx="5486">
                  <c:v>-222.18068551233321</c:v>
                </c:pt>
                <c:pt idx="5487">
                  <c:v>-226.29703122099218</c:v>
                </c:pt>
                <c:pt idx="5488">
                  <c:v>-228.58092875277586</c:v>
                </c:pt>
                <c:pt idx="5489">
                  <c:v>-232.08304721362529</c:v>
                </c:pt>
                <c:pt idx="5490">
                  <c:v>-232.58304317578404</c:v>
                </c:pt>
                <c:pt idx="5491">
                  <c:v>-233.08902726579456</c:v>
                </c:pt>
                <c:pt idx="5492">
                  <c:v>-231.17973602626842</c:v>
                </c:pt>
                <c:pt idx="5493">
                  <c:v>-234.08635765847526</c:v>
                </c:pt>
                <c:pt idx="5494">
                  <c:v>-236.39202823468713</c:v>
                </c:pt>
                <c:pt idx="5495">
                  <c:v>-236.41259107419333</c:v>
                </c:pt>
                <c:pt idx="5496">
                  <c:v>-234.1149766616856</c:v>
                </c:pt>
                <c:pt idx="5497">
                  <c:v>-230.39732600980108</c:v>
                </c:pt>
                <c:pt idx="5498">
                  <c:v>-228.84212557329937</c:v>
                </c:pt>
                <c:pt idx="5499">
                  <c:v>-231.21545781547715</c:v>
                </c:pt>
                <c:pt idx="5500">
                  <c:v>-230.28117370896894</c:v>
                </c:pt>
                <c:pt idx="5501">
                  <c:v>-232.42322327928275</c:v>
                </c:pt>
                <c:pt idx="5502">
                  <c:v>-233.42977888551118</c:v>
                </c:pt>
                <c:pt idx="5503">
                  <c:v>-233.4357592051818</c:v>
                </c:pt>
                <c:pt idx="5504">
                  <c:v>-232.91385133904953</c:v>
                </c:pt>
                <c:pt idx="5505">
                  <c:v>-232.42596461576557</c:v>
                </c:pt>
                <c:pt idx="5506">
                  <c:v>-231.55746767289543</c:v>
                </c:pt>
                <c:pt idx="5507">
                  <c:v>-229.88625307008428</c:v>
                </c:pt>
                <c:pt idx="5508">
                  <c:v>-229.91603105480846</c:v>
                </c:pt>
                <c:pt idx="5509">
                  <c:v>-226.55781455636063</c:v>
                </c:pt>
                <c:pt idx="5510">
                  <c:v>-226.65620583522056</c:v>
                </c:pt>
                <c:pt idx="5511">
                  <c:v>-225.19191285705833</c:v>
                </c:pt>
                <c:pt idx="5512">
                  <c:v>-226.1008549265126</c:v>
                </c:pt>
                <c:pt idx="5513">
                  <c:v>-228.28112712866556</c:v>
                </c:pt>
                <c:pt idx="5514">
                  <c:v>-227.00357190361592</c:v>
                </c:pt>
                <c:pt idx="5515">
                  <c:v>-227.17184016132384</c:v>
                </c:pt>
                <c:pt idx="5516">
                  <c:v>-228.65931606634456</c:v>
                </c:pt>
                <c:pt idx="5517">
                  <c:v>-231.1789881289275</c:v>
                </c:pt>
                <c:pt idx="5518">
                  <c:v>-231.39744867092165</c:v>
                </c:pt>
                <c:pt idx="5519">
                  <c:v>-230.25102900837729</c:v>
                </c:pt>
                <c:pt idx="5520">
                  <c:v>-225.93257580873285</c:v>
                </c:pt>
                <c:pt idx="5521">
                  <c:v>-220.41330120173717</c:v>
                </c:pt>
                <c:pt idx="5522">
                  <c:v>-222.46255114987684</c:v>
                </c:pt>
                <c:pt idx="5523">
                  <c:v>-223.45743913520135</c:v>
                </c:pt>
                <c:pt idx="5524">
                  <c:v>-223.58331617086353</c:v>
                </c:pt>
                <c:pt idx="5525">
                  <c:v>-224.92143972772769</c:v>
                </c:pt>
                <c:pt idx="5526">
                  <c:v>-227.47711014057003</c:v>
                </c:pt>
                <c:pt idx="5527">
                  <c:v>-230.15238194504485</c:v>
                </c:pt>
                <c:pt idx="5528">
                  <c:v>-230.02679611524675</c:v>
                </c:pt>
                <c:pt idx="5529">
                  <c:v>-229.34654711395348</c:v>
                </c:pt>
                <c:pt idx="5530">
                  <c:v>-227.30124684757203</c:v>
                </c:pt>
                <c:pt idx="5531">
                  <c:v>-229.12965320020214</c:v>
                </c:pt>
                <c:pt idx="5532">
                  <c:v>-228.50623154163031</c:v>
                </c:pt>
                <c:pt idx="5533">
                  <c:v>-225.86265946790988</c:v>
                </c:pt>
                <c:pt idx="5534">
                  <c:v>-232.83580564945811</c:v>
                </c:pt>
                <c:pt idx="5535">
                  <c:v>-226.94972379502983</c:v>
                </c:pt>
                <c:pt idx="5536">
                  <c:v>-230.39910509671404</c:v>
                </c:pt>
                <c:pt idx="5537">
                  <c:v>-232.61633791906715</c:v>
                </c:pt>
                <c:pt idx="5538">
                  <c:v>-232.36187046205293</c:v>
                </c:pt>
                <c:pt idx="5539">
                  <c:v>-228.73387299340365</c:v>
                </c:pt>
                <c:pt idx="5540">
                  <c:v>-229.03614207851462</c:v>
                </c:pt>
                <c:pt idx="5541">
                  <c:v>-229.29134144869715</c:v>
                </c:pt>
                <c:pt idx="5542">
                  <c:v>-228.40113223772585</c:v>
                </c:pt>
                <c:pt idx="5543">
                  <c:v>-230.41959940072655</c:v>
                </c:pt>
                <c:pt idx="5544">
                  <c:v>-232.3672855059466</c:v>
                </c:pt>
                <c:pt idx="5545">
                  <c:v>-234.69231693862426</c:v>
                </c:pt>
                <c:pt idx="5546">
                  <c:v>-233.08547738613615</c:v>
                </c:pt>
                <c:pt idx="5547">
                  <c:v>-234.88036788155023</c:v>
                </c:pt>
                <c:pt idx="5548">
                  <c:v>-235.6933275188199</c:v>
                </c:pt>
                <c:pt idx="5549">
                  <c:v>-236.47523579103662</c:v>
                </c:pt>
                <c:pt idx="5550">
                  <c:v>-234.05737771907087</c:v>
                </c:pt>
                <c:pt idx="5551">
                  <c:v>-234.8031182394831</c:v>
                </c:pt>
                <c:pt idx="5552">
                  <c:v>-232.41074360802918</c:v>
                </c:pt>
                <c:pt idx="5553">
                  <c:v>-232.19790437364668</c:v>
                </c:pt>
                <c:pt idx="5554">
                  <c:v>-230.56058819889583</c:v>
                </c:pt>
                <c:pt idx="5555">
                  <c:v>-231.69585855895986</c:v>
                </c:pt>
                <c:pt idx="5556">
                  <c:v>-230.43064947953317</c:v>
                </c:pt>
                <c:pt idx="5557">
                  <c:v>-229.97292226818524</c:v>
                </c:pt>
                <c:pt idx="5558">
                  <c:v>-232.68993638342613</c:v>
                </c:pt>
                <c:pt idx="5559">
                  <c:v>-231.34239340123344</c:v>
                </c:pt>
                <c:pt idx="5560">
                  <c:v>-229.21100767559</c:v>
                </c:pt>
                <c:pt idx="5561">
                  <c:v>-228.9397252261831</c:v>
                </c:pt>
                <c:pt idx="5562">
                  <c:v>-228.74928944757329</c:v>
                </c:pt>
                <c:pt idx="5563">
                  <c:v>-228.31185419254075</c:v>
                </c:pt>
                <c:pt idx="5564">
                  <c:v>-230.06622221914577</c:v>
                </c:pt>
                <c:pt idx="5565">
                  <c:v>-230.01619244374081</c:v>
                </c:pt>
                <c:pt idx="5566">
                  <c:v>-233.01702053685824</c:v>
                </c:pt>
                <c:pt idx="5567">
                  <c:v>-231.71942271389332</c:v>
                </c:pt>
                <c:pt idx="5568">
                  <c:v>-230.89621684032261</c:v>
                </c:pt>
                <c:pt idx="5569">
                  <c:v>-230.65450542540884</c:v>
                </c:pt>
                <c:pt idx="5570">
                  <c:v>-228.98866636992108</c:v>
                </c:pt>
                <c:pt idx="5571">
                  <c:v>-230.99089707624128</c:v>
                </c:pt>
                <c:pt idx="5572">
                  <c:v>-233.22330913520204</c:v>
                </c:pt>
                <c:pt idx="5573">
                  <c:v>-231.80959150589825</c:v>
                </c:pt>
                <c:pt idx="5574">
                  <c:v>-232.07205740118195</c:v>
                </c:pt>
                <c:pt idx="5575">
                  <c:v>-230.76832977320927</c:v>
                </c:pt>
                <c:pt idx="5576">
                  <c:v>-230.27683453249387</c:v>
                </c:pt>
                <c:pt idx="5577">
                  <c:v>-229.36101465079628</c:v>
                </c:pt>
                <c:pt idx="5578">
                  <c:v>-226.28996919281758</c:v>
                </c:pt>
                <c:pt idx="5579">
                  <c:v>-224.98129300352934</c:v>
                </c:pt>
                <c:pt idx="5580">
                  <c:v>-221.77360872186162</c:v>
                </c:pt>
                <c:pt idx="5581">
                  <c:v>-218.80423532515806</c:v>
                </c:pt>
                <c:pt idx="5582">
                  <c:v>-218.87152720167387</c:v>
                </c:pt>
                <c:pt idx="5583">
                  <c:v>-216.33537972552097</c:v>
                </c:pt>
                <c:pt idx="5584">
                  <c:v>-215.82380259038578</c:v>
                </c:pt>
                <c:pt idx="5585">
                  <c:v>-216.22562638219151</c:v>
                </c:pt>
                <c:pt idx="5586">
                  <c:v>-217.18840148057788</c:v>
                </c:pt>
                <c:pt idx="5587">
                  <c:v>-218.4486325947403</c:v>
                </c:pt>
                <c:pt idx="5588">
                  <c:v>-218.37060501392546</c:v>
                </c:pt>
                <c:pt idx="5589">
                  <c:v>-218.25001546443562</c:v>
                </c:pt>
                <c:pt idx="5590">
                  <c:v>-219.13699085710738</c:v>
                </c:pt>
                <c:pt idx="5591">
                  <c:v>-222.56321565967394</c:v>
                </c:pt>
                <c:pt idx="5592">
                  <c:v>-221.11108333458165</c:v>
                </c:pt>
                <c:pt idx="5593">
                  <c:v>-218.67479008092448</c:v>
                </c:pt>
                <c:pt idx="5594">
                  <c:v>-216.81493350286604</c:v>
                </c:pt>
                <c:pt idx="5595">
                  <c:v>-217.30993235507785</c:v>
                </c:pt>
                <c:pt idx="5596">
                  <c:v>-217.37454913398568</c:v>
                </c:pt>
                <c:pt idx="5597">
                  <c:v>-217.35008583720784</c:v>
                </c:pt>
                <c:pt idx="5598">
                  <c:v>-220.65593759712067</c:v>
                </c:pt>
                <c:pt idx="5599">
                  <c:v>-221.41737988925001</c:v>
                </c:pt>
                <c:pt idx="5600">
                  <c:v>-219.94728232196442</c:v>
                </c:pt>
                <c:pt idx="5601">
                  <c:v>-213.08347240979117</c:v>
                </c:pt>
                <c:pt idx="5602">
                  <c:v>-211.10325417830654</c:v>
                </c:pt>
                <c:pt idx="5603">
                  <c:v>-205.47674545326652</c:v>
                </c:pt>
                <c:pt idx="5604">
                  <c:v>-203.80296740598496</c:v>
                </c:pt>
                <c:pt idx="5605">
                  <c:v>-207.44000568070808</c:v>
                </c:pt>
                <c:pt idx="5606">
                  <c:v>-207.75558499649097</c:v>
                </c:pt>
                <c:pt idx="5607">
                  <c:v>-207.30095081682387</c:v>
                </c:pt>
                <c:pt idx="5608">
                  <c:v>-210.36186018611559</c:v>
                </c:pt>
                <c:pt idx="5609">
                  <c:v>-210.82504902511965</c:v>
                </c:pt>
                <c:pt idx="5610">
                  <c:v>-208.65577329042588</c:v>
                </c:pt>
                <c:pt idx="5611">
                  <c:v>-207.48404297566739</c:v>
                </c:pt>
                <c:pt idx="5612">
                  <c:v>-207.89728670276526</c:v>
                </c:pt>
                <c:pt idx="5613">
                  <c:v>-207.62502537494612</c:v>
                </c:pt>
                <c:pt idx="5614">
                  <c:v>-206.83451283780022</c:v>
                </c:pt>
                <c:pt idx="5615">
                  <c:v>-210.8926748646337</c:v>
                </c:pt>
                <c:pt idx="5616">
                  <c:v>-209.77112107597162</c:v>
                </c:pt>
                <c:pt idx="5617">
                  <c:v>-209.25417557035027</c:v>
                </c:pt>
                <c:pt idx="5618">
                  <c:v>-211.25537489185837</c:v>
                </c:pt>
                <c:pt idx="5619">
                  <c:v>-207.79655040047754</c:v>
                </c:pt>
                <c:pt idx="5620">
                  <c:v>-206.36790060444429</c:v>
                </c:pt>
                <c:pt idx="5621">
                  <c:v>-204.55636728316378</c:v>
                </c:pt>
                <c:pt idx="5622">
                  <c:v>-198.31278149667722</c:v>
                </c:pt>
                <c:pt idx="5623">
                  <c:v>-196.88676996363</c:v>
                </c:pt>
                <c:pt idx="5624">
                  <c:v>-192.91480423954911</c:v>
                </c:pt>
                <c:pt idx="5625">
                  <c:v>-192.67808908158091</c:v>
                </c:pt>
                <c:pt idx="5626">
                  <c:v>-192.84924748591263</c:v>
                </c:pt>
                <c:pt idx="5627">
                  <c:v>-191.21422000641695</c:v>
                </c:pt>
                <c:pt idx="5628">
                  <c:v>-199.04544497528155</c:v>
                </c:pt>
                <c:pt idx="5629">
                  <c:v>-198.30119350158242</c:v>
                </c:pt>
                <c:pt idx="5630">
                  <c:v>-193.34815297675368</c:v>
                </c:pt>
                <c:pt idx="5631">
                  <c:v>-189.38061008313161</c:v>
                </c:pt>
                <c:pt idx="5632">
                  <c:v>-193.61820545926975</c:v>
                </c:pt>
                <c:pt idx="5633">
                  <c:v>-195.89368649866918</c:v>
                </c:pt>
                <c:pt idx="5634">
                  <c:v>-200.23647805735956</c:v>
                </c:pt>
                <c:pt idx="5635">
                  <c:v>-202.39040847681423</c:v>
                </c:pt>
                <c:pt idx="5636">
                  <c:v>-196.6600494397774</c:v>
                </c:pt>
                <c:pt idx="5637">
                  <c:v>-196.12189904532556</c:v>
                </c:pt>
                <c:pt idx="5638">
                  <c:v>-197.4697896017243</c:v>
                </c:pt>
                <c:pt idx="5639">
                  <c:v>-197.53081266285977</c:v>
                </c:pt>
                <c:pt idx="5640">
                  <c:v>-199.17734288362692</c:v>
                </c:pt>
                <c:pt idx="5641">
                  <c:v>-201.01565286534384</c:v>
                </c:pt>
                <c:pt idx="5642">
                  <c:v>-197.87337189156037</c:v>
                </c:pt>
                <c:pt idx="5643">
                  <c:v>-196.92171520374623</c:v>
                </c:pt>
                <c:pt idx="5644">
                  <c:v>-199.13217599023082</c:v>
                </c:pt>
                <c:pt idx="5645">
                  <c:v>-199.92000605613143</c:v>
                </c:pt>
                <c:pt idx="5646">
                  <c:v>-197.55628050672499</c:v>
                </c:pt>
                <c:pt idx="5647">
                  <c:v>-199.85984070608589</c:v>
                </c:pt>
                <c:pt idx="5648">
                  <c:v>-197.9974385985208</c:v>
                </c:pt>
                <c:pt idx="5649">
                  <c:v>-199.76711273417231</c:v>
                </c:pt>
                <c:pt idx="5650">
                  <c:v>-198.31627363465668</c:v>
                </c:pt>
                <c:pt idx="5651">
                  <c:v>-193.23899779907373</c:v>
                </c:pt>
                <c:pt idx="5652">
                  <c:v>-193.45664072645246</c:v>
                </c:pt>
                <c:pt idx="5653">
                  <c:v>-194.10686201774712</c:v>
                </c:pt>
                <c:pt idx="5654">
                  <c:v>-193.30241292727183</c:v>
                </c:pt>
                <c:pt idx="5655">
                  <c:v>-191.70853536847684</c:v>
                </c:pt>
                <c:pt idx="5656">
                  <c:v>-191.22425288729227</c:v>
                </c:pt>
                <c:pt idx="5657">
                  <c:v>-190.70806470986244</c:v>
                </c:pt>
                <c:pt idx="5658">
                  <c:v>-191.02190043286708</c:v>
                </c:pt>
                <c:pt idx="5659">
                  <c:v>-189.16095099930089</c:v>
                </c:pt>
                <c:pt idx="5660">
                  <c:v>-191.92244042403641</c:v>
                </c:pt>
                <c:pt idx="5661">
                  <c:v>-193.53438562250776</c:v>
                </c:pt>
                <c:pt idx="5662">
                  <c:v>-190.22715025372929</c:v>
                </c:pt>
                <c:pt idx="5663">
                  <c:v>-188.19746097288129</c:v>
                </c:pt>
                <c:pt idx="5664">
                  <c:v>-181.81019907765557</c:v>
                </c:pt>
                <c:pt idx="5665">
                  <c:v>-180.01402501111431</c:v>
                </c:pt>
                <c:pt idx="5666">
                  <c:v>-181.55416521728901</c:v>
                </c:pt>
                <c:pt idx="5667">
                  <c:v>-182.6249438953559</c:v>
                </c:pt>
                <c:pt idx="5668">
                  <c:v>-182.43233407708811</c:v>
                </c:pt>
                <c:pt idx="5669">
                  <c:v>-183.28416466899182</c:v>
                </c:pt>
                <c:pt idx="5670">
                  <c:v>-186.38838853910136</c:v>
                </c:pt>
                <c:pt idx="5671">
                  <c:v>-187.47764978871481</c:v>
                </c:pt>
                <c:pt idx="5672">
                  <c:v>-187.89780968082832</c:v>
                </c:pt>
                <c:pt idx="5673">
                  <c:v>-187.6339008866471</c:v>
                </c:pt>
                <c:pt idx="5674">
                  <c:v>-186.91354148821449</c:v>
                </c:pt>
                <c:pt idx="5675">
                  <c:v>-187.84751122940816</c:v>
                </c:pt>
                <c:pt idx="5676">
                  <c:v>-187.09428093211415</c:v>
                </c:pt>
                <c:pt idx="5677">
                  <c:v>-185.23016996297122</c:v>
                </c:pt>
                <c:pt idx="5678">
                  <c:v>-187.5464144725575</c:v>
                </c:pt>
                <c:pt idx="5679">
                  <c:v>-188.57124217549475</c:v>
                </c:pt>
                <c:pt idx="5680">
                  <c:v>-191.06202152783055</c:v>
                </c:pt>
                <c:pt idx="5681">
                  <c:v>-187.58693768871811</c:v>
                </c:pt>
                <c:pt idx="5682">
                  <c:v>-188.03623139532891</c:v>
                </c:pt>
                <c:pt idx="5683">
                  <c:v>-190.30963925068693</c:v>
                </c:pt>
                <c:pt idx="5684">
                  <c:v>-190.79865123356385</c:v>
                </c:pt>
                <c:pt idx="5685">
                  <c:v>-195.87456241900819</c:v>
                </c:pt>
                <c:pt idx="5686">
                  <c:v>-194.83152685759308</c:v>
                </c:pt>
                <c:pt idx="5687">
                  <c:v>-196.09358237421696</c:v>
                </c:pt>
                <c:pt idx="5688">
                  <c:v>-199.20088992395586</c:v>
                </c:pt>
                <c:pt idx="5689">
                  <c:v>-197.65864745700486</c:v>
                </c:pt>
                <c:pt idx="5690">
                  <c:v>-199.18619431612831</c:v>
                </c:pt>
                <c:pt idx="5691">
                  <c:v>-198.10325538585738</c:v>
                </c:pt>
                <c:pt idx="5692">
                  <c:v>-197.78113966645503</c:v>
                </c:pt>
                <c:pt idx="5693">
                  <c:v>-199.36960306368115</c:v>
                </c:pt>
                <c:pt idx="5694">
                  <c:v>-200.02376573426014</c:v>
                </c:pt>
                <c:pt idx="5695">
                  <c:v>-199.58959318104922</c:v>
                </c:pt>
                <c:pt idx="5696">
                  <c:v>-198.9518000406363</c:v>
                </c:pt>
                <c:pt idx="5697">
                  <c:v>-198.90456149356538</c:v>
                </c:pt>
                <c:pt idx="5698">
                  <c:v>-197.57011800276933</c:v>
                </c:pt>
                <c:pt idx="5699">
                  <c:v>-197.62110822380032</c:v>
                </c:pt>
                <c:pt idx="5700">
                  <c:v>-199.35296304531909</c:v>
                </c:pt>
                <c:pt idx="5701">
                  <c:v>-199.99308143141178</c:v>
                </c:pt>
                <c:pt idx="5702">
                  <c:v>-198.1576192237649</c:v>
                </c:pt>
                <c:pt idx="5703">
                  <c:v>-196.54595943636582</c:v>
                </c:pt>
                <c:pt idx="5704">
                  <c:v>-198.87151356823176</c:v>
                </c:pt>
                <c:pt idx="5705">
                  <c:v>-202.59184658539507</c:v>
                </c:pt>
                <c:pt idx="5706">
                  <c:v>-202.21327539206467</c:v>
                </c:pt>
                <c:pt idx="5707">
                  <c:v>-200.3110248900814</c:v>
                </c:pt>
                <c:pt idx="5708">
                  <c:v>-201.11250393321558</c:v>
                </c:pt>
                <c:pt idx="5709">
                  <c:v>-198.97521551458124</c:v>
                </c:pt>
                <c:pt idx="5710">
                  <c:v>-197.79346968146993</c:v>
                </c:pt>
                <c:pt idx="5711">
                  <c:v>-198.51771293523262</c:v>
                </c:pt>
                <c:pt idx="5712">
                  <c:v>-198.03410241013856</c:v>
                </c:pt>
                <c:pt idx="5713">
                  <c:v>-198.19480470172869</c:v>
                </c:pt>
                <c:pt idx="5714">
                  <c:v>-197.76063910904432</c:v>
                </c:pt>
                <c:pt idx="5715">
                  <c:v>-195.65128819594477</c:v>
                </c:pt>
                <c:pt idx="5716">
                  <c:v>-194.86365941526492</c:v>
                </c:pt>
                <c:pt idx="5717">
                  <c:v>-193.17848355997594</c:v>
                </c:pt>
                <c:pt idx="5718">
                  <c:v>-191.72231172442756</c:v>
                </c:pt>
                <c:pt idx="5719">
                  <c:v>-193.4337584057572</c:v>
                </c:pt>
                <c:pt idx="5720">
                  <c:v>-190.06879150515431</c:v>
                </c:pt>
                <c:pt idx="5721">
                  <c:v>-192.34257631047797</c:v>
                </c:pt>
                <c:pt idx="5722">
                  <c:v>-194.98303746969088</c:v>
                </c:pt>
                <c:pt idx="5723">
                  <c:v>-192.81194551695171</c:v>
                </c:pt>
                <c:pt idx="5724">
                  <c:v>-193.47185457918195</c:v>
                </c:pt>
                <c:pt idx="5725">
                  <c:v>-193.49473597170146</c:v>
                </c:pt>
                <c:pt idx="5726">
                  <c:v>-191.00328971788232</c:v>
                </c:pt>
                <c:pt idx="5727">
                  <c:v>-187.6778552862412</c:v>
                </c:pt>
                <c:pt idx="5728">
                  <c:v>-186.79766366966609</c:v>
                </c:pt>
                <c:pt idx="5729">
                  <c:v>-185.62629098618629</c:v>
                </c:pt>
                <c:pt idx="5730">
                  <c:v>-179.67338990812326</c:v>
                </c:pt>
                <c:pt idx="5731">
                  <c:v>-177.88777686195934</c:v>
                </c:pt>
                <c:pt idx="5732">
                  <c:v>-177.59749391573939</c:v>
                </c:pt>
                <c:pt idx="5733">
                  <c:v>-175.74833727784886</c:v>
                </c:pt>
                <c:pt idx="5734">
                  <c:v>-173.78544425258838</c:v>
                </c:pt>
                <c:pt idx="5735">
                  <c:v>-171.60660314129623</c:v>
                </c:pt>
                <c:pt idx="5736">
                  <c:v>-171.46788546630782</c:v>
                </c:pt>
                <c:pt idx="5737">
                  <c:v>-171.99770088996095</c:v>
                </c:pt>
                <c:pt idx="5738">
                  <c:v>-169.31606675522235</c:v>
                </c:pt>
                <c:pt idx="5739">
                  <c:v>-169.57982014780333</c:v>
                </c:pt>
                <c:pt idx="5740">
                  <c:v>-165.7488124149844</c:v>
                </c:pt>
                <c:pt idx="5741">
                  <c:v>-164.74511363104907</c:v>
                </c:pt>
                <c:pt idx="5742">
                  <c:v>-162.95674099228165</c:v>
                </c:pt>
                <c:pt idx="5743">
                  <c:v>-160.63647822007758</c:v>
                </c:pt>
                <c:pt idx="5744">
                  <c:v>-163.07860649285851</c:v>
                </c:pt>
                <c:pt idx="5745">
                  <c:v>-170.01188894388486</c:v>
                </c:pt>
                <c:pt idx="5746">
                  <c:v>-168.37797245354957</c:v>
                </c:pt>
                <c:pt idx="5747">
                  <c:v>-168.32000574099672</c:v>
                </c:pt>
                <c:pt idx="5748">
                  <c:v>-168.07577408309203</c:v>
                </c:pt>
                <c:pt idx="5749">
                  <c:v>-165.63946738688114</c:v>
                </c:pt>
                <c:pt idx="5750">
                  <c:v>-163.06698990233761</c:v>
                </c:pt>
                <c:pt idx="5751">
                  <c:v>-164.77310685315854</c:v>
                </c:pt>
                <c:pt idx="5752">
                  <c:v>-161.35931718788319</c:v>
                </c:pt>
                <c:pt idx="5753">
                  <c:v>-159.36302395450235</c:v>
                </c:pt>
                <c:pt idx="5754">
                  <c:v>-157.89443050343561</c:v>
                </c:pt>
                <c:pt idx="5755">
                  <c:v>-154.90361181717665</c:v>
                </c:pt>
                <c:pt idx="5756">
                  <c:v>-151.96565133228708</c:v>
                </c:pt>
                <c:pt idx="5757">
                  <c:v>-150.67407523665585</c:v>
                </c:pt>
                <c:pt idx="5758">
                  <c:v>-150.44868890748117</c:v>
                </c:pt>
                <c:pt idx="5759">
                  <c:v>-141.85405478304972</c:v>
                </c:pt>
                <c:pt idx="5760">
                  <c:v>-140.60883514611365</c:v>
                </c:pt>
                <c:pt idx="5761">
                  <c:v>-137.4662726225377</c:v>
                </c:pt>
                <c:pt idx="5762">
                  <c:v>-133.94118717401673</c:v>
                </c:pt>
                <c:pt idx="5763">
                  <c:v>-132.13857723493967</c:v>
                </c:pt>
                <c:pt idx="5764">
                  <c:v>-128.28012053553547</c:v>
                </c:pt>
                <c:pt idx="5765">
                  <c:v>-125.96063356930523</c:v>
                </c:pt>
                <c:pt idx="5766">
                  <c:v>-126.37255397629451</c:v>
                </c:pt>
                <c:pt idx="5767">
                  <c:v>-125.31493873950727</c:v>
                </c:pt>
                <c:pt idx="5768">
                  <c:v>-122.41208424170384</c:v>
                </c:pt>
                <c:pt idx="5769">
                  <c:v>-121.83358233767376</c:v>
                </c:pt>
                <c:pt idx="5770">
                  <c:v>-119.33989234788268</c:v>
                </c:pt>
                <c:pt idx="5771">
                  <c:v>-117.10191101497045</c:v>
                </c:pt>
                <c:pt idx="5772">
                  <c:v>-119.0572777480192</c:v>
                </c:pt>
                <c:pt idx="5773">
                  <c:v>-114.50510403411039</c:v>
                </c:pt>
                <c:pt idx="5774">
                  <c:v>-118.65488992828756</c:v>
                </c:pt>
                <c:pt idx="5775">
                  <c:v>-117.9175403129058</c:v>
                </c:pt>
                <c:pt idx="5776">
                  <c:v>-114.15881596669345</c:v>
                </c:pt>
                <c:pt idx="5777">
                  <c:v>-113.81472501750181</c:v>
                </c:pt>
                <c:pt idx="5778">
                  <c:v>-108.96857714867167</c:v>
                </c:pt>
                <c:pt idx="5779">
                  <c:v>-106.52672973418963</c:v>
                </c:pt>
                <c:pt idx="5780">
                  <c:v>-106.83946218437237</c:v>
                </c:pt>
                <c:pt idx="5781">
                  <c:v>-104.95151950089311</c:v>
                </c:pt>
                <c:pt idx="5782">
                  <c:v>-107.00703081320981</c:v>
                </c:pt>
                <c:pt idx="5783">
                  <c:v>-104.83158709602395</c:v>
                </c:pt>
                <c:pt idx="5784">
                  <c:v>-105.59547703996637</c:v>
                </c:pt>
                <c:pt idx="5785">
                  <c:v>-105.44920999752394</c:v>
                </c:pt>
                <c:pt idx="5786">
                  <c:v>-105.24384442643445</c:v>
                </c:pt>
                <c:pt idx="5787">
                  <c:v>-105.88327914696951</c:v>
                </c:pt>
                <c:pt idx="5788">
                  <c:v>-106.24460158059357</c:v>
                </c:pt>
                <c:pt idx="5789">
                  <c:v>-106.72845610228082</c:v>
                </c:pt>
                <c:pt idx="5790">
                  <c:v>-105.21207224260309</c:v>
                </c:pt>
                <c:pt idx="5791">
                  <c:v>-112.61937457461057</c:v>
                </c:pt>
                <c:pt idx="5792">
                  <c:v>-112.53104968109982</c:v>
                </c:pt>
                <c:pt idx="5793">
                  <c:v>-109.89349032621857</c:v>
                </c:pt>
                <c:pt idx="5794">
                  <c:v>-108.42045237761869</c:v>
                </c:pt>
                <c:pt idx="5795">
                  <c:v>-106.05503500032003</c:v>
                </c:pt>
                <c:pt idx="5796">
                  <c:v>-107.20804335091033</c:v>
                </c:pt>
                <c:pt idx="5797">
                  <c:v>-105.64370076636983</c:v>
                </c:pt>
                <c:pt idx="5798">
                  <c:v>-106.20397172579086</c:v>
                </c:pt>
                <c:pt idx="5799">
                  <c:v>-107.55749001241207</c:v>
                </c:pt>
                <c:pt idx="5800">
                  <c:v>-104.77844355451704</c:v>
                </c:pt>
                <c:pt idx="5801">
                  <c:v>-99.545321147262428</c:v>
                </c:pt>
                <c:pt idx="5802">
                  <c:v>-96.494446495814529</c:v>
                </c:pt>
                <c:pt idx="5803">
                  <c:v>-93.589362242027022</c:v>
                </c:pt>
                <c:pt idx="5804">
                  <c:v>-91.53004239629351</c:v>
                </c:pt>
                <c:pt idx="5805">
                  <c:v>-91.038597350785096</c:v>
                </c:pt>
                <c:pt idx="5806">
                  <c:v>-95.334343703758393</c:v>
                </c:pt>
                <c:pt idx="5807">
                  <c:v>-89.854836822492175</c:v>
                </c:pt>
                <c:pt idx="5808">
                  <c:v>-89.043135722486298</c:v>
                </c:pt>
                <c:pt idx="5809">
                  <c:v>-86.991002609115256</c:v>
                </c:pt>
                <c:pt idx="5810">
                  <c:v>-82.742667522625581</c:v>
                </c:pt>
                <c:pt idx="5811">
                  <c:v>-80.724017511005115</c:v>
                </c:pt>
                <c:pt idx="5812">
                  <c:v>-76.593260919563363</c:v>
                </c:pt>
                <c:pt idx="5813">
                  <c:v>-75.244858744092113</c:v>
                </c:pt>
                <c:pt idx="5814">
                  <c:v>-71.989344820184954</c:v>
                </c:pt>
                <c:pt idx="5815">
                  <c:v>-68.15475102984837</c:v>
                </c:pt>
                <c:pt idx="5816">
                  <c:v>-65.577540374114179</c:v>
                </c:pt>
                <c:pt idx="5817">
                  <c:v>-61.097596288869383</c:v>
                </c:pt>
                <c:pt idx="5818">
                  <c:v>-56.444389781069638</c:v>
                </c:pt>
                <c:pt idx="5819">
                  <c:v>-54.775627086066748</c:v>
                </c:pt>
                <c:pt idx="5820">
                  <c:v>-55.971588036376993</c:v>
                </c:pt>
                <c:pt idx="5821">
                  <c:v>-54.759105529068705</c:v>
                </c:pt>
                <c:pt idx="5822">
                  <c:v>-56.116068368192998</c:v>
                </c:pt>
                <c:pt idx="5823">
                  <c:v>-57.03978616429373</c:v>
                </c:pt>
                <c:pt idx="5824">
                  <c:v>-56.044440011963886</c:v>
                </c:pt>
                <c:pt idx="5825">
                  <c:v>-50.323049061263028</c:v>
                </c:pt>
                <c:pt idx="5826">
                  <c:v>-48.309463612813701</c:v>
                </c:pt>
                <c:pt idx="5827">
                  <c:v>-53.712706516830529</c:v>
                </c:pt>
                <c:pt idx="5828">
                  <c:v>-55.617931930809391</c:v>
                </c:pt>
                <c:pt idx="5829">
                  <c:v>-51.162451088406215</c:v>
                </c:pt>
                <c:pt idx="5830">
                  <c:v>-50.873290931481776</c:v>
                </c:pt>
                <c:pt idx="5831">
                  <c:v>-47.503659763430178</c:v>
                </c:pt>
                <c:pt idx="5832">
                  <c:v>-44.845419428397641</c:v>
                </c:pt>
                <c:pt idx="5833">
                  <c:v>-44.356119232855832</c:v>
                </c:pt>
                <c:pt idx="5834">
                  <c:v>-44.710838120783848</c:v>
                </c:pt>
                <c:pt idx="5835">
                  <c:v>-44.712544603661584</c:v>
                </c:pt>
                <c:pt idx="5836">
                  <c:v>-44.881197715432748</c:v>
                </c:pt>
                <c:pt idx="5837">
                  <c:v>-40.319993464866691</c:v>
                </c:pt>
                <c:pt idx="5838">
                  <c:v>-39.170782399949729</c:v>
                </c:pt>
                <c:pt idx="5839">
                  <c:v>-40.380713145061691</c:v>
                </c:pt>
                <c:pt idx="5840">
                  <c:v>-34.168901457244061</c:v>
                </c:pt>
                <c:pt idx="5841">
                  <c:v>-29.253951115394596</c:v>
                </c:pt>
                <c:pt idx="5842">
                  <c:v>-28.164446839372648</c:v>
                </c:pt>
                <c:pt idx="5843">
                  <c:v>-24.930045685080145</c:v>
                </c:pt>
                <c:pt idx="5844">
                  <c:v>-17.560234191218093</c:v>
                </c:pt>
                <c:pt idx="5845">
                  <c:v>-16.679314135194527</c:v>
                </c:pt>
                <c:pt idx="5846">
                  <c:v>-16.094325576216285</c:v>
                </c:pt>
                <c:pt idx="5847">
                  <c:v>-12.981739031920036</c:v>
                </c:pt>
                <c:pt idx="5848">
                  <c:v>-11.019281949779062</c:v>
                </c:pt>
                <c:pt idx="5849">
                  <c:v>-10.172956280857619</c:v>
                </c:pt>
                <c:pt idx="5850">
                  <c:v>-7.2474532519114874</c:v>
                </c:pt>
                <c:pt idx="5851">
                  <c:v>-5.5769819507647282</c:v>
                </c:pt>
                <c:pt idx="5852">
                  <c:v>-5.0192837556884378</c:v>
                </c:pt>
                <c:pt idx="5853">
                  <c:v>-2.6302082162982239</c:v>
                </c:pt>
                <c:pt idx="5854">
                  <c:v>-5.9595818661246813</c:v>
                </c:pt>
                <c:pt idx="5855">
                  <c:v>-7.6770448713349335</c:v>
                </c:pt>
                <c:pt idx="5856">
                  <c:v>-4.9421535216962003</c:v>
                </c:pt>
                <c:pt idx="5857">
                  <c:v>-6.7737528526573101</c:v>
                </c:pt>
                <c:pt idx="5858">
                  <c:v>-4.4426715858991095</c:v>
                </c:pt>
                <c:pt idx="5859">
                  <c:v>-3.2036001809580767</c:v>
                </c:pt>
                <c:pt idx="5860">
                  <c:v>5.941076736650075E-2</c:v>
                </c:pt>
                <c:pt idx="5861">
                  <c:v>5.9788348721253017</c:v>
                </c:pt>
                <c:pt idx="5862">
                  <c:v>5.0471631977161113</c:v>
                </c:pt>
                <c:pt idx="5863">
                  <c:v>4.1773922960110825</c:v>
                </c:pt>
                <c:pt idx="5864">
                  <c:v>6.6769122069126343</c:v>
                </c:pt>
                <c:pt idx="5865">
                  <c:v>9.4603264839129722</c:v>
                </c:pt>
                <c:pt idx="5866">
                  <c:v>9.907108957474966</c:v>
                </c:pt>
                <c:pt idx="5867">
                  <c:v>8.4419464941340649</c:v>
                </c:pt>
                <c:pt idx="5868">
                  <c:v>13.54456820237785</c:v>
                </c:pt>
                <c:pt idx="5869">
                  <c:v>20.986913808405976</c:v>
                </c:pt>
                <c:pt idx="5870">
                  <c:v>27.593776420825229</c:v>
                </c:pt>
                <c:pt idx="5871">
                  <c:v>20.350596768105888</c:v>
                </c:pt>
                <c:pt idx="5872">
                  <c:v>23.581226115180012</c:v>
                </c:pt>
                <c:pt idx="5873">
                  <c:v>22.584403475643871</c:v>
                </c:pt>
                <c:pt idx="5874">
                  <c:v>23.480326816092955</c:v>
                </c:pt>
                <c:pt idx="5875">
                  <c:v>22.893122479382463</c:v>
                </c:pt>
                <c:pt idx="5876">
                  <c:v>25.587384473515097</c:v>
                </c:pt>
                <c:pt idx="5877">
                  <c:v>26.460663182265339</c:v>
                </c:pt>
                <c:pt idx="5878">
                  <c:v>24.735161963238834</c:v>
                </c:pt>
                <c:pt idx="5879">
                  <c:v>30.147648449576401</c:v>
                </c:pt>
                <c:pt idx="5880">
                  <c:v>39.610638362549764</c:v>
                </c:pt>
                <c:pt idx="5881">
                  <c:v>41.789545388740962</c:v>
                </c:pt>
                <c:pt idx="5882">
                  <c:v>43.460893339893616</c:v>
                </c:pt>
                <c:pt idx="5883">
                  <c:v>46.711789867205056</c:v>
                </c:pt>
                <c:pt idx="5884">
                  <c:v>43.389306066331741</c:v>
                </c:pt>
                <c:pt idx="5885">
                  <c:v>42.883596966169293</c:v>
                </c:pt>
                <c:pt idx="5886">
                  <c:v>44.638609742100705</c:v>
                </c:pt>
                <c:pt idx="5887">
                  <c:v>44.983639816777824</c:v>
                </c:pt>
                <c:pt idx="5888">
                  <c:v>43.78372110029531</c:v>
                </c:pt>
                <c:pt idx="5889">
                  <c:v>42.159555274108769</c:v>
                </c:pt>
                <c:pt idx="5890">
                  <c:v>44.593607798219743</c:v>
                </c:pt>
                <c:pt idx="5891">
                  <c:v>43.238551047136575</c:v>
                </c:pt>
                <c:pt idx="5892">
                  <c:v>42.747917448893816</c:v>
                </c:pt>
                <c:pt idx="5893">
                  <c:v>47.139584705932322</c:v>
                </c:pt>
                <c:pt idx="5894">
                  <c:v>52.22864284064876</c:v>
                </c:pt>
                <c:pt idx="5895">
                  <c:v>53.351967404519328</c:v>
                </c:pt>
                <c:pt idx="5896">
                  <c:v>53.342348710603915</c:v>
                </c:pt>
                <c:pt idx="5897">
                  <c:v>49.975300702048763</c:v>
                </c:pt>
                <c:pt idx="5898">
                  <c:v>49.257636384588686</c:v>
                </c:pt>
                <c:pt idx="5899">
                  <c:v>55.42214043586192</c:v>
                </c:pt>
                <c:pt idx="5900">
                  <c:v>57.279536017567757</c:v>
                </c:pt>
                <c:pt idx="5901">
                  <c:v>60.576670124856854</c:v>
                </c:pt>
                <c:pt idx="5902">
                  <c:v>66.533304632891372</c:v>
                </c:pt>
                <c:pt idx="5903">
                  <c:v>65.505241774388551</c:v>
                </c:pt>
                <c:pt idx="5904">
                  <c:v>68.208325450177426</c:v>
                </c:pt>
                <c:pt idx="5905">
                  <c:v>74.019945599282281</c:v>
                </c:pt>
                <c:pt idx="5906">
                  <c:v>75.871558892581959</c:v>
                </c:pt>
                <c:pt idx="5907">
                  <c:v>78.914084170589163</c:v>
                </c:pt>
                <c:pt idx="5908">
                  <c:v>77.368864601465688</c:v>
                </c:pt>
                <c:pt idx="5909">
                  <c:v>73.10853734552559</c:v>
                </c:pt>
                <c:pt idx="5910">
                  <c:v>77.811985131493032</c:v>
                </c:pt>
                <c:pt idx="5911">
                  <c:v>77.139072626562779</c:v>
                </c:pt>
                <c:pt idx="5912">
                  <c:v>77.311168046567957</c:v>
                </c:pt>
                <c:pt idx="5913">
                  <c:v>78.376853668176892</c:v>
                </c:pt>
                <c:pt idx="5914">
                  <c:v>71.051275631677882</c:v>
                </c:pt>
                <c:pt idx="5915">
                  <c:v>70.925079972740562</c:v>
                </c:pt>
                <c:pt idx="5916">
                  <c:v>68.527993273948184</c:v>
                </c:pt>
                <c:pt idx="5917">
                  <c:v>73.227000767899369</c:v>
                </c:pt>
                <c:pt idx="5918">
                  <c:v>80.713804549763239</c:v>
                </c:pt>
                <c:pt idx="5919">
                  <c:v>85.120178852717913</c:v>
                </c:pt>
                <c:pt idx="5920">
                  <c:v>88.496232633577023</c:v>
                </c:pt>
                <c:pt idx="5921">
                  <c:v>92.774814686757921</c:v>
                </c:pt>
                <c:pt idx="5922">
                  <c:v>92.903418491699227</c:v>
                </c:pt>
                <c:pt idx="5923">
                  <c:v>93.826855054432613</c:v>
                </c:pt>
                <c:pt idx="5924">
                  <c:v>89.620055563372446</c:v>
                </c:pt>
                <c:pt idx="5925">
                  <c:v>89.911657860263105</c:v>
                </c:pt>
                <c:pt idx="5926">
                  <c:v>87.108777993436519</c:v>
                </c:pt>
                <c:pt idx="5927">
                  <c:v>91.572638596038573</c:v>
                </c:pt>
                <c:pt idx="5928">
                  <c:v>101.00662293491612</c:v>
                </c:pt>
                <c:pt idx="5929">
                  <c:v>97.432748369289996</c:v>
                </c:pt>
                <c:pt idx="5930">
                  <c:v>95.575476215022448</c:v>
                </c:pt>
                <c:pt idx="5931">
                  <c:v>97.662157814411614</c:v>
                </c:pt>
                <c:pt idx="5932">
                  <c:v>93.071828047353549</c:v>
                </c:pt>
                <c:pt idx="5933">
                  <c:v>93.934689550349404</c:v>
                </c:pt>
                <c:pt idx="5934">
                  <c:v>94.711264903045574</c:v>
                </c:pt>
                <c:pt idx="5935">
                  <c:v>92.672141018288244</c:v>
                </c:pt>
                <c:pt idx="5936">
                  <c:v>100.47587588284932</c:v>
                </c:pt>
                <c:pt idx="5937">
                  <c:v>102.4425898150846</c:v>
                </c:pt>
                <c:pt idx="5938">
                  <c:v>103.83415643807265</c:v>
                </c:pt>
                <c:pt idx="5939">
                  <c:v>106.19375748514798</c:v>
                </c:pt>
                <c:pt idx="5940">
                  <c:v>104.14313337963908</c:v>
                </c:pt>
                <c:pt idx="5941">
                  <c:v>105.01677339814458</c:v>
                </c:pt>
                <c:pt idx="5942">
                  <c:v>103.22065005158989</c:v>
                </c:pt>
                <c:pt idx="5943">
                  <c:v>103.331162874285</c:v>
                </c:pt>
                <c:pt idx="5944">
                  <c:v>100.20339784822224</c:v>
                </c:pt>
                <c:pt idx="5945">
                  <c:v>108.39327408658401</c:v>
                </c:pt>
                <c:pt idx="5946">
                  <c:v>107.63217731489001</c:v>
                </c:pt>
                <c:pt idx="5947">
                  <c:v>110.20996645574982</c:v>
                </c:pt>
                <c:pt idx="5948">
                  <c:v>108.44257766340274</c:v>
                </c:pt>
                <c:pt idx="5949">
                  <c:v>108.68858758679457</c:v>
                </c:pt>
                <c:pt idx="5950">
                  <c:v>103.67003131814187</c:v>
                </c:pt>
                <c:pt idx="5951">
                  <c:v>99.228393367823131</c:v>
                </c:pt>
                <c:pt idx="5952">
                  <c:v>96.013088428426997</c:v>
                </c:pt>
                <c:pt idx="5953">
                  <c:v>95.060470413163245</c:v>
                </c:pt>
                <c:pt idx="5954">
                  <c:v>94.808031225074657</c:v>
                </c:pt>
                <c:pt idx="5955">
                  <c:v>93.440580233799125</c:v>
                </c:pt>
                <c:pt idx="5956">
                  <c:v>91.339632575979209</c:v>
                </c:pt>
                <c:pt idx="5957">
                  <c:v>92.736777026935897</c:v>
                </c:pt>
                <c:pt idx="5958">
                  <c:v>97.804312260482604</c:v>
                </c:pt>
                <c:pt idx="5959">
                  <c:v>96.48076618018456</c:v>
                </c:pt>
                <c:pt idx="5960">
                  <c:v>105.18571764475301</c:v>
                </c:pt>
                <c:pt idx="5961">
                  <c:v>103.17374250588537</c:v>
                </c:pt>
                <c:pt idx="5962">
                  <c:v>101.5619222485567</c:v>
                </c:pt>
                <c:pt idx="5963">
                  <c:v>101.11708420075384</c:v>
                </c:pt>
                <c:pt idx="5964">
                  <c:v>109.35840386326535</c:v>
                </c:pt>
                <c:pt idx="5965">
                  <c:v>109.61165211440262</c:v>
                </c:pt>
                <c:pt idx="5966">
                  <c:v>107.7326826156449</c:v>
                </c:pt>
                <c:pt idx="5967">
                  <c:v>110.44462034195833</c:v>
                </c:pt>
                <c:pt idx="5968">
                  <c:v>110.5323446919881</c:v>
                </c:pt>
                <c:pt idx="5969">
                  <c:v>107.28721819238687</c:v>
                </c:pt>
                <c:pt idx="5970">
                  <c:v>107.34160071789039</c:v>
                </c:pt>
                <c:pt idx="5971">
                  <c:v>107.10570022051544</c:v>
                </c:pt>
                <c:pt idx="5972">
                  <c:v>105.59974965971186</c:v>
                </c:pt>
                <c:pt idx="5973">
                  <c:v>105.99834915825308</c:v>
                </c:pt>
                <c:pt idx="5974">
                  <c:v>104.17776597993094</c:v>
                </c:pt>
                <c:pt idx="5975">
                  <c:v>102.94325830805151</c:v>
                </c:pt>
                <c:pt idx="5976">
                  <c:v>106.36727144671536</c:v>
                </c:pt>
                <c:pt idx="5977">
                  <c:v>108.39515543835063</c:v>
                </c:pt>
                <c:pt idx="5978">
                  <c:v>112.09742954945747</c:v>
                </c:pt>
                <c:pt idx="5979">
                  <c:v>121.71444868845794</c:v>
                </c:pt>
                <c:pt idx="5980">
                  <c:v>115.46836900110759</c:v>
                </c:pt>
                <c:pt idx="5981">
                  <c:v>106.86418303122569</c:v>
                </c:pt>
                <c:pt idx="5982">
                  <c:v>108.31465164125052</c:v>
                </c:pt>
                <c:pt idx="5983">
                  <c:v>107.73673061929387</c:v>
                </c:pt>
                <c:pt idx="5984">
                  <c:v>101.58868039982526</c:v>
                </c:pt>
                <c:pt idx="5985">
                  <c:v>103.44411388036295</c:v>
                </c:pt>
                <c:pt idx="5986">
                  <c:v>101.18056184836696</c:v>
                </c:pt>
                <c:pt idx="5987">
                  <c:v>103.27531245440167</c:v>
                </c:pt>
                <c:pt idx="5988">
                  <c:v>103.5774623762268</c:v>
                </c:pt>
                <c:pt idx="5989">
                  <c:v>102.93107031565702</c:v>
                </c:pt>
                <c:pt idx="5990">
                  <c:v>104.85077007496272</c:v>
                </c:pt>
                <c:pt idx="5991">
                  <c:v>108.37300873282345</c:v>
                </c:pt>
                <c:pt idx="5992">
                  <c:v>107.9145604733616</c:v>
                </c:pt>
                <c:pt idx="5993">
                  <c:v>109.65885838428535</c:v>
                </c:pt>
                <c:pt idx="5994">
                  <c:v>109.32265371312212</c:v>
                </c:pt>
                <c:pt idx="5995">
                  <c:v>100.00393697625194</c:v>
                </c:pt>
                <c:pt idx="5996">
                  <c:v>103.17828168057245</c:v>
                </c:pt>
                <c:pt idx="5997">
                  <c:v>102.8993470202202</c:v>
                </c:pt>
                <c:pt idx="5998">
                  <c:v>100.95034731632515</c:v>
                </c:pt>
                <c:pt idx="5999">
                  <c:v>100.60832682043073</c:v>
                </c:pt>
                <c:pt idx="6000">
                  <c:v>101.54911360576446</c:v>
                </c:pt>
                <c:pt idx="6001">
                  <c:v>101.52250837309641</c:v>
                </c:pt>
                <c:pt idx="6002">
                  <c:v>94.630554343579064</c:v>
                </c:pt>
                <c:pt idx="6003">
                  <c:v>79.244024991529372</c:v>
                </c:pt>
                <c:pt idx="6004">
                  <c:v>75.358874638963371</c:v>
                </c:pt>
                <c:pt idx="6005">
                  <c:v>72.819376976450187</c:v>
                </c:pt>
                <c:pt idx="6006">
                  <c:v>62.778299012193138</c:v>
                </c:pt>
                <c:pt idx="6007">
                  <c:v>58.556155013852212</c:v>
                </c:pt>
                <c:pt idx="6008">
                  <c:v>55.096940514678302</c:v>
                </c:pt>
                <c:pt idx="6009">
                  <c:v>50.759551035818951</c:v>
                </c:pt>
                <c:pt idx="6010">
                  <c:v>48.182315025068611</c:v>
                </c:pt>
                <c:pt idx="6011">
                  <c:v>41.617388916886192</c:v>
                </c:pt>
                <c:pt idx="6012">
                  <c:v>35.129835342066841</c:v>
                </c:pt>
                <c:pt idx="6013">
                  <c:v>32.75481115953697</c:v>
                </c:pt>
                <c:pt idx="6014">
                  <c:v>27.153515360452545</c:v>
                </c:pt>
                <c:pt idx="6015">
                  <c:v>22.944285041203351</c:v>
                </c:pt>
                <c:pt idx="6016">
                  <c:v>19.574704073729688</c:v>
                </c:pt>
                <c:pt idx="6017">
                  <c:v>17.007720615224592</c:v>
                </c:pt>
                <c:pt idx="6018">
                  <c:v>17.469954068430813</c:v>
                </c:pt>
                <c:pt idx="6019">
                  <c:v>15.677995794437525</c:v>
                </c:pt>
                <c:pt idx="6020">
                  <c:v>14.754183139716549</c:v>
                </c:pt>
                <c:pt idx="6021">
                  <c:v>16.110348398936694</c:v>
                </c:pt>
                <c:pt idx="6022">
                  <c:v>11.740173292430994</c:v>
                </c:pt>
                <c:pt idx="6023">
                  <c:v>8.7535742351570835</c:v>
                </c:pt>
                <c:pt idx="6024">
                  <c:v>8.0453031241785151</c:v>
                </c:pt>
                <c:pt idx="6025">
                  <c:v>4.741523730433693</c:v>
                </c:pt>
                <c:pt idx="6026">
                  <c:v>1.7444828975602142</c:v>
                </c:pt>
                <c:pt idx="6027">
                  <c:v>-1.7943060838777076</c:v>
                </c:pt>
                <c:pt idx="6028">
                  <c:v>-6.9558601141272272</c:v>
                </c:pt>
                <c:pt idx="6029">
                  <c:v>-8.0276782482103535</c:v>
                </c:pt>
                <c:pt idx="6030">
                  <c:v>-11.199382619936358</c:v>
                </c:pt>
                <c:pt idx="6031">
                  <c:v>-13.098163815619603</c:v>
                </c:pt>
                <c:pt idx="6032">
                  <c:v>-7.1552253810768525</c:v>
                </c:pt>
                <c:pt idx="6033">
                  <c:v>-12.208000690296608</c:v>
                </c:pt>
                <c:pt idx="6034">
                  <c:v>-17.607581354970346</c:v>
                </c:pt>
                <c:pt idx="6035">
                  <c:v>-22.351209990565721</c:v>
                </c:pt>
                <c:pt idx="6036">
                  <c:v>-24.12698183194215</c:v>
                </c:pt>
                <c:pt idx="6037">
                  <c:v>-27.560183551502465</c:v>
                </c:pt>
                <c:pt idx="6038">
                  <c:v>-29.716985404768121</c:v>
                </c:pt>
                <c:pt idx="6039">
                  <c:v>-31.026901809003</c:v>
                </c:pt>
                <c:pt idx="6040">
                  <c:v>-31.2021988441019</c:v>
                </c:pt>
                <c:pt idx="6041">
                  <c:v>-32.994799168107612</c:v>
                </c:pt>
                <c:pt idx="6042">
                  <c:v>-31.021181947720002</c:v>
                </c:pt>
                <c:pt idx="6043">
                  <c:v>-29.226249959620571</c:v>
                </c:pt>
                <c:pt idx="6044">
                  <c:v>-28.962844035188574</c:v>
                </c:pt>
                <c:pt idx="6045">
                  <c:v>-41.433832035722915</c:v>
                </c:pt>
                <c:pt idx="6046">
                  <c:v>-46.252893455729065</c:v>
                </c:pt>
                <c:pt idx="6047">
                  <c:v>-46.666443545530555</c:v>
                </c:pt>
                <c:pt idx="6048">
                  <c:v>-44.825527945127298</c:v>
                </c:pt>
                <c:pt idx="6049">
                  <c:v>-46.281960507772361</c:v>
                </c:pt>
                <c:pt idx="6050">
                  <c:v>-49.968207213809819</c:v>
                </c:pt>
                <c:pt idx="6051">
                  <c:v>-51.4322593393264</c:v>
                </c:pt>
                <c:pt idx="6052">
                  <c:v>-56.144644500923299</c:v>
                </c:pt>
                <c:pt idx="6053">
                  <c:v>-57.034566821923384</c:v>
                </c:pt>
                <c:pt idx="6054">
                  <c:v>-61.083832891287983</c:v>
                </c:pt>
                <c:pt idx="6055">
                  <c:v>-61.765841320331845</c:v>
                </c:pt>
                <c:pt idx="6056">
                  <c:v>-60.716266173405771</c:v>
                </c:pt>
                <c:pt idx="6057">
                  <c:v>-63.388161989636075</c:v>
                </c:pt>
                <c:pt idx="6058">
                  <c:v>-63.527947598855803</c:v>
                </c:pt>
                <c:pt idx="6059">
                  <c:v>-64.220308292046269</c:v>
                </c:pt>
                <c:pt idx="6060">
                  <c:v>-66.59428099779953</c:v>
                </c:pt>
                <c:pt idx="6061">
                  <c:v>-65.275837536656866</c:v>
                </c:pt>
                <c:pt idx="6062">
                  <c:v>-69.828810771926783</c:v>
                </c:pt>
                <c:pt idx="6063">
                  <c:v>-69.192795628279825</c:v>
                </c:pt>
                <c:pt idx="6064">
                  <c:v>-78.373938877264237</c:v>
                </c:pt>
                <c:pt idx="6065">
                  <c:v>-72.645371072218566</c:v>
                </c:pt>
                <c:pt idx="6066">
                  <c:v>-66.11033123717381</c:v>
                </c:pt>
                <c:pt idx="6067">
                  <c:v>-57.604492916421876</c:v>
                </c:pt>
                <c:pt idx="6068">
                  <c:v>-52.228992662655735</c:v>
                </c:pt>
                <c:pt idx="6069">
                  <c:v>-52.521990725089402</c:v>
                </c:pt>
                <c:pt idx="6070">
                  <c:v>-49.428711333051993</c:v>
                </c:pt>
                <c:pt idx="6071">
                  <c:v>-48.691586049804307</c:v>
                </c:pt>
                <c:pt idx="6072">
                  <c:v>-50.230104609372347</c:v>
                </c:pt>
                <c:pt idx="6073">
                  <c:v>-53.196796581330702</c:v>
                </c:pt>
                <c:pt idx="6074">
                  <c:v>-55.055599163580794</c:v>
                </c:pt>
                <c:pt idx="6075">
                  <c:v>-53.802476932046851</c:v>
                </c:pt>
                <c:pt idx="6076">
                  <c:v>-54.019703786752927</c:v>
                </c:pt>
                <c:pt idx="6077">
                  <c:v>-53.506061314576932</c:v>
                </c:pt>
                <c:pt idx="6078">
                  <c:v>-55.200610636195279</c:v>
                </c:pt>
                <c:pt idx="6079">
                  <c:v>-57.572733546181567</c:v>
                </c:pt>
                <c:pt idx="6080">
                  <c:v>-60.971921942113667</c:v>
                </c:pt>
                <c:pt idx="6081">
                  <c:v>-60.643027595229562</c:v>
                </c:pt>
                <c:pt idx="6082">
                  <c:v>-60.491459407856993</c:v>
                </c:pt>
                <c:pt idx="6083">
                  <c:v>-53.225924605428382</c:v>
                </c:pt>
                <c:pt idx="6084">
                  <c:v>-57.329737893849945</c:v>
                </c:pt>
                <c:pt idx="6085">
                  <c:v>-52.908100781139765</c:v>
                </c:pt>
                <c:pt idx="6086">
                  <c:v>-49.769531906646598</c:v>
                </c:pt>
                <c:pt idx="6087">
                  <c:v>-51.979138699153197</c:v>
                </c:pt>
                <c:pt idx="6088">
                  <c:v>-46.664277879733497</c:v>
                </c:pt>
                <c:pt idx="6089">
                  <c:v>-46.289967882918447</c:v>
                </c:pt>
                <c:pt idx="6090">
                  <c:v>-48.208448665913217</c:v>
                </c:pt>
                <c:pt idx="6091">
                  <c:v>-44.595154900053394</c:v>
                </c:pt>
                <c:pt idx="6092">
                  <c:v>-41.125079113668306</c:v>
                </c:pt>
                <c:pt idx="6093">
                  <c:v>-35.687629212010883</c:v>
                </c:pt>
                <c:pt idx="6094">
                  <c:v>-35.937954920937109</c:v>
                </c:pt>
                <c:pt idx="6095">
                  <c:v>-34.650256860418779</c:v>
                </c:pt>
                <c:pt idx="6096">
                  <c:v>-33.634941752727265</c:v>
                </c:pt>
                <c:pt idx="6097">
                  <c:v>-34.325375066564156</c:v>
                </c:pt>
                <c:pt idx="6098">
                  <c:v>-29.640373109056799</c:v>
                </c:pt>
                <c:pt idx="6099">
                  <c:v>-28.785161880831868</c:v>
                </c:pt>
                <c:pt idx="6100">
                  <c:v>-22.296406052243952</c:v>
                </c:pt>
                <c:pt idx="6101">
                  <c:v>-24.415556430806248</c:v>
                </c:pt>
                <c:pt idx="6102">
                  <c:v>-24.144519438437516</c:v>
                </c:pt>
                <c:pt idx="6103">
                  <c:v>-22.488693794345853</c:v>
                </c:pt>
                <c:pt idx="6104">
                  <c:v>-20.998450714663356</c:v>
                </c:pt>
                <c:pt idx="6105">
                  <c:v>-28.129203745031511</c:v>
                </c:pt>
                <c:pt idx="6106">
                  <c:v>-18.31072592412022</c:v>
                </c:pt>
                <c:pt idx="6107">
                  <c:v>-8.7883360951202789</c:v>
                </c:pt>
                <c:pt idx="6108">
                  <c:v>-6.295953851166221</c:v>
                </c:pt>
                <c:pt idx="6109">
                  <c:v>-4.9344074526272497</c:v>
                </c:pt>
                <c:pt idx="6110">
                  <c:v>-7.1663034730955033E-2</c:v>
                </c:pt>
                <c:pt idx="6111">
                  <c:v>-1.5210498523450495</c:v>
                </c:pt>
                <c:pt idx="6112">
                  <c:v>-0.60315205710432163</c:v>
                </c:pt>
                <c:pt idx="6113">
                  <c:v>0.58539233719739059</c:v>
                </c:pt>
                <c:pt idx="6114">
                  <c:v>3.3806456432153418</c:v>
                </c:pt>
                <c:pt idx="6115">
                  <c:v>2.7954002239583948</c:v>
                </c:pt>
                <c:pt idx="6116">
                  <c:v>0.29522495301808549</c:v>
                </c:pt>
                <c:pt idx="6117">
                  <c:v>4.098923964186997</c:v>
                </c:pt>
                <c:pt idx="6118">
                  <c:v>8.8649175821513975</c:v>
                </c:pt>
                <c:pt idx="6119">
                  <c:v>11.276871089131529</c:v>
                </c:pt>
                <c:pt idx="6120">
                  <c:v>11.722582649475227</c:v>
                </c:pt>
                <c:pt idx="6121">
                  <c:v>10.229044014190986</c:v>
                </c:pt>
                <c:pt idx="6122">
                  <c:v>10.598954734724998</c:v>
                </c:pt>
                <c:pt idx="6123">
                  <c:v>19.577952768957498</c:v>
                </c:pt>
                <c:pt idx="6124">
                  <c:v>24.922616616430602</c:v>
                </c:pt>
                <c:pt idx="6125">
                  <c:v>29.431918365465854</c:v>
                </c:pt>
                <c:pt idx="6126">
                  <c:v>31.216146190354031</c:v>
                </c:pt>
                <c:pt idx="6127">
                  <c:v>34.129124468756487</c:v>
                </c:pt>
                <c:pt idx="6128">
                  <c:v>33.738231267783831</c:v>
                </c:pt>
                <c:pt idx="6129">
                  <c:v>34.835971162578446</c:v>
                </c:pt>
                <c:pt idx="6130">
                  <c:v>33.352743850719143</c:v>
                </c:pt>
                <c:pt idx="6131">
                  <c:v>36.544257193512713</c:v>
                </c:pt>
                <c:pt idx="6132">
                  <c:v>36.106119077933513</c:v>
                </c:pt>
                <c:pt idx="6133">
                  <c:v>36.239508742839902</c:v>
                </c:pt>
                <c:pt idx="6134">
                  <c:v>42.831523211124413</c:v>
                </c:pt>
                <c:pt idx="6135">
                  <c:v>48.551509401644573</c:v>
                </c:pt>
                <c:pt idx="6136">
                  <c:v>59.563092335261913</c:v>
                </c:pt>
                <c:pt idx="6137">
                  <c:v>66.155923625008029</c:v>
                </c:pt>
                <c:pt idx="6138">
                  <c:v>69.04350210306464</c:v>
                </c:pt>
                <c:pt idx="6139">
                  <c:v>65.972373399229085</c:v>
                </c:pt>
                <c:pt idx="6140">
                  <c:v>63.878664884994308</c:v>
                </c:pt>
                <c:pt idx="6141">
                  <c:v>64.469730300725345</c:v>
                </c:pt>
                <c:pt idx="6142">
                  <c:v>65.32521639502184</c:v>
                </c:pt>
                <c:pt idx="6143">
                  <c:v>66.375927315008369</c:v>
                </c:pt>
                <c:pt idx="6144">
                  <c:v>69.711681651334914</c:v>
                </c:pt>
                <c:pt idx="6145">
                  <c:v>69.719445390432057</c:v>
                </c:pt>
                <c:pt idx="6146">
                  <c:v>69.877353234965895</c:v>
                </c:pt>
                <c:pt idx="6147">
                  <c:v>73.944422085884014</c:v>
                </c:pt>
                <c:pt idx="6148">
                  <c:v>79.027734635226608</c:v>
                </c:pt>
                <c:pt idx="6149">
                  <c:v>85.045544773329951</c:v>
                </c:pt>
                <c:pt idx="6150">
                  <c:v>89.483159812578066</c:v>
                </c:pt>
                <c:pt idx="6151">
                  <c:v>95.625790827209556</c:v>
                </c:pt>
                <c:pt idx="6152">
                  <c:v>94.586381338991671</c:v>
                </c:pt>
                <c:pt idx="6153">
                  <c:v>94.185462261302362</c:v>
                </c:pt>
                <c:pt idx="6154">
                  <c:v>94.692207977529705</c:v>
                </c:pt>
                <c:pt idx="6155">
                  <c:v>93.791738822782634</c:v>
                </c:pt>
                <c:pt idx="6156">
                  <c:v>93.666172793732272</c:v>
                </c:pt>
                <c:pt idx="6157">
                  <c:v>93.553163367586777</c:v>
                </c:pt>
                <c:pt idx="6158">
                  <c:v>96.119573023693306</c:v>
                </c:pt>
                <c:pt idx="6159">
                  <c:v>98.475624686818676</c:v>
                </c:pt>
                <c:pt idx="6160">
                  <c:v>97.653149927182682</c:v>
                </c:pt>
                <c:pt idx="6161">
                  <c:v>106.95627484775072</c:v>
                </c:pt>
                <c:pt idx="6162">
                  <c:v>112.98687929882085</c:v>
                </c:pt>
                <c:pt idx="6163">
                  <c:v>110.4849937952045</c:v>
                </c:pt>
                <c:pt idx="6164">
                  <c:v>112.84404320754815</c:v>
                </c:pt>
                <c:pt idx="6165">
                  <c:v>111.33646237325738</c:v>
                </c:pt>
                <c:pt idx="6166">
                  <c:v>111.89682710445744</c:v>
                </c:pt>
                <c:pt idx="6167">
                  <c:v>110.26026146586116</c:v>
                </c:pt>
                <c:pt idx="6168">
                  <c:v>112.44221755358905</c:v>
                </c:pt>
                <c:pt idx="6169">
                  <c:v>115.69519738315753</c:v>
                </c:pt>
                <c:pt idx="6170">
                  <c:v>115.67748446618779</c:v>
                </c:pt>
                <c:pt idx="6171">
                  <c:v>114.73941718683432</c:v>
                </c:pt>
                <c:pt idx="6172">
                  <c:v>120.66811884531398</c:v>
                </c:pt>
                <c:pt idx="6173">
                  <c:v>118.27741641138118</c:v>
                </c:pt>
                <c:pt idx="6174">
                  <c:v>121.02491128041197</c:v>
                </c:pt>
                <c:pt idx="6175">
                  <c:v>125.00119639834998</c:v>
                </c:pt>
                <c:pt idx="6176">
                  <c:v>129.88977360471267</c:v>
                </c:pt>
                <c:pt idx="6177">
                  <c:v>131.71030010289522</c:v>
                </c:pt>
                <c:pt idx="6178">
                  <c:v>135.72185777181991</c:v>
                </c:pt>
                <c:pt idx="6179">
                  <c:v>134.29629078560214</c:v>
                </c:pt>
                <c:pt idx="6180">
                  <c:v>132.26451612335623</c:v>
                </c:pt>
                <c:pt idx="6181">
                  <c:v>129.38309678334801</c:v>
                </c:pt>
                <c:pt idx="6182">
                  <c:v>127.53505479474551</c:v>
                </c:pt>
                <c:pt idx="6183">
                  <c:v>124.11356106344235</c:v>
                </c:pt>
                <c:pt idx="6184">
                  <c:v>121.23034751102652</c:v>
                </c:pt>
                <c:pt idx="6185">
                  <c:v>121.12161428044408</c:v>
                </c:pt>
                <c:pt idx="6186">
                  <c:v>121.79432800495078</c:v>
                </c:pt>
                <c:pt idx="6187">
                  <c:v>132.81509057471462</c:v>
                </c:pt>
                <c:pt idx="6188">
                  <c:v>142.27939129171347</c:v>
                </c:pt>
                <c:pt idx="6189">
                  <c:v>136.80677337851199</c:v>
                </c:pt>
                <c:pt idx="6190">
                  <c:v>133.7097708356477</c:v>
                </c:pt>
                <c:pt idx="6191">
                  <c:v>135.65370319955073</c:v>
                </c:pt>
                <c:pt idx="6192">
                  <c:v>134.97737766382767</c:v>
                </c:pt>
                <c:pt idx="6193">
                  <c:v>133.85035867497919</c:v>
                </c:pt>
                <c:pt idx="6194">
                  <c:v>135.97909517386526</c:v>
                </c:pt>
                <c:pt idx="6195">
                  <c:v>136.13385902547773</c:v>
                </c:pt>
                <c:pt idx="6196">
                  <c:v>135.51032940713165</c:v>
                </c:pt>
                <c:pt idx="6197">
                  <c:v>133.760019966833</c:v>
                </c:pt>
                <c:pt idx="6198">
                  <c:v>129.9121605240781</c:v>
                </c:pt>
                <c:pt idx="6199">
                  <c:v>128.93524599219049</c:v>
                </c:pt>
                <c:pt idx="6200">
                  <c:v>126.82482573771364</c:v>
                </c:pt>
                <c:pt idx="6201">
                  <c:v>125.77816876843877</c:v>
                </c:pt>
                <c:pt idx="6202">
                  <c:v>125.16415291820121</c:v>
                </c:pt>
                <c:pt idx="6203">
                  <c:v>124.35699012289109</c:v>
                </c:pt>
                <c:pt idx="6204">
                  <c:v>123.14332978948988</c:v>
                </c:pt>
                <c:pt idx="6205">
                  <c:v>124.3999595004281</c:v>
                </c:pt>
                <c:pt idx="6206">
                  <c:v>125.90569087076749</c:v>
                </c:pt>
                <c:pt idx="6207">
                  <c:v>126.72267057555484</c:v>
                </c:pt>
                <c:pt idx="6208">
                  <c:v>125.97212951086456</c:v>
                </c:pt>
                <c:pt idx="6209">
                  <c:v>127.01551762248502</c:v>
                </c:pt>
                <c:pt idx="6210">
                  <c:v>121.8107686524601</c:v>
                </c:pt>
                <c:pt idx="6211">
                  <c:v>115.47999427724083</c:v>
                </c:pt>
                <c:pt idx="6212">
                  <c:v>108.80880177487099</c:v>
                </c:pt>
                <c:pt idx="6213">
                  <c:v>107.96681510508888</c:v>
                </c:pt>
                <c:pt idx="6214">
                  <c:v>105.87568758783975</c:v>
                </c:pt>
                <c:pt idx="6215">
                  <c:v>110.16155614081927</c:v>
                </c:pt>
                <c:pt idx="6216">
                  <c:v>112.08757004331855</c:v>
                </c:pt>
                <c:pt idx="6217">
                  <c:v>111.55032642184099</c:v>
                </c:pt>
                <c:pt idx="6218">
                  <c:v>106.29756002734983</c:v>
                </c:pt>
                <c:pt idx="6219">
                  <c:v>110.47730788326865</c:v>
                </c:pt>
                <c:pt idx="6220">
                  <c:v>109.84464305960529</c:v>
                </c:pt>
                <c:pt idx="6221">
                  <c:v>110.23435760130997</c:v>
                </c:pt>
                <c:pt idx="6222">
                  <c:v>103.42692564415147</c:v>
                </c:pt>
                <c:pt idx="6223">
                  <c:v>102.88724968504582</c:v>
                </c:pt>
                <c:pt idx="6224">
                  <c:v>103.52418801729704</c:v>
                </c:pt>
                <c:pt idx="6225">
                  <c:v>102.44882832613898</c:v>
                </c:pt>
                <c:pt idx="6226">
                  <c:v>100.28480484956539</c:v>
                </c:pt>
                <c:pt idx="6227">
                  <c:v>98.68007471142522</c:v>
                </c:pt>
                <c:pt idx="6228">
                  <c:v>95.505692796609566</c:v>
                </c:pt>
                <c:pt idx="6229">
                  <c:v>93.413043920680153</c:v>
                </c:pt>
                <c:pt idx="6230">
                  <c:v>92.777293521871897</c:v>
                </c:pt>
                <c:pt idx="6231">
                  <c:v>91.113055120941766</c:v>
                </c:pt>
                <c:pt idx="6232">
                  <c:v>85.834971115318496</c:v>
                </c:pt>
                <c:pt idx="6233">
                  <c:v>83.65511011182808</c:v>
                </c:pt>
                <c:pt idx="6234">
                  <c:v>74.997506434483469</c:v>
                </c:pt>
                <c:pt idx="6235">
                  <c:v>71.502656070512742</c:v>
                </c:pt>
                <c:pt idx="6236">
                  <c:v>69.49835027788572</c:v>
                </c:pt>
                <c:pt idx="6237">
                  <c:v>68.645548273897262</c:v>
                </c:pt>
                <c:pt idx="6238">
                  <c:v>66.439499340360612</c:v>
                </c:pt>
                <c:pt idx="6239">
                  <c:v>67.000900667690289</c:v>
                </c:pt>
                <c:pt idx="6240">
                  <c:v>61.288243164567952</c:v>
                </c:pt>
                <c:pt idx="6241">
                  <c:v>61.595888673643891</c:v>
                </c:pt>
                <c:pt idx="6242">
                  <c:v>64.591941673077159</c:v>
                </c:pt>
                <c:pt idx="6243">
                  <c:v>61.237051534508247</c:v>
                </c:pt>
                <c:pt idx="6244">
                  <c:v>58.872215424516035</c:v>
                </c:pt>
                <c:pt idx="6245">
                  <c:v>58.738824724000423</c:v>
                </c:pt>
                <c:pt idx="6246">
                  <c:v>52.607193077219634</c:v>
                </c:pt>
                <c:pt idx="6247">
                  <c:v>51.342006290418674</c:v>
                </c:pt>
                <c:pt idx="6248">
                  <c:v>51.428588602928521</c:v>
                </c:pt>
                <c:pt idx="6249">
                  <c:v>54.220430532260849</c:v>
                </c:pt>
                <c:pt idx="6250">
                  <c:v>52.509954429094606</c:v>
                </c:pt>
                <c:pt idx="6251">
                  <c:v>51.896794959523461</c:v>
                </c:pt>
                <c:pt idx="6252">
                  <c:v>51.931105678783794</c:v>
                </c:pt>
                <c:pt idx="6253">
                  <c:v>38.423552354090724</c:v>
                </c:pt>
                <c:pt idx="6254">
                  <c:v>32.379349290618933</c:v>
                </c:pt>
                <c:pt idx="6255">
                  <c:v>40.693221182903038</c:v>
                </c:pt>
                <c:pt idx="6256">
                  <c:v>26.838099631890575</c:v>
                </c:pt>
                <c:pt idx="6257">
                  <c:v>29.943196226786331</c:v>
                </c:pt>
                <c:pt idx="6258">
                  <c:v>31.607382497960778</c:v>
                </c:pt>
                <c:pt idx="6259">
                  <c:v>18.205428946142803</c:v>
                </c:pt>
                <c:pt idx="6260">
                  <c:v>20.664751804273411</c:v>
                </c:pt>
                <c:pt idx="6261">
                  <c:v>21.540927554074841</c:v>
                </c:pt>
                <c:pt idx="6262">
                  <c:v>19.99884358256072</c:v>
                </c:pt>
                <c:pt idx="6263">
                  <c:v>17.103062957323033</c:v>
                </c:pt>
                <c:pt idx="6264">
                  <c:v>17.006305296032568</c:v>
                </c:pt>
                <c:pt idx="6265">
                  <c:v>14.721881241840622</c:v>
                </c:pt>
                <c:pt idx="6266">
                  <c:v>12.348126404212898</c:v>
                </c:pt>
                <c:pt idx="6267">
                  <c:v>13.61203285662317</c:v>
                </c:pt>
                <c:pt idx="6268">
                  <c:v>9.646348818086814</c:v>
                </c:pt>
                <c:pt idx="6269">
                  <c:v>11.560890909747332</c:v>
                </c:pt>
                <c:pt idx="6270">
                  <c:v>5.5777168668564183</c:v>
                </c:pt>
                <c:pt idx="6271">
                  <c:v>-1.3877319843776936</c:v>
                </c:pt>
                <c:pt idx="6272">
                  <c:v>-4.0080990525519544</c:v>
                </c:pt>
                <c:pt idx="6273">
                  <c:v>-10.423824431044569</c:v>
                </c:pt>
                <c:pt idx="6274">
                  <c:v>-12.140582254551862</c:v>
                </c:pt>
                <c:pt idx="6275">
                  <c:v>-8.3723626573956356</c:v>
                </c:pt>
                <c:pt idx="6276">
                  <c:v>-14.013728199839402</c:v>
                </c:pt>
                <c:pt idx="6277">
                  <c:v>-17.418001179212354</c:v>
                </c:pt>
                <c:pt idx="6278">
                  <c:v>-15.451247284177823</c:v>
                </c:pt>
                <c:pt idx="6279">
                  <c:v>-17.151718314289031</c:v>
                </c:pt>
                <c:pt idx="6280">
                  <c:v>-20.043012389430277</c:v>
                </c:pt>
                <c:pt idx="6281">
                  <c:v>-22.46115500292327</c:v>
                </c:pt>
                <c:pt idx="6282">
                  <c:v>-24.849095158256734</c:v>
                </c:pt>
                <c:pt idx="6283">
                  <c:v>-27.888408596474179</c:v>
                </c:pt>
                <c:pt idx="6284">
                  <c:v>-31.294330107226191</c:v>
                </c:pt>
                <c:pt idx="6285">
                  <c:v>-35.210052549579792</c:v>
                </c:pt>
                <c:pt idx="6286">
                  <c:v>-35.927311741872543</c:v>
                </c:pt>
                <c:pt idx="6287">
                  <c:v>-36.291668015223124</c:v>
                </c:pt>
                <c:pt idx="6288">
                  <c:v>-35.539670664896455</c:v>
                </c:pt>
                <c:pt idx="6289">
                  <c:v>-38.606084332110214</c:v>
                </c:pt>
                <c:pt idx="6290">
                  <c:v>-39.127748581181393</c:v>
                </c:pt>
                <c:pt idx="6291">
                  <c:v>-37.106593563769131</c:v>
                </c:pt>
                <c:pt idx="6292">
                  <c:v>-32.823891501569975</c:v>
                </c:pt>
                <c:pt idx="6293">
                  <c:v>-37.855945108227665</c:v>
                </c:pt>
                <c:pt idx="6294">
                  <c:v>-36.612936566413346</c:v>
                </c:pt>
                <c:pt idx="6295">
                  <c:v>-42.1921239091551</c:v>
                </c:pt>
                <c:pt idx="6296">
                  <c:v>-41.811579823579201</c:v>
                </c:pt>
                <c:pt idx="6297">
                  <c:v>-41.426012514817785</c:v>
                </c:pt>
                <c:pt idx="6298">
                  <c:v>-42.211537744734798</c:v>
                </c:pt>
                <c:pt idx="6299">
                  <c:v>-44.529759659200572</c:v>
                </c:pt>
                <c:pt idx="6300">
                  <c:v>-45.336707879746072</c:v>
                </c:pt>
                <c:pt idx="6301">
                  <c:v>-46.400511639682044</c:v>
                </c:pt>
                <c:pt idx="6302">
                  <c:v>-50.748784258296325</c:v>
                </c:pt>
                <c:pt idx="6303">
                  <c:v>-51.584452694280017</c:v>
                </c:pt>
                <c:pt idx="6304">
                  <c:v>-54.978279501902762</c:v>
                </c:pt>
                <c:pt idx="6305">
                  <c:v>-51.100257032400613</c:v>
                </c:pt>
                <c:pt idx="6306">
                  <c:v>-48.922459021153472</c:v>
                </c:pt>
                <c:pt idx="6307">
                  <c:v>-44.772951342495524</c:v>
                </c:pt>
                <c:pt idx="6308">
                  <c:v>-46.490418578645311</c:v>
                </c:pt>
                <c:pt idx="6309">
                  <c:v>-44.909504506908618</c:v>
                </c:pt>
                <c:pt idx="6310">
                  <c:v>-49.434910048520791</c:v>
                </c:pt>
                <c:pt idx="6311">
                  <c:v>-48.975221054305536</c:v>
                </c:pt>
                <c:pt idx="6312">
                  <c:v>-49.41868358751227</c:v>
                </c:pt>
                <c:pt idx="6313">
                  <c:v>-50.330473794580421</c:v>
                </c:pt>
                <c:pt idx="6314">
                  <c:v>-57.236785689057982</c:v>
                </c:pt>
                <c:pt idx="6315">
                  <c:v>-52.620977347782798</c:v>
                </c:pt>
                <c:pt idx="6316">
                  <c:v>-54.78338359595211</c:v>
                </c:pt>
                <c:pt idx="6317">
                  <c:v>-55.073343083684335</c:v>
                </c:pt>
                <c:pt idx="6318">
                  <c:v>-54.006861910634129</c:v>
                </c:pt>
                <c:pt idx="6319">
                  <c:v>-53.288092381293865</c:v>
                </c:pt>
                <c:pt idx="6320">
                  <c:v>-48.324337725097713</c:v>
                </c:pt>
                <c:pt idx="6321">
                  <c:v>-49.089378500498697</c:v>
                </c:pt>
                <c:pt idx="6322">
                  <c:v>-49.606955947251983</c:v>
                </c:pt>
                <c:pt idx="6323">
                  <c:v>-52.683312836551359</c:v>
                </c:pt>
                <c:pt idx="6324">
                  <c:v>-56.277114745683441</c:v>
                </c:pt>
                <c:pt idx="6325">
                  <c:v>-57.44687585336289</c:v>
                </c:pt>
                <c:pt idx="6326">
                  <c:v>-59.594372241632428</c:v>
                </c:pt>
                <c:pt idx="6327">
                  <c:v>-58.075788152787418</c:v>
                </c:pt>
                <c:pt idx="6328">
                  <c:v>-58.81498579646594</c:v>
                </c:pt>
                <c:pt idx="6329">
                  <c:v>-61.659786474103583</c:v>
                </c:pt>
                <c:pt idx="6330">
                  <c:v>-62.700560833056258</c:v>
                </c:pt>
                <c:pt idx="6331">
                  <c:v>-58.519593808803364</c:v>
                </c:pt>
                <c:pt idx="6332">
                  <c:v>-64.164175641644832</c:v>
                </c:pt>
                <c:pt idx="6333">
                  <c:v>-63.516055924807787</c:v>
                </c:pt>
                <c:pt idx="6334">
                  <c:v>-64.340729499035717</c:v>
                </c:pt>
                <c:pt idx="6335">
                  <c:v>-72.620083050632346</c:v>
                </c:pt>
                <c:pt idx="6336">
                  <c:v>-76.188648915884912</c:v>
                </c:pt>
                <c:pt idx="6337">
                  <c:v>-77.726245774846774</c:v>
                </c:pt>
                <c:pt idx="6338">
                  <c:v>-80.426565453286798</c:v>
                </c:pt>
                <c:pt idx="6339">
                  <c:v>-81.016118573906752</c:v>
                </c:pt>
                <c:pt idx="6340">
                  <c:v>-79.832318187101706</c:v>
                </c:pt>
                <c:pt idx="6341">
                  <c:v>-79.374636461856426</c:v>
                </c:pt>
                <c:pt idx="6342">
                  <c:v>-80.383441368969045</c:v>
                </c:pt>
                <c:pt idx="6343">
                  <c:v>-79.761240483129981</c:v>
                </c:pt>
                <c:pt idx="6344">
                  <c:v>-80.09955919163167</c:v>
                </c:pt>
                <c:pt idx="6345">
                  <c:v>-75.367590488467712</c:v>
                </c:pt>
                <c:pt idx="6346">
                  <c:v>-76.413550110679893</c:v>
                </c:pt>
                <c:pt idx="6347">
                  <c:v>-80.434901619752409</c:v>
                </c:pt>
                <c:pt idx="6348">
                  <c:v>-80.934731128913654</c:v>
                </c:pt>
                <c:pt idx="6349">
                  <c:v>-81.68235217898544</c:v>
                </c:pt>
                <c:pt idx="6350">
                  <c:v>-81.237163436728224</c:v>
                </c:pt>
                <c:pt idx="6351">
                  <c:v>-80.593536204171585</c:v>
                </c:pt>
                <c:pt idx="6352">
                  <c:v>-83.126403764229835</c:v>
                </c:pt>
                <c:pt idx="6353">
                  <c:v>-79.300568495916949</c:v>
                </c:pt>
                <c:pt idx="6354">
                  <c:v>-75.153792844861385</c:v>
                </c:pt>
                <c:pt idx="6355">
                  <c:v>-71.995870894674468</c:v>
                </c:pt>
                <c:pt idx="6356">
                  <c:v>-71.714095275792658</c:v>
                </c:pt>
                <c:pt idx="6357">
                  <c:v>-70.083188992844185</c:v>
                </c:pt>
                <c:pt idx="6358">
                  <c:v>-66.432569436039131</c:v>
                </c:pt>
                <c:pt idx="6359">
                  <c:v>-66.011738080505054</c:v>
                </c:pt>
                <c:pt idx="6360">
                  <c:v>-63.464491761564169</c:v>
                </c:pt>
                <c:pt idx="6361">
                  <c:v>-63.865944203326364</c:v>
                </c:pt>
                <c:pt idx="6362">
                  <c:v>-64.368107280533792</c:v>
                </c:pt>
                <c:pt idx="6363">
                  <c:v>-64.523640543078642</c:v>
                </c:pt>
                <c:pt idx="6364">
                  <c:v>-62.354577109994729</c:v>
                </c:pt>
                <c:pt idx="6365">
                  <c:v>-58.791663964302892</c:v>
                </c:pt>
                <c:pt idx="6366">
                  <c:v>-56.966425056982224</c:v>
                </c:pt>
                <c:pt idx="6367">
                  <c:v>-57.821817296812185</c:v>
                </c:pt>
                <c:pt idx="6368">
                  <c:v>-58.092337238785134</c:v>
                </c:pt>
                <c:pt idx="6369">
                  <c:v>-55.51790104133832</c:v>
                </c:pt>
                <c:pt idx="6370">
                  <c:v>-53.619276881196953</c:v>
                </c:pt>
                <c:pt idx="6371">
                  <c:v>-53.812096680019849</c:v>
                </c:pt>
                <c:pt idx="6372">
                  <c:v>-52.771492789087546</c:v>
                </c:pt>
                <c:pt idx="6373">
                  <c:v>-49.472871985609785</c:v>
                </c:pt>
                <c:pt idx="6374">
                  <c:v>-52.779755959813819</c:v>
                </c:pt>
                <c:pt idx="6375">
                  <c:v>-54.29380614833557</c:v>
                </c:pt>
                <c:pt idx="6376">
                  <c:v>-53.176380637867013</c:v>
                </c:pt>
                <c:pt idx="6377">
                  <c:v>-51.54352267869362</c:v>
                </c:pt>
                <c:pt idx="6378">
                  <c:v>-52.878681620299659</c:v>
                </c:pt>
                <c:pt idx="6379">
                  <c:v>-51.785521578123436</c:v>
                </c:pt>
                <c:pt idx="6380">
                  <c:v>-53.510626883589438</c:v>
                </c:pt>
                <c:pt idx="6381">
                  <c:v>-52.213491684340113</c:v>
                </c:pt>
                <c:pt idx="6382">
                  <c:v>-50.91314117807714</c:v>
                </c:pt>
                <c:pt idx="6383">
                  <c:v>-48.240570313968689</c:v>
                </c:pt>
                <c:pt idx="6384">
                  <c:v>-43.586505816444664</c:v>
                </c:pt>
                <c:pt idx="6385">
                  <c:v>-44.895228464531954</c:v>
                </c:pt>
                <c:pt idx="6386">
                  <c:v>-44.92253939793131</c:v>
                </c:pt>
                <c:pt idx="6387">
                  <c:v>-45.01166670636507</c:v>
                </c:pt>
                <c:pt idx="6388">
                  <c:v>-44.593112518856664</c:v>
                </c:pt>
                <c:pt idx="6389">
                  <c:v>-39.782771768989434</c:v>
                </c:pt>
                <c:pt idx="6390">
                  <c:v>-40.087795213314351</c:v>
                </c:pt>
                <c:pt idx="6391">
                  <c:v>-40.024435997407345</c:v>
                </c:pt>
                <c:pt idx="6392">
                  <c:v>-39.069534753184328</c:v>
                </c:pt>
                <c:pt idx="6393">
                  <c:v>-35.120821723789902</c:v>
                </c:pt>
                <c:pt idx="6394">
                  <c:v>-38.229120285114313</c:v>
                </c:pt>
                <c:pt idx="6395">
                  <c:v>-38.298711505693234</c:v>
                </c:pt>
                <c:pt idx="6396">
                  <c:v>-40.4881023064329</c:v>
                </c:pt>
                <c:pt idx="6397">
                  <c:v>-41.209201207363122</c:v>
                </c:pt>
                <c:pt idx="6398">
                  <c:v>-43.708661820330214</c:v>
                </c:pt>
                <c:pt idx="6399">
                  <c:v>-40.414346397580061</c:v>
                </c:pt>
                <c:pt idx="6400">
                  <c:v>-43.446355590729709</c:v>
                </c:pt>
                <c:pt idx="6401">
                  <c:v>-45.211257270905769</c:v>
                </c:pt>
                <c:pt idx="6402">
                  <c:v>-42.519652437438708</c:v>
                </c:pt>
                <c:pt idx="6403">
                  <c:v>-45.214892459842119</c:v>
                </c:pt>
                <c:pt idx="6404">
                  <c:v>-45.873926080213657</c:v>
                </c:pt>
                <c:pt idx="6405">
                  <c:v>-49.653699908125546</c:v>
                </c:pt>
                <c:pt idx="6406">
                  <c:v>-51.308710651016483</c:v>
                </c:pt>
                <c:pt idx="6407">
                  <c:v>-53.138107466205781</c:v>
                </c:pt>
                <c:pt idx="6408">
                  <c:v>-52.7371169280012</c:v>
                </c:pt>
                <c:pt idx="6409">
                  <c:v>-53.018152722143853</c:v>
                </c:pt>
                <c:pt idx="6410">
                  <c:v>-55.218001991406297</c:v>
                </c:pt>
                <c:pt idx="6411">
                  <c:v>-57.588385765871493</c:v>
                </c:pt>
                <c:pt idx="6412">
                  <c:v>-57.475842259698794</c:v>
                </c:pt>
                <c:pt idx="6413">
                  <c:v>-59.034395074387724</c:v>
                </c:pt>
                <c:pt idx="6414">
                  <c:v>-63.126121275826769</c:v>
                </c:pt>
                <c:pt idx="6415">
                  <c:v>-63.943518528614845</c:v>
                </c:pt>
                <c:pt idx="6416">
                  <c:v>-60.048415757080434</c:v>
                </c:pt>
                <c:pt idx="6417">
                  <c:v>-54.714801678814787</c:v>
                </c:pt>
                <c:pt idx="6418">
                  <c:v>-49.220836592944941</c:v>
                </c:pt>
                <c:pt idx="6419">
                  <c:v>-41.736670089852907</c:v>
                </c:pt>
                <c:pt idx="6420">
                  <c:v>-36.956704185501039</c:v>
                </c:pt>
                <c:pt idx="6421">
                  <c:v>-35.618392317017808</c:v>
                </c:pt>
                <c:pt idx="6422">
                  <c:v>-33.633673662938115</c:v>
                </c:pt>
                <c:pt idx="6423">
                  <c:v>-37.386175691442517</c:v>
                </c:pt>
                <c:pt idx="6424">
                  <c:v>-40.607826002589384</c:v>
                </c:pt>
                <c:pt idx="6425">
                  <c:v>-39.738642601256522</c:v>
                </c:pt>
                <c:pt idx="6426">
                  <c:v>-41.746414377595585</c:v>
                </c:pt>
                <c:pt idx="6427">
                  <c:v>-44.486318184072822</c:v>
                </c:pt>
                <c:pt idx="6428">
                  <c:v>-45.812403492136831</c:v>
                </c:pt>
                <c:pt idx="6429">
                  <c:v>-45.377278817855441</c:v>
                </c:pt>
                <c:pt idx="6430">
                  <c:v>-45.58903645009493</c:v>
                </c:pt>
                <c:pt idx="6431">
                  <c:v>-44.308120021084726</c:v>
                </c:pt>
                <c:pt idx="6432">
                  <c:v>-39.898184791297638</c:v>
                </c:pt>
                <c:pt idx="6433">
                  <c:v>-39.243926348608767</c:v>
                </c:pt>
                <c:pt idx="6434">
                  <c:v>-39.760386849066123</c:v>
                </c:pt>
                <c:pt idx="6435">
                  <c:v>-38.543488430771539</c:v>
                </c:pt>
                <c:pt idx="6436">
                  <c:v>-39.387557577688611</c:v>
                </c:pt>
                <c:pt idx="6437">
                  <c:v>-38.38042455250342</c:v>
                </c:pt>
                <c:pt idx="6438">
                  <c:v>-39.112056171400852</c:v>
                </c:pt>
                <c:pt idx="6439">
                  <c:v>-36.788015394546946</c:v>
                </c:pt>
                <c:pt idx="6440">
                  <c:v>-34.129825750591742</c:v>
                </c:pt>
                <c:pt idx="6441">
                  <c:v>-32.11400131928724</c:v>
                </c:pt>
                <c:pt idx="6442">
                  <c:v>-33.623730701650778</c:v>
                </c:pt>
                <c:pt idx="6443">
                  <c:v>-35.864657938404271</c:v>
                </c:pt>
                <c:pt idx="6444">
                  <c:v>-36.761994155200753</c:v>
                </c:pt>
                <c:pt idx="6445">
                  <c:v>-35.770712242658476</c:v>
                </c:pt>
                <c:pt idx="6446">
                  <c:v>-40.326290040642917</c:v>
                </c:pt>
                <c:pt idx="6447">
                  <c:v>-38.167170522758397</c:v>
                </c:pt>
                <c:pt idx="6448">
                  <c:v>-40.157555851534859</c:v>
                </c:pt>
                <c:pt idx="6449">
                  <c:v>-40.195727755490992</c:v>
                </c:pt>
                <c:pt idx="6450">
                  <c:v>-38.378002808004702</c:v>
                </c:pt>
                <c:pt idx="6451">
                  <c:v>-39.354094407233539</c:v>
                </c:pt>
                <c:pt idx="6452">
                  <c:v>-34.503361351256309</c:v>
                </c:pt>
                <c:pt idx="6453">
                  <c:v>-33.357150823761827</c:v>
                </c:pt>
                <c:pt idx="6454">
                  <c:v>-36.347247614712899</c:v>
                </c:pt>
                <c:pt idx="6455">
                  <c:v>-31.058816871749137</c:v>
                </c:pt>
                <c:pt idx="6456">
                  <c:v>-31.662344779083945</c:v>
                </c:pt>
                <c:pt idx="6457">
                  <c:v>-27.103295179222442</c:v>
                </c:pt>
                <c:pt idx="6458">
                  <c:v>-27.296355071445898</c:v>
                </c:pt>
                <c:pt idx="6459">
                  <c:v>-29.336628695874818</c:v>
                </c:pt>
                <c:pt idx="6460">
                  <c:v>-31.743950464924627</c:v>
                </c:pt>
                <c:pt idx="6461">
                  <c:v>-31.847542634431363</c:v>
                </c:pt>
                <c:pt idx="6462">
                  <c:v>-31.940775586987517</c:v>
                </c:pt>
                <c:pt idx="6463">
                  <c:v>-32.585366333628102</c:v>
                </c:pt>
                <c:pt idx="6464">
                  <c:v>-33.05778779230252</c:v>
                </c:pt>
                <c:pt idx="6465">
                  <c:v>-38.219793590944398</c:v>
                </c:pt>
                <c:pt idx="6466">
                  <c:v>-33.739169090900312</c:v>
                </c:pt>
                <c:pt idx="6467">
                  <c:v>-28.58175660478533</c:v>
                </c:pt>
                <c:pt idx="6468">
                  <c:v>-28.915180143233059</c:v>
                </c:pt>
                <c:pt idx="6469">
                  <c:v>-26.096722070588573</c:v>
                </c:pt>
                <c:pt idx="6470">
                  <c:v>-18.103870858515656</c:v>
                </c:pt>
                <c:pt idx="6471">
                  <c:v>-14.495150188469449</c:v>
                </c:pt>
                <c:pt idx="6472">
                  <c:v>-13.292816024557917</c:v>
                </c:pt>
                <c:pt idx="6473">
                  <c:v>-11.451427091783458</c:v>
                </c:pt>
                <c:pt idx="6474">
                  <c:v>-13.564338968915042</c:v>
                </c:pt>
                <c:pt idx="6475">
                  <c:v>-8.7151465165453281</c:v>
                </c:pt>
                <c:pt idx="6476">
                  <c:v>-6.9559650708953829</c:v>
                </c:pt>
                <c:pt idx="6477">
                  <c:v>-8.2856795584615242</c:v>
                </c:pt>
                <c:pt idx="6478">
                  <c:v>-8.9136647237025617</c:v>
                </c:pt>
                <c:pt idx="6479">
                  <c:v>-12.398712012013986</c:v>
                </c:pt>
                <c:pt idx="6480">
                  <c:v>-5.0832735735585786</c:v>
                </c:pt>
                <c:pt idx="6481">
                  <c:v>-5.8136382024533315</c:v>
                </c:pt>
                <c:pt idx="6482">
                  <c:v>-6.9064700118047586</c:v>
                </c:pt>
                <c:pt idx="6483">
                  <c:v>-7.6723761317114736</c:v>
                </c:pt>
                <c:pt idx="6484">
                  <c:v>-8.3616916396275158</c:v>
                </c:pt>
                <c:pt idx="6485">
                  <c:v>-8.5125641329790032</c:v>
                </c:pt>
                <c:pt idx="6486">
                  <c:v>-8.7400957337153127</c:v>
                </c:pt>
                <c:pt idx="6487">
                  <c:v>-10.981711302577292</c:v>
                </c:pt>
                <c:pt idx="6488">
                  <c:v>-12.596294197130254</c:v>
                </c:pt>
                <c:pt idx="6489">
                  <c:v>-13.038747498363188</c:v>
                </c:pt>
                <c:pt idx="6490">
                  <c:v>-9.2361536556953094</c:v>
                </c:pt>
                <c:pt idx="6491">
                  <c:v>-5.8138191972942188</c:v>
                </c:pt>
                <c:pt idx="6492">
                  <c:v>-0.98696103486181652</c:v>
                </c:pt>
                <c:pt idx="6493">
                  <c:v>0.94624051703461542</c:v>
                </c:pt>
                <c:pt idx="6494">
                  <c:v>3.683200038522954</c:v>
                </c:pt>
                <c:pt idx="6495">
                  <c:v>8.1801920302983397</c:v>
                </c:pt>
                <c:pt idx="6496">
                  <c:v>10.127143009925955</c:v>
                </c:pt>
                <c:pt idx="6497">
                  <c:v>12.56553420662496</c:v>
                </c:pt>
                <c:pt idx="6498">
                  <c:v>13.599101896224866</c:v>
                </c:pt>
                <c:pt idx="6499">
                  <c:v>13.033995952953502</c:v>
                </c:pt>
                <c:pt idx="6500">
                  <c:v>15.758605483510951</c:v>
                </c:pt>
                <c:pt idx="6501">
                  <c:v>16.881121983749498</c:v>
                </c:pt>
                <c:pt idx="6502">
                  <c:v>17.739249971645819</c:v>
                </c:pt>
                <c:pt idx="6503">
                  <c:v>16.325362674770432</c:v>
                </c:pt>
                <c:pt idx="6504">
                  <c:v>14.850269637684461</c:v>
                </c:pt>
                <c:pt idx="6505">
                  <c:v>17.708988940953574</c:v>
                </c:pt>
                <c:pt idx="6506">
                  <c:v>20.486378807542899</c:v>
                </c:pt>
                <c:pt idx="6507">
                  <c:v>24.964528654654089</c:v>
                </c:pt>
                <c:pt idx="6508">
                  <c:v>28.45350952157785</c:v>
                </c:pt>
                <c:pt idx="6509">
                  <c:v>32.360902747571238</c:v>
                </c:pt>
                <c:pt idx="6510">
                  <c:v>30.826717017696033</c:v>
                </c:pt>
                <c:pt idx="6511">
                  <c:v>29.527540892951382</c:v>
                </c:pt>
                <c:pt idx="6512">
                  <c:v>25.379693308524335</c:v>
                </c:pt>
                <c:pt idx="6513">
                  <c:v>24.455272612113742</c:v>
                </c:pt>
                <c:pt idx="6514">
                  <c:v>23.292277348909469</c:v>
                </c:pt>
                <c:pt idx="6515">
                  <c:v>23.880308754521185</c:v>
                </c:pt>
                <c:pt idx="6516">
                  <c:v>23.042737024600537</c:v>
                </c:pt>
                <c:pt idx="6517">
                  <c:v>23.173837003731162</c:v>
                </c:pt>
                <c:pt idx="6518">
                  <c:v>20.710357944989152</c:v>
                </c:pt>
                <c:pt idx="6519">
                  <c:v>14.413341929899236</c:v>
                </c:pt>
                <c:pt idx="6520">
                  <c:v>13.118201244662234</c:v>
                </c:pt>
                <c:pt idx="6521">
                  <c:v>13.243325096778651</c:v>
                </c:pt>
                <c:pt idx="6522">
                  <c:v>13.702488164125738</c:v>
                </c:pt>
                <c:pt idx="6523">
                  <c:v>14.413961199295624</c:v>
                </c:pt>
                <c:pt idx="6524">
                  <c:v>15.028250982244451</c:v>
                </c:pt>
                <c:pt idx="6525">
                  <c:v>18.028954709708138</c:v>
                </c:pt>
                <c:pt idx="6526">
                  <c:v>19.465165326957575</c:v>
                </c:pt>
                <c:pt idx="6527">
                  <c:v>24.045436522127297</c:v>
                </c:pt>
                <c:pt idx="6528">
                  <c:v>26.144421695602695</c:v>
                </c:pt>
                <c:pt idx="6529">
                  <c:v>25.843992402453345</c:v>
                </c:pt>
                <c:pt idx="6530">
                  <c:v>28.051023516534265</c:v>
                </c:pt>
                <c:pt idx="6531">
                  <c:v>26.087877230938467</c:v>
                </c:pt>
                <c:pt idx="6532">
                  <c:v>30.42320823269505</c:v>
                </c:pt>
                <c:pt idx="6533">
                  <c:v>34.088421806811724</c:v>
                </c:pt>
                <c:pt idx="6534">
                  <c:v>36.080041856013494</c:v>
                </c:pt>
                <c:pt idx="6535">
                  <c:v>38.255547601284746</c:v>
                </c:pt>
                <c:pt idx="6536">
                  <c:v>37.594947537753029</c:v>
                </c:pt>
                <c:pt idx="6537">
                  <c:v>38.386939031566399</c:v>
                </c:pt>
                <c:pt idx="6538">
                  <c:v>35.941060250363051</c:v>
                </c:pt>
                <c:pt idx="6539">
                  <c:v>31.128078649148918</c:v>
                </c:pt>
                <c:pt idx="6540">
                  <c:v>29.944540451644716</c:v>
                </c:pt>
                <c:pt idx="6541">
                  <c:v>27.242571670311321</c:v>
                </c:pt>
                <c:pt idx="6542">
                  <c:v>31.04510223114567</c:v>
                </c:pt>
                <c:pt idx="6543">
                  <c:v>33.296120673278956</c:v>
                </c:pt>
                <c:pt idx="6544">
                  <c:v>32.567593646320944</c:v>
                </c:pt>
                <c:pt idx="6545">
                  <c:v>34.396953896032116</c:v>
                </c:pt>
                <c:pt idx="6546">
                  <c:v>34.948015461083251</c:v>
                </c:pt>
                <c:pt idx="6547">
                  <c:v>37.980001642840229</c:v>
                </c:pt>
                <c:pt idx="6548">
                  <c:v>40.418613033676749</c:v>
                </c:pt>
                <c:pt idx="6549">
                  <c:v>39.408297106371123</c:v>
                </c:pt>
                <c:pt idx="6550">
                  <c:v>41.092735000520506</c:v>
                </c:pt>
                <c:pt idx="6551">
                  <c:v>42.608729105254952</c:v>
                </c:pt>
                <c:pt idx="6552">
                  <c:v>40.108684539628349</c:v>
                </c:pt>
                <c:pt idx="6553">
                  <c:v>42.167529379910192</c:v>
                </c:pt>
                <c:pt idx="6554">
                  <c:v>37.148463923335406</c:v>
                </c:pt>
                <c:pt idx="6555">
                  <c:v>31.216269963355515</c:v>
                </c:pt>
                <c:pt idx="6556">
                  <c:v>27.769382758731055</c:v>
                </c:pt>
                <c:pt idx="6557">
                  <c:v>32.333758689473193</c:v>
                </c:pt>
                <c:pt idx="6558">
                  <c:v>41.114684341046072</c:v>
                </c:pt>
                <c:pt idx="6559">
                  <c:v>48.387079911107861</c:v>
                </c:pt>
                <c:pt idx="6560">
                  <c:v>46.491022850225932</c:v>
                </c:pt>
                <c:pt idx="6561">
                  <c:v>55.24946935706744</c:v>
                </c:pt>
                <c:pt idx="6562">
                  <c:v>53.071529870149064</c:v>
                </c:pt>
                <c:pt idx="6563">
                  <c:v>51.508378455833899</c:v>
                </c:pt>
                <c:pt idx="6564">
                  <c:v>51.578323551802043</c:v>
                </c:pt>
                <c:pt idx="6565">
                  <c:v>48.539412639411196</c:v>
                </c:pt>
                <c:pt idx="6566">
                  <c:v>48.861357389853183</c:v>
                </c:pt>
                <c:pt idx="6567">
                  <c:v>45.643988541056956</c:v>
                </c:pt>
                <c:pt idx="6568">
                  <c:v>44.295877290723325</c:v>
                </c:pt>
                <c:pt idx="6569">
                  <c:v>44.683329408916265</c:v>
                </c:pt>
                <c:pt idx="6570">
                  <c:v>46.741784195890119</c:v>
                </c:pt>
                <c:pt idx="6571">
                  <c:v>43.172105753329276</c:v>
                </c:pt>
                <c:pt idx="6572">
                  <c:v>40.91058108087492</c:v>
                </c:pt>
                <c:pt idx="6573">
                  <c:v>40.896256012307212</c:v>
                </c:pt>
                <c:pt idx="6574">
                  <c:v>34.728820458909873</c:v>
                </c:pt>
                <c:pt idx="6575">
                  <c:v>33.488729928892099</c:v>
                </c:pt>
                <c:pt idx="6576">
                  <c:v>31.974362384413141</c:v>
                </c:pt>
                <c:pt idx="6577">
                  <c:v>33.701361320826358</c:v>
                </c:pt>
                <c:pt idx="6578">
                  <c:v>31.613757186750824</c:v>
                </c:pt>
                <c:pt idx="6579">
                  <c:v>32.955910293763871</c:v>
                </c:pt>
                <c:pt idx="6580">
                  <c:v>33.408568583111659</c:v>
                </c:pt>
                <c:pt idx="6581">
                  <c:v>33.614283855371113</c:v>
                </c:pt>
                <c:pt idx="6582">
                  <c:v>28.796302348746813</c:v>
                </c:pt>
                <c:pt idx="6583">
                  <c:v>26.956777238690851</c:v>
                </c:pt>
                <c:pt idx="6584">
                  <c:v>27.966875072356014</c:v>
                </c:pt>
                <c:pt idx="6585">
                  <c:v>26.931015910019216</c:v>
                </c:pt>
                <c:pt idx="6586">
                  <c:v>21.803686849035085</c:v>
                </c:pt>
                <c:pt idx="6587">
                  <c:v>21.614637575734054</c:v>
                </c:pt>
                <c:pt idx="6588">
                  <c:v>25.754236016997471</c:v>
                </c:pt>
                <c:pt idx="6589">
                  <c:v>19.124884926188102</c:v>
                </c:pt>
                <c:pt idx="6590">
                  <c:v>21.387087687161774</c:v>
                </c:pt>
                <c:pt idx="6591">
                  <c:v>25.775166646311074</c:v>
                </c:pt>
                <c:pt idx="6592">
                  <c:v>26.140300911908827</c:v>
                </c:pt>
                <c:pt idx="6593">
                  <c:v>29.359254778662304</c:v>
                </c:pt>
                <c:pt idx="6594">
                  <c:v>32.679274073230012</c:v>
                </c:pt>
                <c:pt idx="6595">
                  <c:v>21.942257631516313</c:v>
                </c:pt>
                <c:pt idx="6596">
                  <c:v>24.69957047643344</c:v>
                </c:pt>
                <c:pt idx="6597">
                  <c:v>23.666557405372735</c:v>
                </c:pt>
                <c:pt idx="6598">
                  <c:v>19.669217062632544</c:v>
                </c:pt>
                <c:pt idx="6599">
                  <c:v>20.37847919344323</c:v>
                </c:pt>
                <c:pt idx="6600">
                  <c:v>18.802036931167549</c:v>
                </c:pt>
                <c:pt idx="6601">
                  <c:v>16.447381670457389</c:v>
                </c:pt>
                <c:pt idx="6602">
                  <c:v>18.97076302215352</c:v>
                </c:pt>
                <c:pt idx="6603">
                  <c:v>22.642731478125359</c:v>
                </c:pt>
                <c:pt idx="6604">
                  <c:v>24.779337019197953</c:v>
                </c:pt>
                <c:pt idx="6605">
                  <c:v>28.30185674349913</c:v>
                </c:pt>
                <c:pt idx="6606">
                  <c:v>26.449592400263828</c:v>
                </c:pt>
                <c:pt idx="6607">
                  <c:v>26.132848672641387</c:v>
                </c:pt>
                <c:pt idx="6608">
                  <c:v>31.576056705531421</c:v>
                </c:pt>
                <c:pt idx="6609">
                  <c:v>35.284260144508167</c:v>
                </c:pt>
                <c:pt idx="6610">
                  <c:v>30.094434954916071</c:v>
                </c:pt>
                <c:pt idx="6611">
                  <c:v>27.289689874264653</c:v>
                </c:pt>
                <c:pt idx="6612">
                  <c:v>30.566951390677378</c:v>
                </c:pt>
                <c:pt idx="6613">
                  <c:v>34.037043979475122</c:v>
                </c:pt>
                <c:pt idx="6614">
                  <c:v>29.924651149164124</c:v>
                </c:pt>
                <c:pt idx="6615">
                  <c:v>32.5574536390342</c:v>
                </c:pt>
                <c:pt idx="6616">
                  <c:v>29.155612916761889</c:v>
                </c:pt>
                <c:pt idx="6617">
                  <c:v>26.667662721322952</c:v>
                </c:pt>
                <c:pt idx="6618">
                  <c:v>21.371662740798676</c:v>
                </c:pt>
                <c:pt idx="6619">
                  <c:v>18.650702942130117</c:v>
                </c:pt>
                <c:pt idx="6620">
                  <c:v>16.677095298631507</c:v>
                </c:pt>
                <c:pt idx="6621">
                  <c:v>13.552832647681166</c:v>
                </c:pt>
                <c:pt idx="6622">
                  <c:v>12.120644860616514</c:v>
                </c:pt>
                <c:pt idx="6623">
                  <c:v>8.8431781184729914</c:v>
                </c:pt>
                <c:pt idx="6624">
                  <c:v>1.3384795729222931</c:v>
                </c:pt>
                <c:pt idx="6625">
                  <c:v>7.0099087509129632</c:v>
                </c:pt>
                <c:pt idx="6626">
                  <c:v>4.1566766722008568</c:v>
                </c:pt>
                <c:pt idx="6627">
                  <c:v>2.5023170187301611</c:v>
                </c:pt>
                <c:pt idx="6628">
                  <c:v>-1.5865829884824647</c:v>
                </c:pt>
                <c:pt idx="6629">
                  <c:v>-0.9158173593155513</c:v>
                </c:pt>
                <c:pt idx="6630">
                  <c:v>-0.46902379209714512</c:v>
                </c:pt>
                <c:pt idx="6631">
                  <c:v>-0.87469798697126266</c:v>
                </c:pt>
                <c:pt idx="6632">
                  <c:v>-1.8078400837737165</c:v>
                </c:pt>
                <c:pt idx="6633">
                  <c:v>-2.298283572838741</c:v>
                </c:pt>
                <c:pt idx="6634">
                  <c:v>1.0223731659798534</c:v>
                </c:pt>
                <c:pt idx="6635">
                  <c:v>-0.53641727170532194</c:v>
                </c:pt>
                <c:pt idx="6636">
                  <c:v>-4.1391335130436202</c:v>
                </c:pt>
                <c:pt idx="6637">
                  <c:v>-6.0716890868615385</c:v>
                </c:pt>
                <c:pt idx="6638">
                  <c:v>-9.2313876505793964</c:v>
                </c:pt>
                <c:pt idx="6639">
                  <c:v>-7.0545509757588079</c:v>
                </c:pt>
                <c:pt idx="6640">
                  <c:v>-8.1537722091092277</c:v>
                </c:pt>
                <c:pt idx="6641">
                  <c:v>-8.664257684621635</c:v>
                </c:pt>
                <c:pt idx="6642">
                  <c:v>-8.0899245823210961</c:v>
                </c:pt>
                <c:pt idx="6643">
                  <c:v>-8.9986300491857474</c:v>
                </c:pt>
                <c:pt idx="6644">
                  <c:v>-13.011587252683075</c:v>
                </c:pt>
                <c:pt idx="6645">
                  <c:v>-6.1543562357949879</c:v>
                </c:pt>
                <c:pt idx="6646">
                  <c:v>-11.372883562713088</c:v>
                </c:pt>
                <c:pt idx="6647">
                  <c:v>-3.7088074785762997</c:v>
                </c:pt>
                <c:pt idx="6648">
                  <c:v>-9.8423135018110806</c:v>
                </c:pt>
                <c:pt idx="6649">
                  <c:v>-5.9789051781605913</c:v>
                </c:pt>
                <c:pt idx="6650">
                  <c:v>-8.3564925619311321</c:v>
                </c:pt>
                <c:pt idx="6651">
                  <c:v>-11.267191864121589</c:v>
                </c:pt>
                <c:pt idx="6652">
                  <c:v>-11.907876823205282</c:v>
                </c:pt>
                <c:pt idx="6653">
                  <c:v>-12.876008821356285</c:v>
                </c:pt>
                <c:pt idx="6654">
                  <c:v>-10.680422189842671</c:v>
                </c:pt>
                <c:pt idx="6655">
                  <c:v>-13.321789565368395</c:v>
                </c:pt>
                <c:pt idx="6656">
                  <c:v>-17.159431764314444</c:v>
                </c:pt>
                <c:pt idx="6657">
                  <c:v>-17.024435606148391</c:v>
                </c:pt>
                <c:pt idx="6658">
                  <c:v>-18.340711503210521</c:v>
                </c:pt>
                <c:pt idx="6659">
                  <c:v>-20.646611375244362</c:v>
                </c:pt>
                <c:pt idx="6660">
                  <c:v>-21.282051742241276</c:v>
                </c:pt>
                <c:pt idx="6661">
                  <c:v>-22.172566025694117</c:v>
                </c:pt>
                <c:pt idx="6662">
                  <c:v>-18.231310315556136</c:v>
                </c:pt>
                <c:pt idx="6663">
                  <c:v>-16.554274642369418</c:v>
                </c:pt>
                <c:pt idx="6664">
                  <c:v>-20.239831816769765</c:v>
                </c:pt>
                <c:pt idx="6665">
                  <c:v>-21.686813609529139</c:v>
                </c:pt>
                <c:pt idx="6666">
                  <c:v>-25.414458449694646</c:v>
                </c:pt>
                <c:pt idx="6667">
                  <c:v>-27.479478511295333</c:v>
                </c:pt>
                <c:pt idx="6668">
                  <c:v>-30.072515298803093</c:v>
                </c:pt>
                <c:pt idx="6669">
                  <c:v>-31.806579293252412</c:v>
                </c:pt>
                <c:pt idx="6670">
                  <c:v>-28.936256804297717</c:v>
                </c:pt>
                <c:pt idx="6671">
                  <c:v>-31.016669891449204</c:v>
                </c:pt>
                <c:pt idx="6672">
                  <c:v>-28.969179845785074</c:v>
                </c:pt>
                <c:pt idx="6673">
                  <c:v>-21.165565308067347</c:v>
                </c:pt>
                <c:pt idx="6674">
                  <c:v>-23.563483313039544</c:v>
                </c:pt>
                <c:pt idx="6675">
                  <c:v>-26.804609529646168</c:v>
                </c:pt>
                <c:pt idx="6676">
                  <c:v>-32.860016436974909</c:v>
                </c:pt>
                <c:pt idx="6677">
                  <c:v>-33.627942282387323</c:v>
                </c:pt>
                <c:pt idx="6678">
                  <c:v>-36.791714995476241</c:v>
                </c:pt>
                <c:pt idx="6679">
                  <c:v>-37.338523716519617</c:v>
                </c:pt>
                <c:pt idx="6680">
                  <c:v>-39.266220553185875</c:v>
                </c:pt>
                <c:pt idx="6681">
                  <c:v>-44.075466358160647</c:v>
                </c:pt>
                <c:pt idx="6682">
                  <c:v>-39.023932797621903</c:v>
                </c:pt>
                <c:pt idx="6683">
                  <c:v>-35.792767015302388</c:v>
                </c:pt>
                <c:pt idx="6684">
                  <c:v>-38.524414230257499</c:v>
                </c:pt>
                <c:pt idx="6685">
                  <c:v>-39.002346638567346</c:v>
                </c:pt>
                <c:pt idx="6686">
                  <c:v>-40.656859461653198</c:v>
                </c:pt>
                <c:pt idx="6687">
                  <c:v>-43.069775323671031</c:v>
                </c:pt>
                <c:pt idx="6688">
                  <c:v>-36.775191252972149</c:v>
                </c:pt>
                <c:pt idx="6689">
                  <c:v>-38.060908885870873</c:v>
                </c:pt>
                <c:pt idx="6690">
                  <c:v>-37.047255071126628</c:v>
                </c:pt>
                <c:pt idx="6691">
                  <c:v>-33.989914921377199</c:v>
                </c:pt>
                <c:pt idx="6692">
                  <c:v>-42.142867562857582</c:v>
                </c:pt>
                <c:pt idx="6693">
                  <c:v>-40.187652927584651</c:v>
                </c:pt>
                <c:pt idx="6694">
                  <c:v>-44.061071608432002</c:v>
                </c:pt>
                <c:pt idx="6695">
                  <c:v>-46.093040761110451</c:v>
                </c:pt>
                <c:pt idx="6696">
                  <c:v>-46.788054905354386</c:v>
                </c:pt>
                <c:pt idx="6697">
                  <c:v>-47.592766244418584</c:v>
                </c:pt>
                <c:pt idx="6698">
                  <c:v>-47.231385314185722</c:v>
                </c:pt>
                <c:pt idx="6699">
                  <c:v>-47.16375868799043</c:v>
                </c:pt>
                <c:pt idx="6700">
                  <c:v>-47.145800809185616</c:v>
                </c:pt>
                <c:pt idx="6701">
                  <c:v>-43.426161732156892</c:v>
                </c:pt>
                <c:pt idx="6702">
                  <c:v>-42.324513569818272</c:v>
                </c:pt>
                <c:pt idx="6703">
                  <c:v>-38.339243067771861</c:v>
                </c:pt>
                <c:pt idx="6704">
                  <c:v>-35.116018793712108</c:v>
                </c:pt>
                <c:pt idx="6705">
                  <c:v>-34.549002692236812</c:v>
                </c:pt>
                <c:pt idx="6706">
                  <c:v>-33.953117731730103</c:v>
                </c:pt>
                <c:pt idx="6707">
                  <c:v>-35.041607969194004</c:v>
                </c:pt>
                <c:pt idx="6708">
                  <c:v>-35.93534286648341</c:v>
                </c:pt>
                <c:pt idx="6709">
                  <c:v>-33.754806974598388</c:v>
                </c:pt>
                <c:pt idx="6710">
                  <c:v>-30.61303177993415</c:v>
                </c:pt>
                <c:pt idx="6711">
                  <c:v>-30.187150106626024</c:v>
                </c:pt>
                <c:pt idx="6712">
                  <c:v>-30.127279325777582</c:v>
                </c:pt>
                <c:pt idx="6713">
                  <c:v>-27.73809199406255</c:v>
                </c:pt>
                <c:pt idx="6714">
                  <c:v>-26.539577092710285</c:v>
                </c:pt>
                <c:pt idx="6715">
                  <c:v>-33.401930467461234</c:v>
                </c:pt>
                <c:pt idx="6716">
                  <c:v>-30.103488962597442</c:v>
                </c:pt>
                <c:pt idx="6717">
                  <c:v>-27.542351061415346</c:v>
                </c:pt>
                <c:pt idx="6718">
                  <c:v>-20.476312266453494</c:v>
                </c:pt>
                <c:pt idx="6719">
                  <c:v>-16.033416636570895</c:v>
                </c:pt>
                <c:pt idx="6720">
                  <c:v>-10.596853466442905</c:v>
                </c:pt>
                <c:pt idx="6721">
                  <c:v>-6.7425944871401544</c:v>
                </c:pt>
                <c:pt idx="6722">
                  <c:v>5.9459664820940619</c:v>
                </c:pt>
                <c:pt idx="6723">
                  <c:v>8.0719423436820747</c:v>
                </c:pt>
                <c:pt idx="6724">
                  <c:v>11.097969615784587</c:v>
                </c:pt>
                <c:pt idx="6725">
                  <c:v>14.566306434323639</c:v>
                </c:pt>
                <c:pt idx="6726">
                  <c:v>20.800993027479194</c:v>
                </c:pt>
                <c:pt idx="6727">
                  <c:v>24.860864587177446</c:v>
                </c:pt>
                <c:pt idx="6728">
                  <c:v>23.306779629948387</c:v>
                </c:pt>
                <c:pt idx="6729">
                  <c:v>32.158600879783648</c:v>
                </c:pt>
                <c:pt idx="6730">
                  <c:v>33.312044464439033</c:v>
                </c:pt>
                <c:pt idx="6731">
                  <c:v>37.412842623542353</c:v>
                </c:pt>
                <c:pt idx="6732">
                  <c:v>42.650970236356649</c:v>
                </c:pt>
                <c:pt idx="6733">
                  <c:v>51.793422004585089</c:v>
                </c:pt>
                <c:pt idx="6734">
                  <c:v>60.721512560690684</c:v>
                </c:pt>
                <c:pt idx="6735">
                  <c:v>71.223679188528308</c:v>
                </c:pt>
                <c:pt idx="6736">
                  <c:v>74.376331858565678</c:v>
                </c:pt>
                <c:pt idx="6737">
                  <c:v>79.585220117036812</c:v>
                </c:pt>
                <c:pt idx="6738">
                  <c:v>79.512700787994589</c:v>
                </c:pt>
                <c:pt idx="6739">
                  <c:v>73.064584695869755</c:v>
                </c:pt>
                <c:pt idx="6740">
                  <c:v>77.77242774680299</c:v>
                </c:pt>
                <c:pt idx="6741">
                  <c:v>86.274406585314495</c:v>
                </c:pt>
                <c:pt idx="6742">
                  <c:v>90.961361558062947</c:v>
                </c:pt>
                <c:pt idx="6743">
                  <c:v>95.739120993884555</c:v>
                </c:pt>
                <c:pt idx="6744">
                  <c:v>101.9142275265101</c:v>
                </c:pt>
                <c:pt idx="6745">
                  <c:v>107.9430533862417</c:v>
                </c:pt>
                <c:pt idx="6746">
                  <c:v>125.93098860884513</c:v>
                </c:pt>
                <c:pt idx="6747">
                  <c:v>137.23402905013251</c:v>
                </c:pt>
                <c:pt idx="6748">
                  <c:v>146.69478617649625</c:v>
                </c:pt>
                <c:pt idx="6749">
                  <c:v>155.71244190871963</c:v>
                </c:pt>
                <c:pt idx="6750">
                  <c:v>162.09399644062046</c:v>
                </c:pt>
                <c:pt idx="6751">
                  <c:v>166.18472178664763</c:v>
                </c:pt>
                <c:pt idx="6752">
                  <c:v>180.8994441782383</c:v>
                </c:pt>
                <c:pt idx="6753">
                  <c:v>185.73190796633386</c:v>
                </c:pt>
                <c:pt idx="6754">
                  <c:v>198.63590904463209</c:v>
                </c:pt>
                <c:pt idx="6755">
                  <c:v>210.68203574675559</c:v>
                </c:pt>
                <c:pt idx="6756">
                  <c:v>214.12065810883965</c:v>
                </c:pt>
                <c:pt idx="6757">
                  <c:v>226.06587045671918</c:v>
                </c:pt>
                <c:pt idx="6758">
                  <c:v>232.03774693532188</c:v>
                </c:pt>
                <c:pt idx="6759">
                  <c:v>240.57058338545721</c:v>
                </c:pt>
                <c:pt idx="6760">
                  <c:v>248.25013619057898</c:v>
                </c:pt>
                <c:pt idx="6761">
                  <c:v>244.29200473537799</c:v>
                </c:pt>
                <c:pt idx="6762">
                  <c:v>252.67341117807388</c:v>
                </c:pt>
                <c:pt idx="6763">
                  <c:v>266.94236383317872</c:v>
                </c:pt>
                <c:pt idx="6764">
                  <c:v>274.11417363331435</c:v>
                </c:pt>
                <c:pt idx="6765">
                  <c:v>279.45096768168452</c:v>
                </c:pt>
                <c:pt idx="6766">
                  <c:v>278.96675242307947</c:v>
                </c:pt>
                <c:pt idx="6767">
                  <c:v>289.56524295729383</c:v>
                </c:pt>
                <c:pt idx="6768">
                  <c:v>286.36639659493085</c:v>
                </c:pt>
                <c:pt idx="6769">
                  <c:v>291.59580311889124</c:v>
                </c:pt>
                <c:pt idx="6770">
                  <c:v>296.95802498127244</c:v>
                </c:pt>
                <c:pt idx="6771">
                  <c:v>302.0468407007325</c:v>
                </c:pt>
                <c:pt idx="6772">
                  <c:v>314.90738527920405</c:v>
                </c:pt>
                <c:pt idx="6773">
                  <c:v>329.8334385872937</c:v>
                </c:pt>
                <c:pt idx="6774">
                  <c:v>339.2732309723948</c:v>
                </c:pt>
                <c:pt idx="6775">
                  <c:v>351.76269971116534</c:v>
                </c:pt>
                <c:pt idx="6776">
                  <c:v>364.61944595329669</c:v>
                </c:pt>
                <c:pt idx="6777">
                  <c:v>366.65266713448932</c:v>
                </c:pt>
                <c:pt idx="6778">
                  <c:v>381.2856266937078</c:v>
                </c:pt>
                <c:pt idx="6779">
                  <c:v>394.45529029700447</c:v>
                </c:pt>
                <c:pt idx="6780">
                  <c:v>403.04277748055193</c:v>
                </c:pt>
                <c:pt idx="6781">
                  <c:v>415.68593379788786</c:v>
                </c:pt>
                <c:pt idx="6782">
                  <c:v>422.15035663134699</c:v>
                </c:pt>
                <c:pt idx="6783">
                  <c:v>435.0991705007828</c:v>
                </c:pt>
                <c:pt idx="6784">
                  <c:v>445.08891093990371</c:v>
                </c:pt>
                <c:pt idx="6785">
                  <c:v>455.18788080465902</c:v>
                </c:pt>
                <c:pt idx="6786">
                  <c:v>448.16425850071545</c:v>
                </c:pt>
                <c:pt idx="6787">
                  <c:v>453.00795690696953</c:v>
                </c:pt>
                <c:pt idx="6788">
                  <c:v>455.09238776625762</c:v>
                </c:pt>
                <c:pt idx="6789">
                  <c:v>467.54598209590904</c:v>
                </c:pt>
                <c:pt idx="6790">
                  <c:v>475.39924484506389</c:v>
                </c:pt>
                <c:pt idx="6791">
                  <c:v>479.15754663322491</c:v>
                </c:pt>
                <c:pt idx="6792">
                  <c:v>480.90191622622802</c:v>
                </c:pt>
                <c:pt idx="6793">
                  <c:v>481.92826343746754</c:v>
                </c:pt>
                <c:pt idx="6794">
                  <c:v>487.51167507531949</c:v>
                </c:pt>
                <c:pt idx="6795">
                  <c:v>488.42063182411317</c:v>
                </c:pt>
                <c:pt idx="6796">
                  <c:v>483.32554415611077</c:v>
                </c:pt>
                <c:pt idx="6797">
                  <c:v>481.40978157650972</c:v>
                </c:pt>
                <c:pt idx="6798">
                  <c:v>482.27677139161045</c:v>
                </c:pt>
                <c:pt idx="6799">
                  <c:v>486.99652831784056</c:v>
                </c:pt>
                <c:pt idx="6800">
                  <c:v>489.59510175872396</c:v>
                </c:pt>
                <c:pt idx="6801">
                  <c:v>496.91521340692009</c:v>
                </c:pt>
                <c:pt idx="6802">
                  <c:v>493.64048390223809</c:v>
                </c:pt>
                <c:pt idx="6803">
                  <c:v>495.57466178468172</c:v>
                </c:pt>
                <c:pt idx="6804">
                  <c:v>495.94957039417136</c:v>
                </c:pt>
                <c:pt idx="6805">
                  <c:v>491.16595564270813</c:v>
                </c:pt>
                <c:pt idx="6806">
                  <c:v>496.65722103718304</c:v>
                </c:pt>
                <c:pt idx="6807">
                  <c:v>495.02451514671264</c:v>
                </c:pt>
                <c:pt idx="6808">
                  <c:v>486.1040718682878</c:v>
                </c:pt>
                <c:pt idx="6809">
                  <c:v>482.30500696941294</c:v>
                </c:pt>
                <c:pt idx="6810">
                  <c:v>482.10752248571953</c:v>
                </c:pt>
                <c:pt idx="6811">
                  <c:v>488.50463119589324</c:v>
                </c:pt>
                <c:pt idx="6812">
                  <c:v>484.4655103642578</c:v>
                </c:pt>
                <c:pt idx="6813">
                  <c:v>490.62682028657775</c:v>
                </c:pt>
                <c:pt idx="6814">
                  <c:v>499.52697136419715</c:v>
                </c:pt>
                <c:pt idx="6815">
                  <c:v>500.87250050044486</c:v>
                </c:pt>
                <c:pt idx="6816">
                  <c:v>503.18170764598756</c:v>
                </c:pt>
                <c:pt idx="6817">
                  <c:v>507.4713978401345</c:v>
                </c:pt>
                <c:pt idx="6818">
                  <c:v>504.75727426936896</c:v>
                </c:pt>
                <c:pt idx="6819">
                  <c:v>506.67800403801925</c:v>
                </c:pt>
                <c:pt idx="6820">
                  <c:v>512.2898254582858</c:v>
                </c:pt>
                <c:pt idx="6821">
                  <c:v>522.42492364416285</c:v>
                </c:pt>
                <c:pt idx="6822">
                  <c:v>523.12986534513766</c:v>
                </c:pt>
                <c:pt idx="6823">
                  <c:v>527.09650063469235</c:v>
                </c:pt>
                <c:pt idx="6824">
                  <c:v>534.04446342212952</c:v>
                </c:pt>
                <c:pt idx="6825">
                  <c:v>527.59434782710616</c:v>
                </c:pt>
                <c:pt idx="6826">
                  <c:v>528.61115102599422</c:v>
                </c:pt>
                <c:pt idx="6827">
                  <c:v>523.78305213664271</c:v>
                </c:pt>
                <c:pt idx="6828">
                  <c:v>519.43776313622641</c:v>
                </c:pt>
                <c:pt idx="6829">
                  <c:v>520.04773902779652</c:v>
                </c:pt>
                <c:pt idx="6830">
                  <c:v>518.79392896927754</c:v>
                </c:pt>
                <c:pt idx="6831">
                  <c:v>516.57466032867535</c:v>
                </c:pt>
                <c:pt idx="6832">
                  <c:v>519.52505525455354</c:v>
                </c:pt>
                <c:pt idx="6833">
                  <c:v>517.23267398542373</c:v>
                </c:pt>
                <c:pt idx="6834">
                  <c:v>513.54242280012932</c:v>
                </c:pt>
                <c:pt idx="6835">
                  <c:v>515.13561458550748</c:v>
                </c:pt>
                <c:pt idx="6836">
                  <c:v>517.12171061615595</c:v>
                </c:pt>
                <c:pt idx="6837">
                  <c:v>518.35697361993141</c:v>
                </c:pt>
                <c:pt idx="6838">
                  <c:v>517.81950253060563</c:v>
                </c:pt>
                <c:pt idx="6839">
                  <c:v>517.33577855021247</c:v>
                </c:pt>
                <c:pt idx="6840">
                  <c:v>519.10185818439049</c:v>
                </c:pt>
                <c:pt idx="6841">
                  <c:v>518.64648579627999</c:v>
                </c:pt>
                <c:pt idx="6842">
                  <c:v>523.62125140336855</c:v>
                </c:pt>
                <c:pt idx="6843">
                  <c:v>520.37566509689395</c:v>
                </c:pt>
                <c:pt idx="6844">
                  <c:v>519.63632485987193</c:v>
                </c:pt>
                <c:pt idx="6845">
                  <c:v>522.94789111674436</c:v>
                </c:pt>
                <c:pt idx="6846">
                  <c:v>523.04955920065709</c:v>
                </c:pt>
                <c:pt idx="6847">
                  <c:v>518.99393600628059</c:v>
                </c:pt>
                <c:pt idx="6848">
                  <c:v>517.84550624991311</c:v>
                </c:pt>
                <c:pt idx="6849">
                  <c:v>510.87229791287569</c:v>
                </c:pt>
                <c:pt idx="6850">
                  <c:v>509.44519237791377</c:v>
                </c:pt>
                <c:pt idx="6851">
                  <c:v>509.79889941278981</c:v>
                </c:pt>
                <c:pt idx="6852">
                  <c:v>511.76644353690193</c:v>
                </c:pt>
                <c:pt idx="6853">
                  <c:v>512.986256378799</c:v>
                </c:pt>
                <c:pt idx="6854">
                  <c:v>509.72064695416702</c:v>
                </c:pt>
                <c:pt idx="6855">
                  <c:v>512.8017139609392</c:v>
                </c:pt>
                <c:pt idx="6856">
                  <c:v>516.12940352359101</c:v>
                </c:pt>
                <c:pt idx="6857">
                  <c:v>519.68031270380243</c:v>
                </c:pt>
                <c:pt idx="6858">
                  <c:v>517.91721265248634</c:v>
                </c:pt>
                <c:pt idx="6859">
                  <c:v>516.33042260630179</c:v>
                </c:pt>
                <c:pt idx="6860">
                  <c:v>517.09383754125884</c:v>
                </c:pt>
                <c:pt idx="6861">
                  <c:v>519.4375854893218</c:v>
                </c:pt>
                <c:pt idx="6862">
                  <c:v>522.1016878991353</c:v>
                </c:pt>
                <c:pt idx="6863">
                  <c:v>520.09645032828587</c:v>
                </c:pt>
                <c:pt idx="6864">
                  <c:v>519.93352795916599</c:v>
                </c:pt>
                <c:pt idx="6865">
                  <c:v>522.5480361219951</c:v>
                </c:pt>
                <c:pt idx="6866">
                  <c:v>521.59145878246295</c:v>
                </c:pt>
                <c:pt idx="6867">
                  <c:v>525.71193472828509</c:v>
                </c:pt>
                <c:pt idx="6868">
                  <c:v>526.36413094925138</c:v>
                </c:pt>
                <c:pt idx="6869">
                  <c:v>526.67515191971734</c:v>
                </c:pt>
                <c:pt idx="6870">
                  <c:v>523.66776098407115</c:v>
                </c:pt>
                <c:pt idx="6871">
                  <c:v>522.83412969954497</c:v>
                </c:pt>
                <c:pt idx="6872">
                  <c:v>521.02851079508503</c:v>
                </c:pt>
                <c:pt idx="6873">
                  <c:v>523.53352067432229</c:v>
                </c:pt>
                <c:pt idx="6874">
                  <c:v>515.99151089484394</c:v>
                </c:pt>
                <c:pt idx="6875">
                  <c:v>512.42537601860749</c:v>
                </c:pt>
                <c:pt idx="6876">
                  <c:v>510.29937725060927</c:v>
                </c:pt>
                <c:pt idx="6877">
                  <c:v>510.02040336980895</c:v>
                </c:pt>
                <c:pt idx="6878">
                  <c:v>513.62622399157374</c:v>
                </c:pt>
                <c:pt idx="6879">
                  <c:v>511.92372584874198</c:v>
                </c:pt>
                <c:pt idx="6880">
                  <c:v>507.14814509987781</c:v>
                </c:pt>
                <c:pt idx="6881">
                  <c:v>514.39616369616726</c:v>
                </c:pt>
                <c:pt idx="6882">
                  <c:v>514.8032699902592</c:v>
                </c:pt>
                <c:pt idx="6883">
                  <c:v>519.04404470802342</c:v>
                </c:pt>
                <c:pt idx="6884">
                  <c:v>521.74750119596683</c:v>
                </c:pt>
                <c:pt idx="6885">
                  <c:v>519.88679063524069</c:v>
                </c:pt>
                <c:pt idx="6886">
                  <c:v>520.84554563710776</c:v>
                </c:pt>
                <c:pt idx="6887">
                  <c:v>519.62130888625018</c:v>
                </c:pt>
                <c:pt idx="6888">
                  <c:v>522.26703895637093</c:v>
                </c:pt>
                <c:pt idx="6889">
                  <c:v>524.09346676292273</c:v>
                </c:pt>
                <c:pt idx="6890">
                  <c:v>522.98234635929782</c:v>
                </c:pt>
                <c:pt idx="6891">
                  <c:v>520.34423597969362</c:v>
                </c:pt>
                <c:pt idx="6892">
                  <c:v>524.3499129122232</c:v>
                </c:pt>
                <c:pt idx="6893">
                  <c:v>527.07877115357132</c:v>
                </c:pt>
                <c:pt idx="6894">
                  <c:v>528.42402574040307</c:v>
                </c:pt>
                <c:pt idx="6895">
                  <c:v>528.52905723175388</c:v>
                </c:pt>
                <c:pt idx="6896">
                  <c:v>529.17580899777772</c:v>
                </c:pt>
                <c:pt idx="6897">
                  <c:v>530.86608905674564</c:v>
                </c:pt>
                <c:pt idx="6898">
                  <c:v>527.4396044073967</c:v>
                </c:pt>
                <c:pt idx="6899">
                  <c:v>528.30589609945639</c:v>
                </c:pt>
                <c:pt idx="6900">
                  <c:v>520.28664877746473</c:v>
                </c:pt>
                <c:pt idx="6901">
                  <c:v>524.53760572378678</c:v>
                </c:pt>
                <c:pt idx="6902">
                  <c:v>516.89518743936208</c:v>
                </c:pt>
                <c:pt idx="6903">
                  <c:v>519.25880039761478</c:v>
                </c:pt>
                <c:pt idx="6904">
                  <c:v>511.07989587226223</c:v>
                </c:pt>
                <c:pt idx="6905">
                  <c:v>515.13575581760654</c:v>
                </c:pt>
                <c:pt idx="6906">
                  <c:v>513.82711145490998</c:v>
                </c:pt>
                <c:pt idx="6907">
                  <c:v>512.10452456574455</c:v>
                </c:pt>
                <c:pt idx="6908">
                  <c:v>516.61517382596026</c:v>
                </c:pt>
                <c:pt idx="6909">
                  <c:v>516.25188271603167</c:v>
                </c:pt>
                <c:pt idx="6910">
                  <c:v>520.90631626849699</c:v>
                </c:pt>
                <c:pt idx="6911">
                  <c:v>518.14951132271221</c:v>
                </c:pt>
                <c:pt idx="6912">
                  <c:v>517.63278646310835</c:v>
                </c:pt>
                <c:pt idx="6913">
                  <c:v>517.16773408946494</c:v>
                </c:pt>
                <c:pt idx="6914">
                  <c:v>516.74918695318581</c:v>
                </c:pt>
                <c:pt idx="6915">
                  <c:v>513.10728447111512</c:v>
                </c:pt>
                <c:pt idx="6916">
                  <c:v>509.82957223725151</c:v>
                </c:pt>
                <c:pt idx="6917">
                  <c:v>512.12523327609961</c:v>
                </c:pt>
                <c:pt idx="6918">
                  <c:v>512.9163730972133</c:v>
                </c:pt>
                <c:pt idx="6919">
                  <c:v>512.92296206015942</c:v>
                </c:pt>
                <c:pt idx="6920">
                  <c:v>512.92889212681087</c:v>
                </c:pt>
                <c:pt idx="6921">
                  <c:v>512.93422918679721</c:v>
                </c:pt>
                <c:pt idx="6922">
                  <c:v>516.24866722686318</c:v>
                </c:pt>
                <c:pt idx="6923">
                  <c:v>514.28392476050249</c:v>
                </c:pt>
                <c:pt idx="6924">
                  <c:v>510.07908268732467</c:v>
                </c:pt>
                <c:pt idx="6925">
                  <c:v>513.40151360196137</c:v>
                </c:pt>
                <c:pt idx="6926">
                  <c:v>514.23777677951136</c:v>
                </c:pt>
                <c:pt idx="6927">
                  <c:v>505.57685171013071</c:v>
                </c:pt>
                <c:pt idx="6928">
                  <c:v>503.05218275236552</c:v>
                </c:pt>
                <c:pt idx="6929">
                  <c:v>502.4070887334546</c:v>
                </c:pt>
                <c:pt idx="6930">
                  <c:v>500.19939607335704</c:v>
                </c:pt>
                <c:pt idx="6931">
                  <c:v>498.90846560600096</c:v>
                </c:pt>
                <c:pt idx="6932">
                  <c:v>504.29281778826044</c:v>
                </c:pt>
                <c:pt idx="6933">
                  <c:v>504.06846722849855</c:v>
                </c:pt>
                <c:pt idx="6934">
                  <c:v>501.69463671889662</c:v>
                </c:pt>
                <c:pt idx="6935">
                  <c:v>506.13303400575262</c:v>
                </c:pt>
                <c:pt idx="6936">
                  <c:v>505.17985486150297</c:v>
                </c:pt>
                <c:pt idx="6937">
                  <c:v>503.23604022330841</c:v>
                </c:pt>
                <c:pt idx="6938">
                  <c:v>502.57256045730321</c:v>
                </c:pt>
                <c:pt idx="6939">
                  <c:v>499.80837527421272</c:v>
                </c:pt>
                <c:pt idx="6940">
                  <c:v>500.30533181228594</c:v>
                </c:pt>
                <c:pt idx="6941">
                  <c:v>508.2376317373346</c:v>
                </c:pt>
                <c:pt idx="6942">
                  <c:v>507.07399281992679</c:v>
                </c:pt>
                <c:pt idx="6943">
                  <c:v>512.64621536200264</c:v>
                </c:pt>
                <c:pt idx="6944">
                  <c:v>517.10269554259253</c:v>
                </c:pt>
                <c:pt idx="6945">
                  <c:v>521.67204781240184</c:v>
                </c:pt>
                <c:pt idx="6946">
                  <c:v>522.45227709655273</c:v>
                </c:pt>
                <c:pt idx="6947">
                  <c:v>526.48667121096605</c:v>
                </c:pt>
                <c:pt idx="6948">
                  <c:v>523.49812834619502</c:v>
                </c:pt>
                <c:pt idx="6949">
                  <c:v>517.56510734758547</c:v>
                </c:pt>
                <c:pt idx="6950">
                  <c:v>513.84161282607488</c:v>
                </c:pt>
                <c:pt idx="6951">
                  <c:v>514.57888644363652</c:v>
                </c:pt>
                <c:pt idx="6952">
                  <c:v>516.62065528847211</c:v>
                </c:pt>
                <c:pt idx="6953">
                  <c:v>520.67969147641509</c:v>
                </c:pt>
                <c:pt idx="6954">
                  <c:v>531.69408040758151</c:v>
                </c:pt>
                <c:pt idx="6955">
                  <c:v>528.18479662314894</c:v>
                </c:pt>
                <c:pt idx="6956">
                  <c:v>525.02644121715969</c:v>
                </c:pt>
                <c:pt idx="6957">
                  <c:v>521.3690000125473</c:v>
                </c:pt>
                <c:pt idx="6958">
                  <c:v>524.95320172808283</c:v>
                </c:pt>
                <c:pt idx="6959">
                  <c:v>527.06574251402026</c:v>
                </c:pt>
                <c:pt idx="6960">
                  <c:v>524.01929251894387</c:v>
                </c:pt>
                <c:pt idx="6961">
                  <c:v>524.38100007843241</c:v>
                </c:pt>
                <c:pt idx="6962">
                  <c:v>522.14783128965325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95975960"/>
        <c:axId val="395969296"/>
      </c:lineChart>
      <c:catAx>
        <c:axId val="39597596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Sampling</a:t>
                </a:r>
                <a:r>
                  <a:rPr lang="en-US" altLang="ja-JP" sz="2400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 [-]</a:t>
                </a:r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395969296"/>
        <c:crosses val="autoZero"/>
        <c:auto val="1"/>
        <c:lblAlgn val="ctr"/>
        <c:lblOffset val="100"/>
        <c:noMultiLvlLbl val="0"/>
      </c:catAx>
      <c:valAx>
        <c:axId val="395969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Coordinates  [mm]</a:t>
                </a:r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395975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585520833333333"/>
          <c:y val="9.5026543209876538E-2"/>
          <c:w val="0.71233767361111122"/>
          <c:h val="0.126644135802469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ja-JP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'Position_measurement12_30_20-05'!$B$1:$B$6963</c:f>
              <c:numCache>
                <c:formatCode>General</c:formatCode>
                <c:ptCount val="6963"/>
                <c:pt idx="0">
                  <c:v>0</c:v>
                </c:pt>
                <c:pt idx="1">
                  <c:v>1.4933402338456201</c:v>
                </c:pt>
                <c:pt idx="2">
                  <c:v>-0.215658774997848</c:v>
                </c:pt>
                <c:pt idx="3">
                  <c:v>-1.3290522593659899</c:v>
                </c:pt>
                <c:pt idx="4">
                  <c:v>-0.45790592596597401</c:v>
                </c:pt>
                <c:pt idx="5">
                  <c:v>1.1864535800951299</c:v>
                </c:pt>
                <c:pt idx="6">
                  <c:v>-0.32044182843304703</c:v>
                </c:pt>
                <c:pt idx="7">
                  <c:v>-0.87077387288127195</c:v>
                </c:pt>
                <c:pt idx="8">
                  <c:v>1.59577456729675</c:v>
                </c:pt>
                <c:pt idx="9">
                  <c:v>2.0085408630180801</c:v>
                </c:pt>
                <c:pt idx="10">
                  <c:v>-1.28435674264858</c:v>
                </c:pt>
                <c:pt idx="11">
                  <c:v>-0.80191295107346106</c:v>
                </c:pt>
                <c:pt idx="12">
                  <c:v>1.0225276841351201</c:v>
                </c:pt>
                <c:pt idx="13">
                  <c:v>-0.72530345254102702</c:v>
                </c:pt>
                <c:pt idx="14">
                  <c:v>-0.74523480763508498</c:v>
                </c:pt>
                <c:pt idx="15">
                  <c:v>0.24040482685387499</c:v>
                </c:pt>
                <c:pt idx="16">
                  <c:v>-8.1063662779399595E-2</c:v>
                </c:pt>
                <c:pt idx="17">
                  <c:v>9.5031860028086598E-2</c:v>
                </c:pt>
                <c:pt idx="18">
                  <c:v>-1.28435674264858</c:v>
                </c:pt>
                <c:pt idx="19">
                  <c:v>1.44749050871064</c:v>
                </c:pt>
                <c:pt idx="20">
                  <c:v>-0.64724592798830805</c:v>
                </c:pt>
                <c:pt idx="21">
                  <c:v>-2.9178092929782302</c:v>
                </c:pt>
                <c:pt idx="22">
                  <c:v>0.51560450110338196</c:v>
                </c:pt>
                <c:pt idx="23">
                  <c:v>0.48538797781577597</c:v>
                </c:pt>
                <c:pt idx="24">
                  <c:v>-4.6402858175053403</c:v>
                </c:pt>
                <c:pt idx="25">
                  <c:v>1.2869467903048999</c:v>
                </c:pt>
                <c:pt idx="26">
                  <c:v>1.1983439451090001</c:v>
                </c:pt>
                <c:pt idx="27">
                  <c:v>-1.54791892426419</c:v>
                </c:pt>
                <c:pt idx="28">
                  <c:v>-1.8164140637233499</c:v>
                </c:pt>
                <c:pt idx="29">
                  <c:v>-3.48709365816228</c:v>
                </c:pt>
                <c:pt idx="30">
                  <c:v>-0.16284130090843901</c:v>
                </c:pt>
                <c:pt idx="31">
                  <c:v>0.80466434211217497</c:v>
                </c:pt>
                <c:pt idx="32">
                  <c:v>-0.75810270032502503</c:v>
                </c:pt>
                <c:pt idx="33">
                  <c:v>-0.81003299969972797</c:v>
                </c:pt>
                <c:pt idx="34">
                  <c:v>-2.7039884390865101</c:v>
                </c:pt>
                <c:pt idx="35">
                  <c:v>-0.16284130090843901</c:v>
                </c:pt>
                <c:pt idx="36">
                  <c:v>-2.05334877945642</c:v>
                </c:pt>
                <c:pt idx="37">
                  <c:v>-0.23863537011572999</c:v>
                </c:pt>
                <c:pt idx="38">
                  <c:v>-1.02108482775275</c:v>
                </c:pt>
                <c:pt idx="39">
                  <c:v>-0.95329147970522798</c:v>
                </c:pt>
                <c:pt idx="40">
                  <c:v>-1.64682967475692</c:v>
                </c:pt>
                <c:pt idx="41">
                  <c:v>1.7011410475719799</c:v>
                </c:pt>
                <c:pt idx="42">
                  <c:v>0.16009727865088</c:v>
                </c:pt>
                <c:pt idx="43">
                  <c:v>-1.9828114850129701</c:v>
                </c:pt>
                <c:pt idx="44">
                  <c:v>-3.6628123699016402</c:v>
                </c:pt>
                <c:pt idx="45">
                  <c:v>-1.6214965975725499</c:v>
                </c:pt>
                <c:pt idx="46">
                  <c:v>-1.28435674264858</c:v>
                </c:pt>
                <c:pt idx="47">
                  <c:v>4.69643945847639</c:v>
                </c:pt>
                <c:pt idx="48">
                  <c:v>-5.4553371592362503E-2</c:v>
                </c:pt>
                <c:pt idx="49">
                  <c:v>0.534172477577044</c:v>
                </c:pt>
                <c:pt idx="50">
                  <c:v>-0.70554100723586499</c:v>
                </c:pt>
                <c:pt idx="51">
                  <c:v>-0.16284130090843901</c:v>
                </c:pt>
                <c:pt idx="52">
                  <c:v>-1.5773340781762999</c:v>
                </c:pt>
                <c:pt idx="53">
                  <c:v>-0.24789291916175599</c:v>
                </c:pt>
                <c:pt idx="54">
                  <c:v>5.6266171000108898</c:v>
                </c:pt>
                <c:pt idx="55">
                  <c:v>0.48259886419202702</c:v>
                </c:pt>
                <c:pt idx="56">
                  <c:v>-1.0480765138189501</c:v>
                </c:pt>
                <c:pt idx="57">
                  <c:v>-2.4947410399927299</c:v>
                </c:pt>
                <c:pt idx="58">
                  <c:v>0.592465016998176</c:v>
                </c:pt>
                <c:pt idx="59">
                  <c:v>-1.4548638030804499</c:v>
                </c:pt>
                <c:pt idx="60">
                  <c:v>0.373915657849408</c:v>
                </c:pt>
                <c:pt idx="61">
                  <c:v>-2.0098526416636502</c:v>
                </c:pt>
                <c:pt idx="62">
                  <c:v>2.12172719152528</c:v>
                </c:pt>
                <c:pt idx="63">
                  <c:v>-0.714286611176987</c:v>
                </c:pt>
                <c:pt idx="64">
                  <c:v>-3.8468723355902599</c:v>
                </c:pt>
                <c:pt idx="65">
                  <c:v>0.87899980690309498</c:v>
                </c:pt>
                <c:pt idx="66">
                  <c:v>-0.16284130090843901</c:v>
                </c:pt>
                <c:pt idx="67">
                  <c:v>-1.28435674264858</c:v>
                </c:pt>
                <c:pt idx="68">
                  <c:v>5.3078267242938099E-2</c:v>
                </c:pt>
                <c:pt idx="69">
                  <c:v>2.0085408630180801</c:v>
                </c:pt>
                <c:pt idx="70">
                  <c:v>-0.54383181718816298</c:v>
                </c:pt>
                <c:pt idx="71">
                  <c:v>-0.64807047894424796</c:v>
                </c:pt>
                <c:pt idx="72">
                  <c:v>-0.52667065408092995</c:v>
                </c:pt>
                <c:pt idx="73">
                  <c:v>-3.0765769621224801</c:v>
                </c:pt>
                <c:pt idx="74">
                  <c:v>-0.95736703440502402</c:v>
                </c:pt>
                <c:pt idx="75">
                  <c:v>4.2055538531440098</c:v>
                </c:pt>
                <c:pt idx="76">
                  <c:v>-2.3923599501508699</c:v>
                </c:pt>
                <c:pt idx="77">
                  <c:v>-2.7482024111200101</c:v>
                </c:pt>
                <c:pt idx="78">
                  <c:v>-0.16284130090843901</c:v>
                </c:pt>
                <c:pt idx="79">
                  <c:v>-1.1759221146708101</c:v>
                </c:pt>
                <c:pt idx="80">
                  <c:v>0.97243506649726896</c:v>
                </c:pt>
                <c:pt idx="81">
                  <c:v>1.0225276841351201</c:v>
                </c:pt>
                <c:pt idx="82">
                  <c:v>1.7682529582381199</c:v>
                </c:pt>
                <c:pt idx="83">
                  <c:v>-0.69223118105179504</c:v>
                </c:pt>
                <c:pt idx="84">
                  <c:v>-0.80191295107346106</c:v>
                </c:pt>
                <c:pt idx="85">
                  <c:v>0.97243506649726896</c:v>
                </c:pt>
                <c:pt idx="86">
                  <c:v>-0.81003299969972797</c:v>
                </c:pt>
                <c:pt idx="87">
                  <c:v>0.82236324092764301</c:v>
                </c:pt>
                <c:pt idx="88">
                  <c:v>-1.28435674264858</c:v>
                </c:pt>
                <c:pt idx="89">
                  <c:v>-1.14037754568391</c:v>
                </c:pt>
                <c:pt idx="90">
                  <c:v>1.3976997568026901</c:v>
                </c:pt>
                <c:pt idx="91">
                  <c:v>-1.6551803967723799</c:v>
                </c:pt>
                <c:pt idx="92">
                  <c:v>-0.495409882168587</c:v>
                </c:pt>
                <c:pt idx="93">
                  <c:v>-1.7841203016193901</c:v>
                </c:pt>
                <c:pt idx="94">
                  <c:v>0.80466434211217497</c:v>
                </c:pt>
                <c:pt idx="95">
                  <c:v>-0.89105547191479595</c:v>
                </c:pt>
                <c:pt idx="96">
                  <c:v>1.6202839509653499</c:v>
                </c:pt>
                <c:pt idx="97">
                  <c:v>-9.1500105423961003E-2</c:v>
                </c:pt>
                <c:pt idx="98">
                  <c:v>1.7185068222992099</c:v>
                </c:pt>
                <c:pt idx="99">
                  <c:v>-0.26819151876844599</c:v>
                </c:pt>
                <c:pt idx="100">
                  <c:v>-1.6986563938193</c:v>
                </c:pt>
                <c:pt idx="101">
                  <c:v>-3.1151499963929101</c:v>
                </c:pt>
                <c:pt idx="102">
                  <c:v>-0.48350965802927698</c:v>
                </c:pt>
                <c:pt idx="103">
                  <c:v>1.80505974828514</c:v>
                </c:pt>
                <c:pt idx="104">
                  <c:v>-2.64323363030598E-2</c:v>
                </c:pt>
                <c:pt idx="105">
                  <c:v>-1.45215694441441</c:v>
                </c:pt>
                <c:pt idx="106">
                  <c:v>-1.8893320793802599</c:v>
                </c:pt>
                <c:pt idx="107">
                  <c:v>0.72179577218872704</c:v>
                </c:pt>
                <c:pt idx="108">
                  <c:v>-1.9726941643237901</c:v>
                </c:pt>
                <c:pt idx="109">
                  <c:v>2.6970705402999799</c:v>
                </c:pt>
                <c:pt idx="110">
                  <c:v>0.88204338071648103</c:v>
                </c:pt>
                <c:pt idx="111">
                  <c:v>-0.53819636761664902</c:v>
                </c:pt>
                <c:pt idx="112">
                  <c:v>-1.7841203016193901</c:v>
                </c:pt>
                <c:pt idx="113">
                  <c:v>-1.5576121464091499</c:v>
                </c:pt>
                <c:pt idx="114">
                  <c:v>-0.128125068039423</c:v>
                </c:pt>
                <c:pt idx="115">
                  <c:v>1.2022151919022599</c:v>
                </c:pt>
                <c:pt idx="116">
                  <c:v>0.24040482685387499</c:v>
                </c:pt>
                <c:pt idx="117">
                  <c:v>0.56315608418924501</c:v>
                </c:pt>
                <c:pt idx="118">
                  <c:v>0.42811059002684698</c:v>
                </c:pt>
                <c:pt idx="119">
                  <c:v>-0.87077387288127195</c:v>
                </c:pt>
                <c:pt idx="120">
                  <c:v>-2.1568099413383299</c:v>
                </c:pt>
                <c:pt idx="121">
                  <c:v>-0.362704557961819</c:v>
                </c:pt>
                <c:pt idx="122">
                  <c:v>1.2526577362206599</c:v>
                </c:pt>
                <c:pt idx="123">
                  <c:v>0.25228514122323897</c:v>
                </c:pt>
                <c:pt idx="124">
                  <c:v>-0.89105547191479595</c:v>
                </c:pt>
                <c:pt idx="125">
                  <c:v>-2.1038531466238002</c:v>
                </c:pt>
                <c:pt idx="126">
                  <c:v>-6.5588932278615099E-4</c:v>
                </c:pt>
                <c:pt idx="127">
                  <c:v>2.7227901631872502</c:v>
                </c:pt>
                <c:pt idx="128">
                  <c:v>-0.72530345254102702</c:v>
                </c:pt>
                <c:pt idx="129">
                  <c:v>-0.78038593487980201</c:v>
                </c:pt>
                <c:pt idx="130">
                  <c:v>-4.1270730510554996</c:v>
                </c:pt>
                <c:pt idx="131">
                  <c:v>-0.22480514088522299</c:v>
                </c:pt>
                <c:pt idx="132">
                  <c:v>-9.3991601669188102E-2</c:v>
                </c:pt>
                <c:pt idx="133">
                  <c:v>2.1943701777495899</c:v>
                </c:pt>
                <c:pt idx="134">
                  <c:v>-3.1809663143720202</c:v>
                </c:pt>
                <c:pt idx="135">
                  <c:v>-0.72530345254102702</c:v>
                </c:pt>
                <c:pt idx="136">
                  <c:v>-1.6202066976303999</c:v>
                </c:pt>
                <c:pt idx="137">
                  <c:v>-1.0884538283287299</c:v>
                </c:pt>
                <c:pt idx="138">
                  <c:v>-0.39295301499822699</c:v>
                </c:pt>
                <c:pt idx="139">
                  <c:v>-3.77487348702175</c:v>
                </c:pt>
                <c:pt idx="140">
                  <c:v>1.2022151919022599</c:v>
                </c:pt>
                <c:pt idx="141">
                  <c:v>0.534172477577044</c:v>
                </c:pt>
                <c:pt idx="142">
                  <c:v>-1.6214965975725499</c:v>
                </c:pt>
                <c:pt idx="143">
                  <c:v>-1.8893320793802599</c:v>
                </c:pt>
                <c:pt idx="144">
                  <c:v>1.58585320401471</c:v>
                </c:pt>
                <c:pt idx="145">
                  <c:v>1.96276764491864</c:v>
                </c:pt>
                <c:pt idx="146">
                  <c:v>-0.52667065408092995</c:v>
                </c:pt>
                <c:pt idx="147">
                  <c:v>0.321402640217684</c:v>
                </c:pt>
                <c:pt idx="148">
                  <c:v>-0.45386038694215303</c:v>
                </c:pt>
                <c:pt idx="149">
                  <c:v>4.5510808942721601</c:v>
                </c:pt>
                <c:pt idx="150">
                  <c:v>0.534172477577044</c:v>
                </c:pt>
                <c:pt idx="151">
                  <c:v>-1.20962672248106</c:v>
                </c:pt>
                <c:pt idx="152">
                  <c:v>1.68166602407592</c:v>
                </c:pt>
                <c:pt idx="153">
                  <c:v>0.186900802625245</c:v>
                </c:pt>
                <c:pt idx="154">
                  <c:v>-0.53819636761664902</c:v>
                </c:pt>
                <c:pt idx="155">
                  <c:v>-0.40296612944905502</c:v>
                </c:pt>
                <c:pt idx="156">
                  <c:v>0.81373123300011196</c:v>
                </c:pt>
                <c:pt idx="157">
                  <c:v>-0.40296612944905502</c:v>
                </c:pt>
                <c:pt idx="158">
                  <c:v>1.1102054566908901</c:v>
                </c:pt>
                <c:pt idx="159">
                  <c:v>1.6202839509653499</c:v>
                </c:pt>
                <c:pt idx="160">
                  <c:v>-0.48621776328747002</c:v>
                </c:pt>
                <c:pt idx="161">
                  <c:v>-0.16284130090843901</c:v>
                </c:pt>
                <c:pt idx="162">
                  <c:v>-1.5509876996388201</c:v>
                </c:pt>
                <c:pt idx="163">
                  <c:v>1.58836122128172</c:v>
                </c:pt>
                <c:pt idx="164">
                  <c:v>-0.92243259620579399</c:v>
                </c:pt>
                <c:pt idx="165">
                  <c:v>-3.4838680486701601</c:v>
                </c:pt>
                <c:pt idx="166">
                  <c:v>-0.16284130090843901</c:v>
                </c:pt>
                <c:pt idx="167">
                  <c:v>2.8268484053252698</c:v>
                </c:pt>
                <c:pt idx="168">
                  <c:v>-0.95736703440502402</c:v>
                </c:pt>
                <c:pt idx="169">
                  <c:v>-0.58366340004954498</c:v>
                </c:pt>
                <c:pt idx="170">
                  <c:v>2.4276185699889599</c:v>
                </c:pt>
                <c:pt idx="171">
                  <c:v>2.9195351134020999</c:v>
                </c:pt>
                <c:pt idx="172">
                  <c:v>-1.06114250424394</c:v>
                </c:pt>
                <c:pt idx="173">
                  <c:v>-0.48621776328747002</c:v>
                </c:pt>
                <c:pt idx="174">
                  <c:v>0.72179577218872704</c:v>
                </c:pt>
                <c:pt idx="175">
                  <c:v>0.56315608418924501</c:v>
                </c:pt>
                <c:pt idx="176">
                  <c:v>-1.0157795742933899</c:v>
                </c:pt>
                <c:pt idx="177">
                  <c:v>0.92532664283874</c:v>
                </c:pt>
                <c:pt idx="178">
                  <c:v>0.25228514122323897</c:v>
                </c:pt>
                <c:pt idx="179">
                  <c:v>2.6376736190140302</c:v>
                </c:pt>
                <c:pt idx="180">
                  <c:v>-0.53819636761664902</c:v>
                </c:pt>
                <c:pt idx="181">
                  <c:v>-4.3864272088747498</c:v>
                </c:pt>
                <c:pt idx="182">
                  <c:v>-2.3923599501508699</c:v>
                </c:pt>
                <c:pt idx="183">
                  <c:v>-3.0765769621224801</c:v>
                </c:pt>
                <c:pt idx="184">
                  <c:v>-2.57565126648637</c:v>
                </c:pt>
                <c:pt idx="185">
                  <c:v>1.4696726399913</c:v>
                </c:pt>
                <c:pt idx="186">
                  <c:v>-0.72530345254102702</c:v>
                </c:pt>
                <c:pt idx="187">
                  <c:v>-1.3066092884031899</c:v>
                </c:pt>
                <c:pt idx="188">
                  <c:v>-2.57565126648637</c:v>
                </c:pt>
                <c:pt idx="189">
                  <c:v>-1.13428790377832</c:v>
                </c:pt>
                <c:pt idx="190">
                  <c:v>-1.81177185290886</c:v>
                </c:pt>
                <c:pt idx="191">
                  <c:v>-1.9363682098579</c:v>
                </c:pt>
                <c:pt idx="192">
                  <c:v>2.0322721345356101</c:v>
                </c:pt>
                <c:pt idx="193">
                  <c:v>-0.45790592596597401</c:v>
                </c:pt>
                <c:pt idx="194">
                  <c:v>0.56315608418924501</c:v>
                </c:pt>
                <c:pt idx="195">
                  <c:v>-0.89105547191479595</c:v>
                </c:pt>
                <c:pt idx="196">
                  <c:v>-1.28435674264858</c:v>
                </c:pt>
                <c:pt idx="197">
                  <c:v>2.7719952922331501</c:v>
                </c:pt>
                <c:pt idx="198">
                  <c:v>4.4543842604036801</c:v>
                </c:pt>
                <c:pt idx="199">
                  <c:v>0.48122192431810601</c:v>
                </c:pt>
                <c:pt idx="200">
                  <c:v>-1.5773340781762999</c:v>
                </c:pt>
                <c:pt idx="201">
                  <c:v>-0.65494183378234505</c:v>
                </c:pt>
                <c:pt idx="202">
                  <c:v>-1.52594431083997</c:v>
                </c:pt>
                <c:pt idx="203">
                  <c:v>-2.52941350684375</c:v>
                </c:pt>
                <c:pt idx="204">
                  <c:v>3.7146658274875701</c:v>
                </c:pt>
                <c:pt idx="205">
                  <c:v>-1.4320196682703501</c:v>
                </c:pt>
                <c:pt idx="206">
                  <c:v>0.80466434211217497</c:v>
                </c:pt>
                <c:pt idx="207">
                  <c:v>-4.5751049770501498E-2</c:v>
                </c:pt>
                <c:pt idx="208">
                  <c:v>-2.0759160099513498</c:v>
                </c:pt>
                <c:pt idx="209">
                  <c:v>3.5823293869614701</c:v>
                </c:pt>
                <c:pt idx="210">
                  <c:v>-2.9178092929782302</c:v>
                </c:pt>
                <c:pt idx="211">
                  <c:v>2.8189554067054101</c:v>
                </c:pt>
                <c:pt idx="212">
                  <c:v>2.7381343416740198</c:v>
                </c:pt>
                <c:pt idx="213">
                  <c:v>-1.6214965975725499</c:v>
                </c:pt>
                <c:pt idx="214">
                  <c:v>-0.64131464789278403</c:v>
                </c:pt>
                <c:pt idx="215">
                  <c:v>-0.56105599007531703</c:v>
                </c:pt>
                <c:pt idx="216">
                  <c:v>3.5823293869614701</c:v>
                </c:pt>
                <c:pt idx="217">
                  <c:v>-0.37067584644614698</c:v>
                </c:pt>
                <c:pt idx="218">
                  <c:v>-5.0674168507536503</c:v>
                </c:pt>
                <c:pt idx="219">
                  <c:v>-0.27426955021388699</c:v>
                </c:pt>
                <c:pt idx="220">
                  <c:v>-1.0798847360242101</c:v>
                </c:pt>
                <c:pt idx="221">
                  <c:v>-1.0157795742933899</c:v>
                </c:pt>
                <c:pt idx="222">
                  <c:v>-1.02108482775275</c:v>
                </c:pt>
                <c:pt idx="223">
                  <c:v>0.74776792502331002</c:v>
                </c:pt>
                <c:pt idx="224">
                  <c:v>-1.9291332732634601</c:v>
                </c:pt>
                <c:pt idx="225">
                  <c:v>1.4933402338456201</c:v>
                </c:pt>
                <c:pt idx="226">
                  <c:v>-0.9120317781842</c:v>
                </c:pt>
                <c:pt idx="227">
                  <c:v>-0.87790649383890695</c:v>
                </c:pt>
                <c:pt idx="228">
                  <c:v>-2.7098592089069999</c:v>
                </c:pt>
                <c:pt idx="229">
                  <c:v>-2.8104644636264799</c:v>
                </c:pt>
                <c:pt idx="230">
                  <c:v>0.83569886945218697</c:v>
                </c:pt>
                <c:pt idx="231">
                  <c:v>2.1943701777495899</c:v>
                </c:pt>
                <c:pt idx="232">
                  <c:v>1.0573539239118701</c:v>
                </c:pt>
                <c:pt idx="233">
                  <c:v>-1.1180750947449301</c:v>
                </c:pt>
                <c:pt idx="234">
                  <c:v>-0.16284130090843901</c:v>
                </c:pt>
                <c:pt idx="235">
                  <c:v>-0.40296612944905502</c:v>
                </c:pt>
                <c:pt idx="236">
                  <c:v>-0.24705495308700101</c:v>
                </c:pt>
                <c:pt idx="237">
                  <c:v>-2.4462080122740901</c:v>
                </c:pt>
                <c:pt idx="238">
                  <c:v>-3.8401236983636902</c:v>
                </c:pt>
                <c:pt idx="239">
                  <c:v>-1.9379564341581299</c:v>
                </c:pt>
                <c:pt idx="240">
                  <c:v>1.3212285178040499</c:v>
                </c:pt>
                <c:pt idx="241">
                  <c:v>0.28418801681334499</c:v>
                </c:pt>
                <c:pt idx="242">
                  <c:v>0.48538797781577597</c:v>
                </c:pt>
                <c:pt idx="243">
                  <c:v>1.6704955246843201</c:v>
                </c:pt>
                <c:pt idx="244">
                  <c:v>0.24149035737013899</c:v>
                </c:pt>
                <c:pt idx="245">
                  <c:v>2.4435357658696799</c:v>
                </c:pt>
                <c:pt idx="246">
                  <c:v>1.09492480654517</c:v>
                </c:pt>
                <c:pt idx="247">
                  <c:v>-0.48350965802927698</c:v>
                </c:pt>
                <c:pt idx="248">
                  <c:v>1.1964238167194501</c:v>
                </c:pt>
                <c:pt idx="249">
                  <c:v>-0.72530345254102702</c:v>
                </c:pt>
                <c:pt idx="250">
                  <c:v>-1.6214965975725499</c:v>
                </c:pt>
                <c:pt idx="251">
                  <c:v>0.25228514122323897</c:v>
                </c:pt>
                <c:pt idx="252">
                  <c:v>0.21404270700838801</c:v>
                </c:pt>
                <c:pt idx="253">
                  <c:v>-2.3923599501508699</c:v>
                </c:pt>
                <c:pt idx="254">
                  <c:v>0.592465016998176</c:v>
                </c:pt>
                <c:pt idx="255">
                  <c:v>-0.78561298390343304</c:v>
                </c:pt>
                <c:pt idx="256">
                  <c:v>-0.19815535328558501</c:v>
                </c:pt>
                <c:pt idx="257">
                  <c:v>-0.19815535328558501</c:v>
                </c:pt>
                <c:pt idx="258">
                  <c:v>1.53495869521287</c:v>
                </c:pt>
                <c:pt idx="259">
                  <c:v>-1.1285105160725899</c:v>
                </c:pt>
                <c:pt idx="260">
                  <c:v>-0.82669338932407699</c:v>
                </c:pt>
                <c:pt idx="261">
                  <c:v>-1.3324064403540701</c:v>
                </c:pt>
                <c:pt idx="262">
                  <c:v>0.25533045629458601</c:v>
                </c:pt>
                <c:pt idx="263">
                  <c:v>-1.96487978314331</c:v>
                </c:pt>
                <c:pt idx="264">
                  <c:v>-0.24572783719469199</c:v>
                </c:pt>
                <c:pt idx="265">
                  <c:v>-5.87570916239667</c:v>
                </c:pt>
                <c:pt idx="266">
                  <c:v>-2.65715817846512E-3</c:v>
                </c:pt>
                <c:pt idx="267">
                  <c:v>9.5031860028086598E-2</c:v>
                </c:pt>
                <c:pt idx="268">
                  <c:v>-3.6825742862934501</c:v>
                </c:pt>
                <c:pt idx="269">
                  <c:v>-0.19815535328558501</c:v>
                </c:pt>
                <c:pt idx="270">
                  <c:v>0.41773973052852398</c:v>
                </c:pt>
                <c:pt idx="271">
                  <c:v>0.17492947044968299</c:v>
                </c:pt>
                <c:pt idx="272">
                  <c:v>-4.4632752511813001</c:v>
                </c:pt>
                <c:pt idx="273">
                  <c:v>-1.6214965975725499</c:v>
                </c:pt>
                <c:pt idx="274">
                  <c:v>-4.0751825355060802</c:v>
                </c:pt>
                <c:pt idx="275">
                  <c:v>-3.4003072337834501</c:v>
                </c:pt>
                <c:pt idx="276">
                  <c:v>-2.8079146351001798</c:v>
                </c:pt>
                <c:pt idx="277">
                  <c:v>-2.66850892216803</c:v>
                </c:pt>
                <c:pt idx="278">
                  <c:v>-0.49170341240045401</c:v>
                </c:pt>
                <c:pt idx="279">
                  <c:v>-5.2966617723232003</c:v>
                </c:pt>
                <c:pt idx="280">
                  <c:v>-5.8817517025181001</c:v>
                </c:pt>
                <c:pt idx="281">
                  <c:v>-7.1506364659728003</c:v>
                </c:pt>
                <c:pt idx="282">
                  <c:v>-9.8851032643207102</c:v>
                </c:pt>
                <c:pt idx="283">
                  <c:v>-8.5248950854926306</c:v>
                </c:pt>
                <c:pt idx="284">
                  <c:v>-13.9344297069558</c:v>
                </c:pt>
                <c:pt idx="285">
                  <c:v>-12.8817658922513</c:v>
                </c:pt>
                <c:pt idx="286">
                  <c:v>-12.0401107935895</c:v>
                </c:pt>
                <c:pt idx="287">
                  <c:v>-12.623942755176</c:v>
                </c:pt>
                <c:pt idx="288">
                  <c:v>-13.203710005745201</c:v>
                </c:pt>
                <c:pt idx="289">
                  <c:v>-15.3274243465097</c:v>
                </c:pt>
                <c:pt idx="290">
                  <c:v>-14.2379971335079</c:v>
                </c:pt>
                <c:pt idx="291">
                  <c:v>-18.19073387361</c:v>
                </c:pt>
                <c:pt idx="292">
                  <c:v>-19.335243764677799</c:v>
                </c:pt>
                <c:pt idx="293">
                  <c:v>-20.714993966247199</c:v>
                </c:pt>
                <c:pt idx="294">
                  <c:v>-23.279821976316398</c:v>
                </c:pt>
                <c:pt idx="295">
                  <c:v>-25.279274322137301</c:v>
                </c:pt>
                <c:pt idx="296">
                  <c:v>-22.049325601711899</c:v>
                </c:pt>
                <c:pt idx="297">
                  <c:v>-26.3008346024147</c:v>
                </c:pt>
                <c:pt idx="298">
                  <c:v>-28.221556416705699</c:v>
                </c:pt>
                <c:pt idx="299">
                  <c:v>-28.146642876257499</c:v>
                </c:pt>
                <c:pt idx="300">
                  <c:v>-27.845326621787599</c:v>
                </c:pt>
                <c:pt idx="301">
                  <c:v>-31.258211912149701</c:v>
                </c:pt>
                <c:pt idx="302">
                  <c:v>-30.488521619412602</c:v>
                </c:pt>
                <c:pt idx="303">
                  <c:v>-28.968141691874202</c:v>
                </c:pt>
                <c:pt idx="304">
                  <c:v>-31.236867965193198</c:v>
                </c:pt>
                <c:pt idx="305">
                  <c:v>-32.302493249930698</c:v>
                </c:pt>
                <c:pt idx="306">
                  <c:v>-30.454332150918599</c:v>
                </c:pt>
                <c:pt idx="307">
                  <c:v>-35.895934912821303</c:v>
                </c:pt>
                <c:pt idx="308">
                  <c:v>-33.308196856774899</c:v>
                </c:pt>
                <c:pt idx="309">
                  <c:v>-36.452222716732102</c:v>
                </c:pt>
                <c:pt idx="310">
                  <c:v>-37.1579986066576</c:v>
                </c:pt>
                <c:pt idx="311">
                  <c:v>-46.207099702812101</c:v>
                </c:pt>
                <c:pt idx="312">
                  <c:v>-48.840960183316099</c:v>
                </c:pt>
                <c:pt idx="313">
                  <c:v>-52.698097212555602</c:v>
                </c:pt>
                <c:pt idx="314">
                  <c:v>-50.533417359422799</c:v>
                </c:pt>
                <c:pt idx="315">
                  <c:v>-52.842639173808401</c:v>
                </c:pt>
                <c:pt idx="316">
                  <c:v>-54.377353846176199</c:v>
                </c:pt>
                <c:pt idx="317">
                  <c:v>-54.820406428489399</c:v>
                </c:pt>
                <c:pt idx="318">
                  <c:v>-57.111398266585397</c:v>
                </c:pt>
                <c:pt idx="319">
                  <c:v>-58.964499696222397</c:v>
                </c:pt>
                <c:pt idx="320">
                  <c:v>-62.950895744657203</c:v>
                </c:pt>
                <c:pt idx="321">
                  <c:v>-60.750067935807898</c:v>
                </c:pt>
                <c:pt idx="322">
                  <c:v>-63.027397045832799</c:v>
                </c:pt>
                <c:pt idx="323">
                  <c:v>-64.294951964230094</c:v>
                </c:pt>
                <c:pt idx="324">
                  <c:v>-64.751166168841195</c:v>
                </c:pt>
                <c:pt idx="325">
                  <c:v>-68.730010999217598</c:v>
                </c:pt>
                <c:pt idx="326">
                  <c:v>-69.7502610015529</c:v>
                </c:pt>
                <c:pt idx="327">
                  <c:v>-68.253059201808497</c:v>
                </c:pt>
                <c:pt idx="328">
                  <c:v>-66.609493767664603</c:v>
                </c:pt>
                <c:pt idx="329">
                  <c:v>-68.758759485912705</c:v>
                </c:pt>
                <c:pt idx="330">
                  <c:v>-69.493542247117006</c:v>
                </c:pt>
                <c:pt idx="331">
                  <c:v>-70.355954784051903</c:v>
                </c:pt>
                <c:pt idx="332">
                  <c:v>-70.480901286233404</c:v>
                </c:pt>
                <c:pt idx="333">
                  <c:v>-70.104440842615801</c:v>
                </c:pt>
                <c:pt idx="334">
                  <c:v>-71.392529461227099</c:v>
                </c:pt>
                <c:pt idx="335">
                  <c:v>-68.908721818674394</c:v>
                </c:pt>
                <c:pt idx="336">
                  <c:v>-66.0752947920125</c:v>
                </c:pt>
                <c:pt idx="337">
                  <c:v>-64.180920587077793</c:v>
                </c:pt>
                <c:pt idx="338">
                  <c:v>-61.981369310145801</c:v>
                </c:pt>
                <c:pt idx="339">
                  <c:v>-51.912054237996102</c:v>
                </c:pt>
                <c:pt idx="340">
                  <c:v>-51.622636869529799</c:v>
                </c:pt>
                <c:pt idx="341">
                  <c:v>-44.5673146476121</c:v>
                </c:pt>
                <c:pt idx="342">
                  <c:v>-32.083792028534504</c:v>
                </c:pt>
                <c:pt idx="343">
                  <c:v>-25.756852770390399</c:v>
                </c:pt>
                <c:pt idx="344">
                  <c:v>-23.760116981375699</c:v>
                </c:pt>
                <c:pt idx="345">
                  <c:v>-21.359247065580099</c:v>
                </c:pt>
                <c:pt idx="346">
                  <c:v>-17.454528125153502</c:v>
                </c:pt>
                <c:pt idx="347">
                  <c:v>-12.0873483511379</c:v>
                </c:pt>
                <c:pt idx="348">
                  <c:v>-13.4492001312477</c:v>
                </c:pt>
                <c:pt idx="349">
                  <c:v>-22.062213678070599</c:v>
                </c:pt>
                <c:pt idx="350">
                  <c:v>-14.9245399768845</c:v>
                </c:pt>
                <c:pt idx="351">
                  <c:v>-17.817957267818699</c:v>
                </c:pt>
                <c:pt idx="352">
                  <c:v>-20.349310724619802</c:v>
                </c:pt>
                <c:pt idx="353">
                  <c:v>-19.034552493052502</c:v>
                </c:pt>
                <c:pt idx="354">
                  <c:v>-15.744955014936799</c:v>
                </c:pt>
                <c:pt idx="355">
                  <c:v>-19.843642976060998</c:v>
                </c:pt>
                <c:pt idx="356">
                  <c:v>-19.913999929595601</c:v>
                </c:pt>
                <c:pt idx="357">
                  <c:v>-18.715078362735301</c:v>
                </c:pt>
                <c:pt idx="358">
                  <c:v>-17.6891076739985</c:v>
                </c:pt>
                <c:pt idx="359">
                  <c:v>-20.0639758177117</c:v>
                </c:pt>
                <c:pt idx="360">
                  <c:v>-27.720326764934299</c:v>
                </c:pt>
                <c:pt idx="361">
                  <c:v>-28.640380565329998</c:v>
                </c:pt>
                <c:pt idx="362">
                  <c:v>-28.420233430629001</c:v>
                </c:pt>
                <c:pt idx="363">
                  <c:v>-25.638635980164199</c:v>
                </c:pt>
                <c:pt idx="364">
                  <c:v>-27.2415458469047</c:v>
                </c:pt>
                <c:pt idx="365">
                  <c:v>-27.1148032017765</c:v>
                </c:pt>
                <c:pt idx="366">
                  <c:v>-23.926049943561299</c:v>
                </c:pt>
                <c:pt idx="367">
                  <c:v>-26.995615590712301</c:v>
                </c:pt>
                <c:pt idx="368">
                  <c:v>-29.793161892962999</c:v>
                </c:pt>
                <c:pt idx="369">
                  <c:v>-25.1933416354148</c:v>
                </c:pt>
                <c:pt idx="370">
                  <c:v>-24.606451104811399</c:v>
                </c:pt>
                <c:pt idx="371">
                  <c:v>-25.358186920696301</c:v>
                </c:pt>
                <c:pt idx="372">
                  <c:v>-23.703847806075199</c:v>
                </c:pt>
                <c:pt idx="373">
                  <c:v>-24.4218086707472</c:v>
                </c:pt>
                <c:pt idx="374">
                  <c:v>-22.898883808891</c:v>
                </c:pt>
                <c:pt idx="375">
                  <c:v>-24.579878443493701</c:v>
                </c:pt>
                <c:pt idx="376">
                  <c:v>-24.110379617197001</c:v>
                </c:pt>
                <c:pt idx="377">
                  <c:v>-25.863927349601902</c:v>
                </c:pt>
                <c:pt idx="378">
                  <c:v>-26.3008346024147</c:v>
                </c:pt>
                <c:pt idx="379">
                  <c:v>-25.371197102729798</c:v>
                </c:pt>
                <c:pt idx="380">
                  <c:v>-23.426375298964</c:v>
                </c:pt>
                <c:pt idx="381">
                  <c:v>-26.767116781261102</c:v>
                </c:pt>
                <c:pt idx="382">
                  <c:v>-22.420259950615002</c:v>
                </c:pt>
                <c:pt idx="383">
                  <c:v>-28.420233430629001</c:v>
                </c:pt>
                <c:pt idx="384">
                  <c:v>-28.178334354006701</c:v>
                </c:pt>
                <c:pt idx="385">
                  <c:v>-27.767876841657198</c:v>
                </c:pt>
                <c:pt idx="386">
                  <c:v>-29.5228909473004</c:v>
                </c:pt>
                <c:pt idx="387">
                  <c:v>-29.846115859995599</c:v>
                </c:pt>
                <c:pt idx="388">
                  <c:v>-28.9822981191917</c:v>
                </c:pt>
                <c:pt idx="389">
                  <c:v>-27.270702339734701</c:v>
                </c:pt>
                <c:pt idx="390">
                  <c:v>-27.868095239763999</c:v>
                </c:pt>
                <c:pt idx="391">
                  <c:v>-28.204763130716799</c:v>
                </c:pt>
                <c:pt idx="392">
                  <c:v>-30.3899467623025</c:v>
                </c:pt>
                <c:pt idx="393">
                  <c:v>-30.8886681552735</c:v>
                </c:pt>
                <c:pt idx="394">
                  <c:v>-33.018902544623302</c:v>
                </c:pt>
                <c:pt idx="395">
                  <c:v>-33.244137745569802</c:v>
                </c:pt>
                <c:pt idx="396">
                  <c:v>-32.300161968048798</c:v>
                </c:pt>
                <c:pt idx="397">
                  <c:v>-37.596930217720598</c:v>
                </c:pt>
                <c:pt idx="398">
                  <c:v>-35.6253068611815</c:v>
                </c:pt>
                <c:pt idx="399">
                  <c:v>-33.1299262763591</c:v>
                </c:pt>
                <c:pt idx="400">
                  <c:v>-36.487472606436903</c:v>
                </c:pt>
                <c:pt idx="401">
                  <c:v>-36.146233267253301</c:v>
                </c:pt>
                <c:pt idx="402">
                  <c:v>-36.014433660833497</c:v>
                </c:pt>
                <c:pt idx="403">
                  <c:v>-38.484920407885902</c:v>
                </c:pt>
                <c:pt idx="404">
                  <c:v>-40.518471196810303</c:v>
                </c:pt>
                <c:pt idx="405">
                  <c:v>-39.291110359269901</c:v>
                </c:pt>
                <c:pt idx="406">
                  <c:v>-38.930528868094399</c:v>
                </c:pt>
                <c:pt idx="407">
                  <c:v>-36.877404665440103</c:v>
                </c:pt>
                <c:pt idx="408">
                  <c:v>-33.194647578491903</c:v>
                </c:pt>
                <c:pt idx="409">
                  <c:v>-37.544164340586597</c:v>
                </c:pt>
                <c:pt idx="410">
                  <c:v>-40.8806453529794</c:v>
                </c:pt>
                <c:pt idx="411">
                  <c:v>-36.044061480220599</c:v>
                </c:pt>
                <c:pt idx="412">
                  <c:v>-36.153579825193603</c:v>
                </c:pt>
                <c:pt idx="413">
                  <c:v>-37.610242723960802</c:v>
                </c:pt>
                <c:pt idx="414">
                  <c:v>-39.155925553605101</c:v>
                </c:pt>
                <c:pt idx="415">
                  <c:v>-36.213131392404797</c:v>
                </c:pt>
                <c:pt idx="416">
                  <c:v>-36.1190932270312</c:v>
                </c:pt>
                <c:pt idx="417">
                  <c:v>-35.849029264926898</c:v>
                </c:pt>
                <c:pt idx="418">
                  <c:v>-34.772960628214904</c:v>
                </c:pt>
                <c:pt idx="419">
                  <c:v>-37.544164340586597</c:v>
                </c:pt>
                <c:pt idx="420">
                  <c:v>-37.321279485537602</c:v>
                </c:pt>
                <c:pt idx="421">
                  <c:v>-32.775796160397697</c:v>
                </c:pt>
                <c:pt idx="422">
                  <c:v>-33.915825773079099</c:v>
                </c:pt>
                <c:pt idx="423">
                  <c:v>-32.309696530556401</c:v>
                </c:pt>
                <c:pt idx="424">
                  <c:v>-36.248599878596202</c:v>
                </c:pt>
                <c:pt idx="425">
                  <c:v>-35.581386829617998</c:v>
                </c:pt>
                <c:pt idx="426">
                  <c:v>-34.251667450588897</c:v>
                </c:pt>
                <c:pt idx="427">
                  <c:v>-33.986365546315298</c:v>
                </c:pt>
                <c:pt idx="428">
                  <c:v>-33.434495249808201</c:v>
                </c:pt>
                <c:pt idx="429">
                  <c:v>-34.263224447275199</c:v>
                </c:pt>
                <c:pt idx="430">
                  <c:v>-34.883353214496701</c:v>
                </c:pt>
                <c:pt idx="431">
                  <c:v>-33.646676031602297</c:v>
                </c:pt>
                <c:pt idx="432">
                  <c:v>-33.132507764275701</c:v>
                </c:pt>
                <c:pt idx="433">
                  <c:v>-32.935195701487999</c:v>
                </c:pt>
                <c:pt idx="434">
                  <c:v>-30.656468738390402</c:v>
                </c:pt>
                <c:pt idx="435">
                  <c:v>-29.103379735797301</c:v>
                </c:pt>
                <c:pt idx="436">
                  <c:v>-28.1681487727048</c:v>
                </c:pt>
                <c:pt idx="437">
                  <c:v>-28.8370596744697</c:v>
                </c:pt>
                <c:pt idx="438">
                  <c:v>-27.373747713026599</c:v>
                </c:pt>
                <c:pt idx="439">
                  <c:v>-24.4218086707472</c:v>
                </c:pt>
                <c:pt idx="440">
                  <c:v>-24.760686838484698</c:v>
                </c:pt>
                <c:pt idx="441">
                  <c:v>-25.967253427311501</c:v>
                </c:pt>
                <c:pt idx="442">
                  <c:v>-23.743529412747101</c:v>
                </c:pt>
                <c:pt idx="443">
                  <c:v>-24.834538600418</c:v>
                </c:pt>
                <c:pt idx="444">
                  <c:v>-23.996616183554799</c:v>
                </c:pt>
                <c:pt idx="445">
                  <c:v>-25.497242912682399</c:v>
                </c:pt>
                <c:pt idx="446">
                  <c:v>-22.242660701755501</c:v>
                </c:pt>
                <c:pt idx="447">
                  <c:v>-21.725125505529402</c:v>
                </c:pt>
                <c:pt idx="448">
                  <c:v>-22.0899471331272</c:v>
                </c:pt>
                <c:pt idx="449">
                  <c:v>-25.290718868037001</c:v>
                </c:pt>
                <c:pt idx="450">
                  <c:v>-19.042423505111501</c:v>
                </c:pt>
                <c:pt idx="451">
                  <c:v>-19.7983913021028</c:v>
                </c:pt>
                <c:pt idx="452">
                  <c:v>-20.178414030227898</c:v>
                </c:pt>
                <c:pt idx="453">
                  <c:v>-18.8568937934964</c:v>
                </c:pt>
                <c:pt idx="454">
                  <c:v>-20.025572202572899</c:v>
                </c:pt>
                <c:pt idx="455">
                  <c:v>-19.916635082739099</c:v>
                </c:pt>
                <c:pt idx="456">
                  <c:v>-19.327518024609301</c:v>
                </c:pt>
                <c:pt idx="457">
                  <c:v>-19.328043095755099</c:v>
                </c:pt>
                <c:pt idx="458">
                  <c:v>-18.476373431808501</c:v>
                </c:pt>
                <c:pt idx="459">
                  <c:v>-14.085951187989201</c:v>
                </c:pt>
                <c:pt idx="460">
                  <c:v>-14.2456605361547</c:v>
                </c:pt>
                <c:pt idx="461">
                  <c:v>-15.2186570827221</c:v>
                </c:pt>
                <c:pt idx="462">
                  <c:v>-10.229446933735099</c:v>
                </c:pt>
                <c:pt idx="463">
                  <c:v>-13.9276424128422</c:v>
                </c:pt>
                <c:pt idx="464">
                  <c:v>-15.3620843932085</c:v>
                </c:pt>
                <c:pt idx="465">
                  <c:v>-12.996305737605301</c:v>
                </c:pt>
                <c:pt idx="466">
                  <c:v>-11.0348625353027</c:v>
                </c:pt>
                <c:pt idx="467">
                  <c:v>-12.0873483511379</c:v>
                </c:pt>
                <c:pt idx="468">
                  <c:v>-13.162662269379499</c:v>
                </c:pt>
                <c:pt idx="469">
                  <c:v>-13.3994197972072</c:v>
                </c:pt>
                <c:pt idx="470">
                  <c:v>-14.033027931418401</c:v>
                </c:pt>
                <c:pt idx="471">
                  <c:v>-13.4004319385849</c:v>
                </c:pt>
                <c:pt idx="472">
                  <c:v>-10.671390397585901</c:v>
                </c:pt>
                <c:pt idx="473">
                  <c:v>-7.1391709324642498</c:v>
                </c:pt>
                <c:pt idx="474">
                  <c:v>-7.8308550131361496</c:v>
                </c:pt>
                <c:pt idx="475">
                  <c:v>-9.7667292545912101</c:v>
                </c:pt>
                <c:pt idx="476">
                  <c:v>-7.60495768971185</c:v>
                </c:pt>
                <c:pt idx="477">
                  <c:v>-6.5401545989229204</c:v>
                </c:pt>
                <c:pt idx="478">
                  <c:v>-9.3877770384269699</c:v>
                </c:pt>
                <c:pt idx="479">
                  <c:v>-7.9216220307246701</c:v>
                </c:pt>
                <c:pt idx="480">
                  <c:v>-6.3026584512421602</c:v>
                </c:pt>
                <c:pt idx="481">
                  <c:v>-7.2945085982311699</c:v>
                </c:pt>
                <c:pt idx="482">
                  <c:v>-6.3277037556978799</c:v>
                </c:pt>
                <c:pt idx="483">
                  <c:v>-7.3822372916298402</c:v>
                </c:pt>
                <c:pt idx="484">
                  <c:v>-5.9567018897001196</c:v>
                </c:pt>
                <c:pt idx="485">
                  <c:v>-0.59911542571018095</c:v>
                </c:pt>
                <c:pt idx="486">
                  <c:v>-2.02085874212099</c:v>
                </c:pt>
                <c:pt idx="487">
                  <c:v>-4.9402835999742303</c:v>
                </c:pt>
                <c:pt idx="488">
                  <c:v>-5.5829763140857196</c:v>
                </c:pt>
                <c:pt idx="489">
                  <c:v>-5.7065892383597498</c:v>
                </c:pt>
                <c:pt idx="490">
                  <c:v>-5.3665303727804599</c:v>
                </c:pt>
                <c:pt idx="491">
                  <c:v>-1.96487978314331</c:v>
                </c:pt>
                <c:pt idx="492">
                  <c:v>-1.34076249156419</c:v>
                </c:pt>
                <c:pt idx="493">
                  <c:v>-1.5695303008288799</c:v>
                </c:pt>
                <c:pt idx="494">
                  <c:v>-1.3216614039330301</c:v>
                </c:pt>
                <c:pt idx="495">
                  <c:v>0.26924894918806702</c:v>
                </c:pt>
                <c:pt idx="496">
                  <c:v>-0.93974815827550595</c:v>
                </c:pt>
                <c:pt idx="497">
                  <c:v>-1.38216154475713</c:v>
                </c:pt>
                <c:pt idx="498">
                  <c:v>-3.74892188224708</c:v>
                </c:pt>
                <c:pt idx="499">
                  <c:v>-1.3090135906892799</c:v>
                </c:pt>
                <c:pt idx="500">
                  <c:v>-2.8902418250672199</c:v>
                </c:pt>
                <c:pt idx="501">
                  <c:v>-2.3957885772193199</c:v>
                </c:pt>
                <c:pt idx="502">
                  <c:v>-2.4480503743616202</c:v>
                </c:pt>
                <c:pt idx="503">
                  <c:v>-2.2421448481293802</c:v>
                </c:pt>
                <c:pt idx="504">
                  <c:v>-7.49809603022549</c:v>
                </c:pt>
                <c:pt idx="505">
                  <c:v>-2.1998916665572201</c:v>
                </c:pt>
                <c:pt idx="506">
                  <c:v>-6.4230965912029703</c:v>
                </c:pt>
                <c:pt idx="507">
                  <c:v>0.325720334417894</c:v>
                </c:pt>
                <c:pt idx="508">
                  <c:v>-4.3770811276228798</c:v>
                </c:pt>
                <c:pt idx="509">
                  <c:v>-4.6064374134408501</c:v>
                </c:pt>
                <c:pt idx="510">
                  <c:v>-4.5033692889933796</c:v>
                </c:pt>
                <c:pt idx="511">
                  <c:v>-6.6483581143830204</c:v>
                </c:pt>
                <c:pt idx="512">
                  <c:v>-4.1836650318962203</c:v>
                </c:pt>
                <c:pt idx="513">
                  <c:v>-9.5376553422946699</c:v>
                </c:pt>
                <c:pt idx="514">
                  <c:v>-10.864355332359301</c:v>
                </c:pt>
                <c:pt idx="515">
                  <c:v>-9.3877770384269699</c:v>
                </c:pt>
                <c:pt idx="516">
                  <c:v>-14.223158416281599</c:v>
                </c:pt>
                <c:pt idx="517">
                  <c:v>-11.2121722322078</c:v>
                </c:pt>
                <c:pt idx="518">
                  <c:v>-13.418598898852</c:v>
                </c:pt>
                <c:pt idx="519">
                  <c:v>-16.644246153977001</c:v>
                </c:pt>
                <c:pt idx="520">
                  <c:v>-16.5348334436164</c:v>
                </c:pt>
                <c:pt idx="521">
                  <c:v>-16.48550990463</c:v>
                </c:pt>
                <c:pt idx="522">
                  <c:v>-17.4788451673233</c:v>
                </c:pt>
                <c:pt idx="523">
                  <c:v>-17.817957267818699</c:v>
                </c:pt>
                <c:pt idx="524">
                  <c:v>-19.538252228046499</c:v>
                </c:pt>
                <c:pt idx="525">
                  <c:v>-27.2415458469047</c:v>
                </c:pt>
                <c:pt idx="526">
                  <c:v>-24.820429912638399</c:v>
                </c:pt>
                <c:pt idx="527">
                  <c:v>-25.107498478379298</c:v>
                </c:pt>
                <c:pt idx="528">
                  <c:v>-26.686070647828799</c:v>
                </c:pt>
                <c:pt idx="529">
                  <c:v>-25.2587476385191</c:v>
                </c:pt>
                <c:pt idx="530">
                  <c:v>-26.0207968684626</c:v>
                </c:pt>
                <c:pt idx="531">
                  <c:v>-30.5711286058234</c:v>
                </c:pt>
                <c:pt idx="532">
                  <c:v>-31.109137948185701</c:v>
                </c:pt>
                <c:pt idx="533">
                  <c:v>-33.973401908519897</c:v>
                </c:pt>
                <c:pt idx="534">
                  <c:v>-35.110141274351001</c:v>
                </c:pt>
                <c:pt idx="535">
                  <c:v>-40.088090689407103</c:v>
                </c:pt>
                <c:pt idx="536">
                  <c:v>-39.271790121829603</c:v>
                </c:pt>
                <c:pt idx="537">
                  <c:v>-41.037383293040598</c:v>
                </c:pt>
                <c:pt idx="538">
                  <c:v>-45.409849729522001</c:v>
                </c:pt>
                <c:pt idx="539">
                  <c:v>-47.201530493580997</c:v>
                </c:pt>
                <c:pt idx="540">
                  <c:v>-48.154741501088203</c:v>
                </c:pt>
                <c:pt idx="541">
                  <c:v>-49.625596821006297</c:v>
                </c:pt>
                <c:pt idx="542">
                  <c:v>-51.827529894558197</c:v>
                </c:pt>
                <c:pt idx="543">
                  <c:v>-55.520851549881598</c:v>
                </c:pt>
                <c:pt idx="544">
                  <c:v>-57.905552300881403</c:v>
                </c:pt>
                <c:pt idx="545">
                  <c:v>-62.358224110995501</c:v>
                </c:pt>
                <c:pt idx="546">
                  <c:v>-64.751166168841195</c:v>
                </c:pt>
                <c:pt idx="547">
                  <c:v>-72.818282699376098</c:v>
                </c:pt>
                <c:pt idx="548">
                  <c:v>-69.540123476866398</c:v>
                </c:pt>
                <c:pt idx="549">
                  <c:v>-73.731063087096501</c:v>
                </c:pt>
                <c:pt idx="550">
                  <c:v>-74.856305743372701</c:v>
                </c:pt>
                <c:pt idx="551">
                  <c:v>-75.622696955500103</c:v>
                </c:pt>
                <c:pt idx="552">
                  <c:v>-77.704314340833704</c:v>
                </c:pt>
                <c:pt idx="553">
                  <c:v>-85.341000975487006</c:v>
                </c:pt>
                <c:pt idx="554">
                  <c:v>-83.843788942630894</c:v>
                </c:pt>
                <c:pt idx="555">
                  <c:v>-85.743710202150595</c:v>
                </c:pt>
                <c:pt idx="556">
                  <c:v>-88.160881305416495</c:v>
                </c:pt>
                <c:pt idx="557">
                  <c:v>-88.991845305790406</c:v>
                </c:pt>
                <c:pt idx="558">
                  <c:v>-90.429154573110097</c:v>
                </c:pt>
                <c:pt idx="559">
                  <c:v>-92.335439783407907</c:v>
                </c:pt>
                <c:pt idx="560">
                  <c:v>-97.973677764564897</c:v>
                </c:pt>
                <c:pt idx="561">
                  <c:v>-98.018967505608799</c:v>
                </c:pt>
                <c:pt idx="562">
                  <c:v>-100.34271807157</c:v>
                </c:pt>
                <c:pt idx="563">
                  <c:v>-105.85652732718999</c:v>
                </c:pt>
                <c:pt idx="564">
                  <c:v>-106.388917901651</c:v>
                </c:pt>
                <c:pt idx="565">
                  <c:v>-109.83638797397499</c:v>
                </c:pt>
                <c:pt idx="566">
                  <c:v>-110.210329922261</c:v>
                </c:pt>
                <c:pt idx="567">
                  <c:v>-113.805985549589</c:v>
                </c:pt>
                <c:pt idx="568">
                  <c:v>-113.84516340923101</c:v>
                </c:pt>
                <c:pt idx="569">
                  <c:v>-118.249956536409</c:v>
                </c:pt>
                <c:pt idx="570">
                  <c:v>-122.488395175961</c:v>
                </c:pt>
                <c:pt idx="571">
                  <c:v>-122.932690291966</c:v>
                </c:pt>
                <c:pt idx="572">
                  <c:v>-123.845621564764</c:v>
                </c:pt>
                <c:pt idx="573">
                  <c:v>-130.52832796890499</c:v>
                </c:pt>
                <c:pt idx="574">
                  <c:v>-128.62950371264901</c:v>
                </c:pt>
                <c:pt idx="575">
                  <c:v>-133.229572165973</c:v>
                </c:pt>
                <c:pt idx="576">
                  <c:v>-134.246420561473</c:v>
                </c:pt>
                <c:pt idx="577">
                  <c:v>-135.95375171966899</c:v>
                </c:pt>
                <c:pt idx="578">
                  <c:v>-137.84513689775</c:v>
                </c:pt>
                <c:pt idx="579">
                  <c:v>-140.68814417770901</c:v>
                </c:pt>
                <c:pt idx="580">
                  <c:v>-143.422232639523</c:v>
                </c:pt>
                <c:pt idx="581">
                  <c:v>-146.697536848092</c:v>
                </c:pt>
                <c:pt idx="582">
                  <c:v>-148.95381401469299</c:v>
                </c:pt>
                <c:pt idx="583">
                  <c:v>-149.89641659613699</c:v>
                </c:pt>
                <c:pt idx="584">
                  <c:v>-154.83188303428</c:v>
                </c:pt>
                <c:pt idx="585">
                  <c:v>-155.317138614963</c:v>
                </c:pt>
                <c:pt idx="586">
                  <c:v>-157.962437999511</c:v>
                </c:pt>
                <c:pt idx="587">
                  <c:v>-160.347631513115</c:v>
                </c:pt>
                <c:pt idx="588">
                  <c:v>-162.06532173853799</c:v>
                </c:pt>
                <c:pt idx="589">
                  <c:v>-164.08155711597001</c:v>
                </c:pt>
                <c:pt idx="590">
                  <c:v>-165.85307739183401</c:v>
                </c:pt>
                <c:pt idx="591">
                  <c:v>-166.34840768971401</c:v>
                </c:pt>
                <c:pt idx="592">
                  <c:v>-168.69686120372501</c:v>
                </c:pt>
                <c:pt idx="593">
                  <c:v>-172.30989458231201</c:v>
                </c:pt>
                <c:pt idx="594">
                  <c:v>-176.35944113832599</c:v>
                </c:pt>
                <c:pt idx="595">
                  <c:v>-178.35015302787201</c:v>
                </c:pt>
                <c:pt idx="596">
                  <c:v>-177.91424644521399</c:v>
                </c:pt>
                <c:pt idx="597">
                  <c:v>-179.818413515023</c:v>
                </c:pt>
                <c:pt idx="598">
                  <c:v>-178.68372485905601</c:v>
                </c:pt>
                <c:pt idx="599">
                  <c:v>-180.32402480814599</c:v>
                </c:pt>
                <c:pt idx="600">
                  <c:v>-180.85481624306399</c:v>
                </c:pt>
                <c:pt idx="601">
                  <c:v>-181.36452737371201</c:v>
                </c:pt>
                <c:pt idx="602">
                  <c:v>-184.144396964468</c:v>
                </c:pt>
                <c:pt idx="603">
                  <c:v>-182.36673759448101</c:v>
                </c:pt>
                <c:pt idx="604">
                  <c:v>-185.40187213626899</c:v>
                </c:pt>
                <c:pt idx="605">
                  <c:v>-185.83993730571899</c:v>
                </c:pt>
                <c:pt idx="606">
                  <c:v>-186.373637382401</c:v>
                </c:pt>
                <c:pt idx="607">
                  <c:v>-184.62289250332401</c:v>
                </c:pt>
                <c:pt idx="608">
                  <c:v>-186.16503079654299</c:v>
                </c:pt>
                <c:pt idx="609">
                  <c:v>-187.84061501146601</c:v>
                </c:pt>
                <c:pt idx="610">
                  <c:v>-187.48979657832601</c:v>
                </c:pt>
                <c:pt idx="611">
                  <c:v>-188.89092942217201</c:v>
                </c:pt>
                <c:pt idx="612">
                  <c:v>-187.64839904990299</c:v>
                </c:pt>
                <c:pt idx="613">
                  <c:v>-185.83529937585499</c:v>
                </c:pt>
                <c:pt idx="614">
                  <c:v>-186.92158803492001</c:v>
                </c:pt>
                <c:pt idx="615">
                  <c:v>-188.829090505181</c:v>
                </c:pt>
                <c:pt idx="616">
                  <c:v>-186.836246934455</c:v>
                </c:pt>
                <c:pt idx="617">
                  <c:v>-188.07200395153501</c:v>
                </c:pt>
                <c:pt idx="618">
                  <c:v>-189.54465050706099</c:v>
                </c:pt>
                <c:pt idx="619">
                  <c:v>-187.51757702734599</c:v>
                </c:pt>
                <c:pt idx="620">
                  <c:v>-187.16807377827601</c:v>
                </c:pt>
                <c:pt idx="621">
                  <c:v>-185.84275339007999</c:v>
                </c:pt>
                <c:pt idx="622">
                  <c:v>-186.84112921339201</c:v>
                </c:pt>
                <c:pt idx="623">
                  <c:v>-186.89753385445201</c:v>
                </c:pt>
                <c:pt idx="624">
                  <c:v>-186.14812675141599</c:v>
                </c:pt>
                <c:pt idx="625">
                  <c:v>-186.173587236359</c:v>
                </c:pt>
                <c:pt idx="626">
                  <c:v>-188.893390068184</c:v>
                </c:pt>
                <c:pt idx="627">
                  <c:v>-186.446388657527</c:v>
                </c:pt>
                <c:pt idx="628">
                  <c:v>-186.97841781869701</c:v>
                </c:pt>
                <c:pt idx="629">
                  <c:v>-186.40296713023699</c:v>
                </c:pt>
                <c:pt idx="630">
                  <c:v>-187.84855376017799</c:v>
                </c:pt>
                <c:pt idx="631">
                  <c:v>-187.583324256379</c:v>
                </c:pt>
                <c:pt idx="632">
                  <c:v>-187.27467980737001</c:v>
                </c:pt>
                <c:pt idx="633">
                  <c:v>-188.967693739981</c:v>
                </c:pt>
                <c:pt idx="634">
                  <c:v>-191.05243502795199</c:v>
                </c:pt>
                <c:pt idx="635">
                  <c:v>-189.54465050706099</c:v>
                </c:pt>
                <c:pt idx="636">
                  <c:v>-193.185019385755</c:v>
                </c:pt>
                <c:pt idx="637">
                  <c:v>-191.12252684468399</c:v>
                </c:pt>
                <c:pt idx="638">
                  <c:v>-192.61708162316501</c:v>
                </c:pt>
                <c:pt idx="639">
                  <c:v>-193.48728005852499</c:v>
                </c:pt>
                <c:pt idx="640">
                  <c:v>-193.05134037329299</c:v>
                </c:pt>
                <c:pt idx="641">
                  <c:v>-193.37972530873299</c:v>
                </c:pt>
                <c:pt idx="642">
                  <c:v>-192.83453461340801</c:v>
                </c:pt>
                <c:pt idx="643">
                  <c:v>-194.51259816853599</c:v>
                </c:pt>
                <c:pt idx="644">
                  <c:v>-196.97851929958301</c:v>
                </c:pt>
                <c:pt idx="645">
                  <c:v>-196.312614785341</c:v>
                </c:pt>
                <c:pt idx="646">
                  <c:v>-196.858978637804</c:v>
                </c:pt>
                <c:pt idx="647">
                  <c:v>-198.102917377376</c:v>
                </c:pt>
                <c:pt idx="648">
                  <c:v>-201.22232809877099</c:v>
                </c:pt>
                <c:pt idx="649">
                  <c:v>-200.59357898805101</c:v>
                </c:pt>
                <c:pt idx="650">
                  <c:v>-201.95032773713399</c:v>
                </c:pt>
                <c:pt idx="651">
                  <c:v>-201.45829684184201</c:v>
                </c:pt>
                <c:pt idx="652">
                  <c:v>-202.76967850413001</c:v>
                </c:pt>
                <c:pt idx="653">
                  <c:v>-203.49137781882499</c:v>
                </c:pt>
                <c:pt idx="654">
                  <c:v>-202.70105112177399</c:v>
                </c:pt>
                <c:pt idx="655">
                  <c:v>-203.51748151014101</c:v>
                </c:pt>
                <c:pt idx="656">
                  <c:v>-204.49784046054199</c:v>
                </c:pt>
                <c:pt idx="657">
                  <c:v>-206.524933864861</c:v>
                </c:pt>
                <c:pt idx="658">
                  <c:v>-207.60145972292301</c:v>
                </c:pt>
                <c:pt idx="659">
                  <c:v>-209.891699992734</c:v>
                </c:pt>
                <c:pt idx="660">
                  <c:v>-207.90044279963101</c:v>
                </c:pt>
                <c:pt idx="661">
                  <c:v>-210.91519907457101</c:v>
                </c:pt>
                <c:pt idx="662">
                  <c:v>-210.881686581785</c:v>
                </c:pt>
                <c:pt idx="663">
                  <c:v>-212.24203146794301</c:v>
                </c:pt>
                <c:pt idx="664">
                  <c:v>-212.37061469992</c:v>
                </c:pt>
                <c:pt idx="665">
                  <c:v>-212.75390650260701</c:v>
                </c:pt>
                <c:pt idx="666">
                  <c:v>-215.12684078664199</c:v>
                </c:pt>
                <c:pt idx="667">
                  <c:v>-216.90431693097199</c:v>
                </c:pt>
                <c:pt idx="668">
                  <c:v>-218.148437730181</c:v>
                </c:pt>
                <c:pt idx="669">
                  <c:v>-218.93702088221701</c:v>
                </c:pt>
                <c:pt idx="670">
                  <c:v>-220.72617414381199</c:v>
                </c:pt>
                <c:pt idx="671">
                  <c:v>-220.95161565033001</c:v>
                </c:pt>
                <c:pt idx="672">
                  <c:v>-217.23708769722401</c:v>
                </c:pt>
                <c:pt idx="673">
                  <c:v>-219.531929082597</c:v>
                </c:pt>
                <c:pt idx="674">
                  <c:v>-217.85547422625399</c:v>
                </c:pt>
                <c:pt idx="675">
                  <c:v>-219.343335771288</c:v>
                </c:pt>
                <c:pt idx="676">
                  <c:v>-219.427522554413</c:v>
                </c:pt>
                <c:pt idx="677">
                  <c:v>-218.95714854615201</c:v>
                </c:pt>
                <c:pt idx="678">
                  <c:v>-218.489113041861</c:v>
                </c:pt>
                <c:pt idx="679">
                  <c:v>-218.83895455734901</c:v>
                </c:pt>
                <c:pt idx="680">
                  <c:v>-217.75162389232401</c:v>
                </c:pt>
                <c:pt idx="681">
                  <c:v>-219.31408945887699</c:v>
                </c:pt>
                <c:pt idx="682">
                  <c:v>-219.247550728737</c:v>
                </c:pt>
                <c:pt idx="683">
                  <c:v>-216.18689450815299</c:v>
                </c:pt>
                <c:pt idx="684">
                  <c:v>-217.62146895350699</c:v>
                </c:pt>
                <c:pt idx="685">
                  <c:v>-215.618742884635</c:v>
                </c:pt>
                <c:pt idx="686">
                  <c:v>-217.490212878173</c:v>
                </c:pt>
                <c:pt idx="687">
                  <c:v>-218.048329679901</c:v>
                </c:pt>
                <c:pt idx="688">
                  <c:v>-216.44825324992999</c:v>
                </c:pt>
                <c:pt idx="689">
                  <c:v>-213.19142295915</c:v>
                </c:pt>
                <c:pt idx="690">
                  <c:v>-215.006794936278</c:v>
                </c:pt>
                <c:pt idx="691">
                  <c:v>-215.22788370144499</c:v>
                </c:pt>
                <c:pt idx="692">
                  <c:v>-212.511790125517</c:v>
                </c:pt>
                <c:pt idx="693">
                  <c:v>-213.50357935226299</c:v>
                </c:pt>
                <c:pt idx="694">
                  <c:v>-214.304976252133</c:v>
                </c:pt>
                <c:pt idx="695">
                  <c:v>-214.18427436216999</c:v>
                </c:pt>
                <c:pt idx="696">
                  <c:v>-212.23420544239201</c:v>
                </c:pt>
                <c:pt idx="697">
                  <c:v>-209.48577718533099</c:v>
                </c:pt>
                <c:pt idx="698">
                  <c:v>-208.93869365155501</c:v>
                </c:pt>
                <c:pt idx="699">
                  <c:v>-210.51625891271999</c:v>
                </c:pt>
                <c:pt idx="700">
                  <c:v>-209.599069218653</c:v>
                </c:pt>
                <c:pt idx="701">
                  <c:v>-206.32413606219299</c:v>
                </c:pt>
                <c:pt idx="702">
                  <c:v>-206.10342266736799</c:v>
                </c:pt>
                <c:pt idx="703">
                  <c:v>-203.80524783709799</c:v>
                </c:pt>
                <c:pt idx="704">
                  <c:v>-203.590190913605</c:v>
                </c:pt>
                <c:pt idx="705">
                  <c:v>-203.62676265833301</c:v>
                </c:pt>
                <c:pt idx="706">
                  <c:v>-203.13308968395199</c:v>
                </c:pt>
                <c:pt idx="707">
                  <c:v>-203.15394046452701</c:v>
                </c:pt>
                <c:pt idx="708">
                  <c:v>-199.25363748595899</c:v>
                </c:pt>
                <c:pt idx="709">
                  <c:v>-199.36557615076401</c:v>
                </c:pt>
                <c:pt idx="710">
                  <c:v>-198.29996988075899</c:v>
                </c:pt>
                <c:pt idx="711">
                  <c:v>-198.46496229543001</c:v>
                </c:pt>
                <c:pt idx="712">
                  <c:v>-198.41345204418599</c:v>
                </c:pt>
                <c:pt idx="713">
                  <c:v>-196.56080468822299</c:v>
                </c:pt>
                <c:pt idx="714">
                  <c:v>-195.89832578363101</c:v>
                </c:pt>
                <c:pt idx="715">
                  <c:v>-196.56608411714501</c:v>
                </c:pt>
                <c:pt idx="716">
                  <c:v>-195.16256548912</c:v>
                </c:pt>
                <c:pt idx="717">
                  <c:v>-194.07147160559401</c:v>
                </c:pt>
                <c:pt idx="718">
                  <c:v>-193.63224872371401</c:v>
                </c:pt>
                <c:pt idx="719">
                  <c:v>-193.45574494445501</c:v>
                </c:pt>
                <c:pt idx="720">
                  <c:v>-193.301965675427</c:v>
                </c:pt>
                <c:pt idx="721">
                  <c:v>-194.07541198820101</c:v>
                </c:pt>
                <c:pt idx="722">
                  <c:v>-193.62104419547501</c:v>
                </c:pt>
                <c:pt idx="723">
                  <c:v>-195.44203657561701</c:v>
                </c:pt>
                <c:pt idx="724">
                  <c:v>-195.44203657561701</c:v>
                </c:pt>
                <c:pt idx="725">
                  <c:v>-190.45099676374599</c:v>
                </c:pt>
                <c:pt idx="726">
                  <c:v>-192.78411001663201</c:v>
                </c:pt>
                <c:pt idx="727">
                  <c:v>-191.54388277766799</c:v>
                </c:pt>
                <c:pt idx="728">
                  <c:v>-192.332627592394</c:v>
                </c:pt>
                <c:pt idx="729">
                  <c:v>-192.823490808391</c:v>
                </c:pt>
                <c:pt idx="730">
                  <c:v>-192.93038780824901</c:v>
                </c:pt>
                <c:pt idx="731">
                  <c:v>-194.38957952579099</c:v>
                </c:pt>
                <c:pt idx="732">
                  <c:v>-192.045378480061</c:v>
                </c:pt>
                <c:pt idx="733">
                  <c:v>-191.07097685678801</c:v>
                </c:pt>
                <c:pt idx="734">
                  <c:v>-196.045277781772</c:v>
                </c:pt>
                <c:pt idx="735">
                  <c:v>-192.65214976432401</c:v>
                </c:pt>
                <c:pt idx="736">
                  <c:v>-194.81928176458101</c:v>
                </c:pt>
                <c:pt idx="737">
                  <c:v>-189.465525935389</c:v>
                </c:pt>
                <c:pt idx="738">
                  <c:v>-193.32477349452901</c:v>
                </c:pt>
                <c:pt idx="739">
                  <c:v>-193.485466257898</c:v>
                </c:pt>
                <c:pt idx="740">
                  <c:v>-192.06557036481999</c:v>
                </c:pt>
                <c:pt idx="741">
                  <c:v>-194.28294160468101</c:v>
                </c:pt>
                <c:pt idx="742">
                  <c:v>-193.12014914564401</c:v>
                </c:pt>
                <c:pt idx="743">
                  <c:v>-195.169201607014</c:v>
                </c:pt>
                <c:pt idx="744">
                  <c:v>-196.47170561842699</c:v>
                </c:pt>
                <c:pt idx="745">
                  <c:v>-195.593978699903</c:v>
                </c:pt>
                <c:pt idx="746">
                  <c:v>-198.42857418909301</c:v>
                </c:pt>
                <c:pt idx="747">
                  <c:v>-197.54671523915499</c:v>
                </c:pt>
                <c:pt idx="748">
                  <c:v>-199.31448710305801</c:v>
                </c:pt>
                <c:pt idx="749">
                  <c:v>-198.552887888915</c:v>
                </c:pt>
                <c:pt idx="750">
                  <c:v>-198.69578913956599</c:v>
                </c:pt>
                <c:pt idx="751">
                  <c:v>-200.12987466040801</c:v>
                </c:pt>
                <c:pt idx="752">
                  <c:v>-200.485041135942</c:v>
                </c:pt>
                <c:pt idx="753">
                  <c:v>-200.32119648467</c:v>
                </c:pt>
                <c:pt idx="754">
                  <c:v>-200.066450264591</c:v>
                </c:pt>
                <c:pt idx="755">
                  <c:v>-203.481988839255</c:v>
                </c:pt>
                <c:pt idx="756">
                  <c:v>-199.84910354681799</c:v>
                </c:pt>
                <c:pt idx="757">
                  <c:v>-203.186209602774</c:v>
                </c:pt>
                <c:pt idx="758">
                  <c:v>-206.50353314683699</c:v>
                </c:pt>
                <c:pt idx="759">
                  <c:v>-206.628220385883</c:v>
                </c:pt>
                <c:pt idx="760">
                  <c:v>-206.17062085513101</c:v>
                </c:pt>
                <c:pt idx="761">
                  <c:v>-206.430606497197</c:v>
                </c:pt>
                <c:pt idx="762">
                  <c:v>-208.14340136681301</c:v>
                </c:pt>
                <c:pt idx="763">
                  <c:v>-204.921789690297</c:v>
                </c:pt>
                <c:pt idx="764">
                  <c:v>-208.72083193196599</c:v>
                </c:pt>
                <c:pt idx="765">
                  <c:v>-210.45806159271299</c:v>
                </c:pt>
                <c:pt idx="766">
                  <c:v>-212.32835768631199</c:v>
                </c:pt>
                <c:pt idx="767">
                  <c:v>-209.82371482189001</c:v>
                </c:pt>
                <c:pt idx="768">
                  <c:v>-212.24510925263601</c:v>
                </c:pt>
                <c:pt idx="769">
                  <c:v>-215.060715319227</c:v>
                </c:pt>
                <c:pt idx="770">
                  <c:v>-216.05555525612701</c:v>
                </c:pt>
                <c:pt idx="771">
                  <c:v>-214.86478022269699</c:v>
                </c:pt>
                <c:pt idx="772">
                  <c:v>-217.84992822677799</c:v>
                </c:pt>
                <c:pt idx="773">
                  <c:v>-216.37339462840299</c:v>
                </c:pt>
                <c:pt idx="774">
                  <c:v>-217.33921741695301</c:v>
                </c:pt>
                <c:pt idx="775">
                  <c:v>-218.35049631019399</c:v>
                </c:pt>
                <c:pt idx="776">
                  <c:v>-217.84588401732199</c:v>
                </c:pt>
                <c:pt idx="777">
                  <c:v>-221.00065222780501</c:v>
                </c:pt>
                <c:pt idx="778">
                  <c:v>-222.52649097762401</c:v>
                </c:pt>
                <c:pt idx="779">
                  <c:v>-219.397028959859</c:v>
                </c:pt>
                <c:pt idx="780">
                  <c:v>-221.66568251010901</c:v>
                </c:pt>
                <c:pt idx="781">
                  <c:v>-221.684130866869</c:v>
                </c:pt>
                <c:pt idx="782">
                  <c:v>-221.57899299765299</c:v>
                </c:pt>
                <c:pt idx="783">
                  <c:v>-220.47958306560199</c:v>
                </c:pt>
                <c:pt idx="784">
                  <c:v>-220.37752326232101</c:v>
                </c:pt>
                <c:pt idx="785">
                  <c:v>-220.424511991392</c:v>
                </c:pt>
                <c:pt idx="786">
                  <c:v>-221.05046347478</c:v>
                </c:pt>
                <c:pt idx="787">
                  <c:v>-219.052958240923</c:v>
                </c:pt>
                <c:pt idx="788">
                  <c:v>-219.26634641875901</c:v>
                </c:pt>
                <c:pt idx="789">
                  <c:v>-216.76270358450799</c:v>
                </c:pt>
                <c:pt idx="790">
                  <c:v>-217.490212878173</c:v>
                </c:pt>
                <c:pt idx="791">
                  <c:v>-217.67357368248801</c:v>
                </c:pt>
                <c:pt idx="792">
                  <c:v>-214.954146150882</c:v>
                </c:pt>
                <c:pt idx="793">
                  <c:v>-216.031981789844</c:v>
                </c:pt>
                <c:pt idx="794">
                  <c:v>-214.78824553711701</c:v>
                </c:pt>
                <c:pt idx="795">
                  <c:v>-211.608929761756</c:v>
                </c:pt>
                <c:pt idx="796">
                  <c:v>-210.273571435017</c:v>
                </c:pt>
                <c:pt idx="797">
                  <c:v>-208.85070053298199</c:v>
                </c:pt>
                <c:pt idx="798">
                  <c:v>-207.16067036221099</c:v>
                </c:pt>
                <c:pt idx="799">
                  <c:v>-206.54773470102501</c:v>
                </c:pt>
                <c:pt idx="800">
                  <c:v>-207.18127295304799</c:v>
                </c:pt>
                <c:pt idx="801">
                  <c:v>-206.783781407444</c:v>
                </c:pt>
                <c:pt idx="802">
                  <c:v>-202.297027115856</c:v>
                </c:pt>
                <c:pt idx="803">
                  <c:v>-202.03554891100899</c:v>
                </c:pt>
                <c:pt idx="804">
                  <c:v>-201.421315751718</c:v>
                </c:pt>
                <c:pt idx="805">
                  <c:v>-199.31436469488699</c:v>
                </c:pt>
                <c:pt idx="806">
                  <c:v>-195.08530256095699</c:v>
                </c:pt>
                <c:pt idx="807">
                  <c:v>-193.917200890435</c:v>
                </c:pt>
                <c:pt idx="808">
                  <c:v>-190.65350378953099</c:v>
                </c:pt>
                <c:pt idx="809">
                  <c:v>-190.78031618393101</c:v>
                </c:pt>
                <c:pt idx="810">
                  <c:v>-188.100838675928</c:v>
                </c:pt>
                <c:pt idx="811">
                  <c:v>-182.67534338131799</c:v>
                </c:pt>
                <c:pt idx="812">
                  <c:v>-182.612172630587</c:v>
                </c:pt>
                <c:pt idx="813">
                  <c:v>-180.262208899851</c:v>
                </c:pt>
                <c:pt idx="814">
                  <c:v>-180.413384343671</c:v>
                </c:pt>
                <c:pt idx="815">
                  <c:v>-177.134124980965</c:v>
                </c:pt>
                <c:pt idx="816">
                  <c:v>-173.67360288160901</c:v>
                </c:pt>
                <c:pt idx="817">
                  <c:v>-173.88928044459999</c:v>
                </c:pt>
                <c:pt idx="818">
                  <c:v>-169.51576574455501</c:v>
                </c:pt>
                <c:pt idx="819">
                  <c:v>-165.36921052393899</c:v>
                </c:pt>
                <c:pt idx="820">
                  <c:v>-165.304319017956</c:v>
                </c:pt>
                <c:pt idx="821">
                  <c:v>-161.94010774490101</c:v>
                </c:pt>
                <c:pt idx="822">
                  <c:v>-159.71168992329399</c:v>
                </c:pt>
                <c:pt idx="823">
                  <c:v>-159.219020317542</c:v>
                </c:pt>
                <c:pt idx="824">
                  <c:v>-157.34687490179601</c:v>
                </c:pt>
                <c:pt idx="825">
                  <c:v>-151.82190011226001</c:v>
                </c:pt>
                <c:pt idx="826">
                  <c:v>-151.290884776963</c:v>
                </c:pt>
                <c:pt idx="827">
                  <c:v>-148.00365747366499</c:v>
                </c:pt>
                <c:pt idx="828">
                  <c:v>-148.03028876775599</c:v>
                </c:pt>
                <c:pt idx="829">
                  <c:v>-144.97983679407099</c:v>
                </c:pt>
                <c:pt idx="830">
                  <c:v>-142.746696979669</c:v>
                </c:pt>
                <c:pt idx="831">
                  <c:v>-143.35339441289801</c:v>
                </c:pt>
                <c:pt idx="832">
                  <c:v>-139.91815206572301</c:v>
                </c:pt>
                <c:pt idx="833">
                  <c:v>-141.137164122743</c:v>
                </c:pt>
                <c:pt idx="834">
                  <c:v>-136.07692434440301</c:v>
                </c:pt>
                <c:pt idx="835">
                  <c:v>-134.13265885404999</c:v>
                </c:pt>
                <c:pt idx="836">
                  <c:v>-133.37626134101899</c:v>
                </c:pt>
                <c:pt idx="837">
                  <c:v>-132.15797873754599</c:v>
                </c:pt>
                <c:pt idx="838">
                  <c:v>-130.79294249948401</c:v>
                </c:pt>
                <c:pt idx="839">
                  <c:v>-130.45639736002099</c:v>
                </c:pt>
                <c:pt idx="840">
                  <c:v>-130.1625060415</c:v>
                </c:pt>
                <c:pt idx="841">
                  <c:v>-126.895778602082</c:v>
                </c:pt>
                <c:pt idx="842">
                  <c:v>-125.748170357183</c:v>
                </c:pt>
                <c:pt idx="843">
                  <c:v>-124.70965257360901</c:v>
                </c:pt>
                <c:pt idx="844">
                  <c:v>-124.704528759845</c:v>
                </c:pt>
                <c:pt idx="845">
                  <c:v>-124.56308902320001</c:v>
                </c:pt>
                <c:pt idx="846">
                  <c:v>-123.040979523247</c:v>
                </c:pt>
                <c:pt idx="847">
                  <c:v>-122.939892341863</c:v>
                </c:pt>
                <c:pt idx="848">
                  <c:v>-121.372618592349</c:v>
                </c:pt>
                <c:pt idx="849">
                  <c:v>-123.336096570141</c:v>
                </c:pt>
                <c:pt idx="850">
                  <c:v>-121.563896928934</c:v>
                </c:pt>
                <c:pt idx="851">
                  <c:v>-121.13548790380599</c:v>
                </c:pt>
                <c:pt idx="852">
                  <c:v>-121.483723064985</c:v>
                </c:pt>
                <c:pt idx="853">
                  <c:v>-123.631728441699</c:v>
                </c:pt>
                <c:pt idx="854">
                  <c:v>-122.55627128781499</c:v>
                </c:pt>
                <c:pt idx="855">
                  <c:v>-124.052775948872</c:v>
                </c:pt>
                <c:pt idx="856">
                  <c:v>-126.02294052409</c:v>
                </c:pt>
                <c:pt idx="857">
                  <c:v>-123.29886474213799</c:v>
                </c:pt>
                <c:pt idx="858">
                  <c:v>-126.786720192619</c:v>
                </c:pt>
                <c:pt idx="859">
                  <c:v>-126.27984589635901</c:v>
                </c:pt>
                <c:pt idx="860">
                  <c:v>-128.693306786759</c:v>
                </c:pt>
                <c:pt idx="861">
                  <c:v>-127.23064274582801</c:v>
                </c:pt>
                <c:pt idx="862">
                  <c:v>-128.99670945302299</c:v>
                </c:pt>
                <c:pt idx="863">
                  <c:v>-129.83845575945401</c:v>
                </c:pt>
                <c:pt idx="864">
                  <c:v>-132.11942170965199</c:v>
                </c:pt>
                <c:pt idx="865">
                  <c:v>-129.97747537767901</c:v>
                </c:pt>
                <c:pt idx="866">
                  <c:v>-138.15444042397101</c:v>
                </c:pt>
                <c:pt idx="867">
                  <c:v>-138.42800442803301</c:v>
                </c:pt>
                <c:pt idx="868">
                  <c:v>-142.67679799911701</c:v>
                </c:pt>
                <c:pt idx="869">
                  <c:v>-143.33231248013601</c:v>
                </c:pt>
                <c:pt idx="870">
                  <c:v>-145.012616417533</c:v>
                </c:pt>
                <c:pt idx="871">
                  <c:v>-145.200855932834</c:v>
                </c:pt>
                <c:pt idx="872">
                  <c:v>-146.95471847920601</c:v>
                </c:pt>
                <c:pt idx="873">
                  <c:v>-148.12925551196</c:v>
                </c:pt>
                <c:pt idx="874">
                  <c:v>-149.82678157523699</c:v>
                </c:pt>
                <c:pt idx="875">
                  <c:v>-152.12302559457899</c:v>
                </c:pt>
                <c:pt idx="876">
                  <c:v>-153.40524586830799</c:v>
                </c:pt>
                <c:pt idx="877">
                  <c:v>-156.00724102367499</c:v>
                </c:pt>
                <c:pt idx="878">
                  <c:v>-162.99870806230601</c:v>
                </c:pt>
                <c:pt idx="879">
                  <c:v>-161.93325511043</c:v>
                </c:pt>
                <c:pt idx="880">
                  <c:v>-164.27431802860801</c:v>
                </c:pt>
                <c:pt idx="881">
                  <c:v>-165.967705072462</c:v>
                </c:pt>
                <c:pt idx="882">
                  <c:v>-164.988037503204</c:v>
                </c:pt>
                <c:pt idx="883">
                  <c:v>-171.023944862913</c:v>
                </c:pt>
                <c:pt idx="884">
                  <c:v>-169.51576574455501</c:v>
                </c:pt>
                <c:pt idx="885">
                  <c:v>-174.14357432692</c:v>
                </c:pt>
                <c:pt idx="886">
                  <c:v>-173.20539940152099</c:v>
                </c:pt>
                <c:pt idx="887">
                  <c:v>-180.36034803245499</c:v>
                </c:pt>
                <c:pt idx="888">
                  <c:v>-177.814568471488</c:v>
                </c:pt>
                <c:pt idx="889">
                  <c:v>-179.815575065828</c:v>
                </c:pt>
                <c:pt idx="890">
                  <c:v>-177.80332482298201</c:v>
                </c:pt>
                <c:pt idx="891">
                  <c:v>-182.08766834658701</c:v>
                </c:pt>
                <c:pt idx="892">
                  <c:v>-182.50406439629299</c:v>
                </c:pt>
                <c:pt idx="893">
                  <c:v>-181.04067929618199</c:v>
                </c:pt>
                <c:pt idx="894">
                  <c:v>-183.35441830036601</c:v>
                </c:pt>
                <c:pt idx="895">
                  <c:v>-182.10431409004499</c:v>
                </c:pt>
                <c:pt idx="896">
                  <c:v>-182.71371845702799</c:v>
                </c:pt>
                <c:pt idx="897">
                  <c:v>-187.913833378064</c:v>
                </c:pt>
                <c:pt idx="898">
                  <c:v>-187.612133189986</c:v>
                </c:pt>
                <c:pt idx="899">
                  <c:v>-185.541098960162</c:v>
                </c:pt>
                <c:pt idx="900">
                  <c:v>-187.76064190929699</c:v>
                </c:pt>
                <c:pt idx="901">
                  <c:v>-187.46075950213</c:v>
                </c:pt>
                <c:pt idx="902">
                  <c:v>-187.28882037119999</c:v>
                </c:pt>
                <c:pt idx="903">
                  <c:v>-190.592803656455</c:v>
                </c:pt>
                <c:pt idx="904">
                  <c:v>-190.66075183004401</c:v>
                </c:pt>
                <c:pt idx="905">
                  <c:v>-189.872105695957</c:v>
                </c:pt>
                <c:pt idx="906">
                  <c:v>-191.05503257654499</c:v>
                </c:pt>
                <c:pt idx="907">
                  <c:v>-190.23652200676599</c:v>
                </c:pt>
                <c:pt idx="908">
                  <c:v>-193.92781590470599</c:v>
                </c:pt>
                <c:pt idx="909">
                  <c:v>-191.55049094455899</c:v>
                </c:pt>
                <c:pt idx="910">
                  <c:v>-192.53164900778901</c:v>
                </c:pt>
                <c:pt idx="911">
                  <c:v>-192.96172541042799</c:v>
                </c:pt>
                <c:pt idx="912">
                  <c:v>-191.84873702239099</c:v>
                </c:pt>
                <c:pt idx="913">
                  <c:v>-194.66787201208899</c:v>
                </c:pt>
                <c:pt idx="914">
                  <c:v>-192.88354411404401</c:v>
                </c:pt>
                <c:pt idx="915">
                  <c:v>-193.90132676575001</c:v>
                </c:pt>
                <c:pt idx="916">
                  <c:v>-192.36922679681101</c:v>
                </c:pt>
                <c:pt idx="917">
                  <c:v>-193.11625101046101</c:v>
                </c:pt>
                <c:pt idx="918">
                  <c:v>-193.39063818529399</c:v>
                </c:pt>
                <c:pt idx="919">
                  <c:v>-191.3088539483</c:v>
                </c:pt>
                <c:pt idx="920">
                  <c:v>-191.273399270749</c:v>
                </c:pt>
                <c:pt idx="921">
                  <c:v>-192.68791783289299</c:v>
                </c:pt>
                <c:pt idx="922">
                  <c:v>-189.848645391285</c:v>
                </c:pt>
                <c:pt idx="923">
                  <c:v>-191.88907652290399</c:v>
                </c:pt>
                <c:pt idx="924">
                  <c:v>-191.568302689886</c:v>
                </c:pt>
                <c:pt idx="925">
                  <c:v>-191.54905307143699</c:v>
                </c:pt>
                <c:pt idx="926">
                  <c:v>-192.114990886833</c:v>
                </c:pt>
                <c:pt idx="927">
                  <c:v>-193.50567413681199</c:v>
                </c:pt>
                <c:pt idx="928">
                  <c:v>-193.26677720057401</c:v>
                </c:pt>
                <c:pt idx="929">
                  <c:v>-192.77307075741501</c:v>
                </c:pt>
                <c:pt idx="930">
                  <c:v>-192.52279566929701</c:v>
                </c:pt>
                <c:pt idx="931">
                  <c:v>-193.26969810529499</c:v>
                </c:pt>
                <c:pt idx="932">
                  <c:v>-193.91013856856699</c:v>
                </c:pt>
                <c:pt idx="933">
                  <c:v>-191.47440167884801</c:v>
                </c:pt>
                <c:pt idx="934">
                  <c:v>-193.160814739833</c:v>
                </c:pt>
                <c:pt idx="935">
                  <c:v>-189.61695142411199</c:v>
                </c:pt>
                <c:pt idx="936">
                  <c:v>-189.848645391285</c:v>
                </c:pt>
                <c:pt idx="937">
                  <c:v>-187.70717633334601</c:v>
                </c:pt>
                <c:pt idx="938">
                  <c:v>-186.64159266200201</c:v>
                </c:pt>
                <c:pt idx="939">
                  <c:v>-186.14872997465301</c:v>
                </c:pt>
                <c:pt idx="940">
                  <c:v>-185.58350007278801</c:v>
                </c:pt>
                <c:pt idx="941">
                  <c:v>-185.48798238573499</c:v>
                </c:pt>
                <c:pt idx="942">
                  <c:v>-183.44586089318</c:v>
                </c:pt>
                <c:pt idx="943">
                  <c:v>-181.58306214868799</c:v>
                </c:pt>
                <c:pt idx="944">
                  <c:v>-184.51011360046499</c:v>
                </c:pt>
                <c:pt idx="945">
                  <c:v>-182.237510321054</c:v>
                </c:pt>
                <c:pt idx="946">
                  <c:v>-181.888453318454</c:v>
                </c:pt>
                <c:pt idx="947">
                  <c:v>-181.85841323529499</c:v>
                </c:pt>
                <c:pt idx="948">
                  <c:v>-180.82836359999899</c:v>
                </c:pt>
                <c:pt idx="949">
                  <c:v>-182.12657817155599</c:v>
                </c:pt>
                <c:pt idx="950">
                  <c:v>-177.54250534441201</c:v>
                </c:pt>
                <c:pt idx="951">
                  <c:v>-178.388326044786</c:v>
                </c:pt>
                <c:pt idx="952">
                  <c:v>-182.456437848045</c:v>
                </c:pt>
                <c:pt idx="953">
                  <c:v>-178.41368138115701</c:v>
                </c:pt>
                <c:pt idx="954">
                  <c:v>-173.72060608448601</c:v>
                </c:pt>
                <c:pt idx="955">
                  <c:v>-171.95882396724099</c:v>
                </c:pt>
                <c:pt idx="956">
                  <c:v>-171.96311848264</c:v>
                </c:pt>
                <c:pt idx="957">
                  <c:v>-171.635175388042</c:v>
                </c:pt>
                <c:pt idx="958">
                  <c:v>-169.42975493167401</c:v>
                </c:pt>
                <c:pt idx="959">
                  <c:v>-170.86944173482399</c:v>
                </c:pt>
                <c:pt idx="960">
                  <c:v>-171.00948110722999</c:v>
                </c:pt>
                <c:pt idx="961">
                  <c:v>-170.51473515174601</c:v>
                </c:pt>
                <c:pt idx="962">
                  <c:v>-168.72313831852</c:v>
                </c:pt>
                <c:pt idx="963">
                  <c:v>-166.94002370271099</c:v>
                </c:pt>
                <c:pt idx="964">
                  <c:v>-166.10218965320399</c:v>
                </c:pt>
                <c:pt idx="965">
                  <c:v>-161.60419377555701</c:v>
                </c:pt>
                <c:pt idx="966">
                  <c:v>-163.89039978489001</c:v>
                </c:pt>
                <c:pt idx="967">
                  <c:v>-166.915367721237</c:v>
                </c:pt>
                <c:pt idx="968">
                  <c:v>-164.98971392062199</c:v>
                </c:pt>
                <c:pt idx="969">
                  <c:v>-164.763315697108</c:v>
                </c:pt>
                <c:pt idx="970">
                  <c:v>-165.646562400855</c:v>
                </c:pt>
                <c:pt idx="971">
                  <c:v>-164.23479692867201</c:v>
                </c:pt>
                <c:pt idx="972">
                  <c:v>-164.82728071794699</c:v>
                </c:pt>
                <c:pt idx="973">
                  <c:v>-166.02452984924699</c:v>
                </c:pt>
                <c:pt idx="974">
                  <c:v>-165.12402152805399</c:v>
                </c:pt>
                <c:pt idx="975">
                  <c:v>-163.97651641391101</c:v>
                </c:pt>
                <c:pt idx="976">
                  <c:v>-164.87590871216301</c:v>
                </c:pt>
                <c:pt idx="977">
                  <c:v>-164.21162967135001</c:v>
                </c:pt>
                <c:pt idx="978">
                  <c:v>-162.10335936152299</c:v>
                </c:pt>
                <c:pt idx="979">
                  <c:v>-163.71757312306099</c:v>
                </c:pt>
                <c:pt idx="980">
                  <c:v>-162.83393129056401</c:v>
                </c:pt>
                <c:pt idx="981">
                  <c:v>-164.18502293298599</c:v>
                </c:pt>
                <c:pt idx="982">
                  <c:v>-164.011196469992</c:v>
                </c:pt>
                <c:pt idx="983">
                  <c:v>-164.83816220272101</c:v>
                </c:pt>
                <c:pt idx="984">
                  <c:v>-163.75553912892801</c:v>
                </c:pt>
                <c:pt idx="985">
                  <c:v>-163.86865670263401</c:v>
                </c:pt>
                <c:pt idx="986">
                  <c:v>-164.430435572026</c:v>
                </c:pt>
                <c:pt idx="987">
                  <c:v>-164.68746619857299</c:v>
                </c:pt>
                <c:pt idx="988">
                  <c:v>-162.63777707816701</c:v>
                </c:pt>
                <c:pt idx="989">
                  <c:v>-164.21705541170101</c:v>
                </c:pt>
                <c:pt idx="990">
                  <c:v>-163.879821404821</c:v>
                </c:pt>
                <c:pt idx="991">
                  <c:v>-163.78869749859999</c:v>
                </c:pt>
                <c:pt idx="992">
                  <c:v>-163.920508857524</c:v>
                </c:pt>
                <c:pt idx="993">
                  <c:v>-163.519763466021</c:v>
                </c:pt>
                <c:pt idx="994">
                  <c:v>-164.493285734171</c:v>
                </c:pt>
                <c:pt idx="995">
                  <c:v>-164.40575710489</c:v>
                </c:pt>
                <c:pt idx="996">
                  <c:v>-164.55305357588401</c:v>
                </c:pt>
                <c:pt idx="997">
                  <c:v>-164.139239265784</c:v>
                </c:pt>
                <c:pt idx="998">
                  <c:v>-167.04451942160401</c:v>
                </c:pt>
                <c:pt idx="999">
                  <c:v>-164.51557896977499</c:v>
                </c:pt>
                <c:pt idx="1000">
                  <c:v>-164.43365118433701</c:v>
                </c:pt>
                <c:pt idx="1001">
                  <c:v>-164.65381963143301</c:v>
                </c:pt>
                <c:pt idx="1002">
                  <c:v>-163.995824649486</c:v>
                </c:pt>
                <c:pt idx="1003">
                  <c:v>-164.95834370855201</c:v>
                </c:pt>
                <c:pt idx="1004">
                  <c:v>-164.32483367357099</c:v>
                </c:pt>
                <c:pt idx="1005">
                  <c:v>-162.93019457366199</c:v>
                </c:pt>
                <c:pt idx="1006">
                  <c:v>-162.366711017212</c:v>
                </c:pt>
                <c:pt idx="1007">
                  <c:v>-164.84651168364499</c:v>
                </c:pt>
                <c:pt idx="1008">
                  <c:v>-165.04082948310801</c:v>
                </c:pt>
                <c:pt idx="1009">
                  <c:v>-164.86291727678901</c:v>
                </c:pt>
                <c:pt idx="1010">
                  <c:v>-164.751983082474</c:v>
                </c:pt>
                <c:pt idx="1011">
                  <c:v>-163.587790540583</c:v>
                </c:pt>
                <c:pt idx="1012">
                  <c:v>-164.02346102615499</c:v>
                </c:pt>
                <c:pt idx="1013">
                  <c:v>-163.374729357403</c:v>
                </c:pt>
                <c:pt idx="1014">
                  <c:v>-165.99796841862499</c:v>
                </c:pt>
                <c:pt idx="1015">
                  <c:v>-164.33544213243999</c:v>
                </c:pt>
                <c:pt idx="1016">
                  <c:v>-167.25363028445699</c:v>
                </c:pt>
                <c:pt idx="1017">
                  <c:v>-166.76398633361299</c:v>
                </c:pt>
                <c:pt idx="1018">
                  <c:v>-169.213866800338</c:v>
                </c:pt>
                <c:pt idx="1019">
                  <c:v>-168.511641572369</c:v>
                </c:pt>
                <c:pt idx="1020">
                  <c:v>-164.988038049609</c:v>
                </c:pt>
                <c:pt idx="1021">
                  <c:v>-165.148500245755</c:v>
                </c:pt>
                <c:pt idx="1022">
                  <c:v>-166.77642030352399</c:v>
                </c:pt>
                <c:pt idx="1023">
                  <c:v>-166.17105667194201</c:v>
                </c:pt>
                <c:pt idx="1024">
                  <c:v>-166.18617615184499</c:v>
                </c:pt>
                <c:pt idx="1025">
                  <c:v>-165.63062241976601</c:v>
                </c:pt>
                <c:pt idx="1026">
                  <c:v>-165.84754581800399</c:v>
                </c:pt>
                <c:pt idx="1027">
                  <c:v>-165.87675448070399</c:v>
                </c:pt>
                <c:pt idx="1028">
                  <c:v>-166.463045804942</c:v>
                </c:pt>
                <c:pt idx="1029">
                  <c:v>-166.34534507442001</c:v>
                </c:pt>
                <c:pt idx="1030">
                  <c:v>-165.181095622295</c:v>
                </c:pt>
                <c:pt idx="1031">
                  <c:v>-167.361742591731</c:v>
                </c:pt>
                <c:pt idx="1032">
                  <c:v>-165.78886295930701</c:v>
                </c:pt>
                <c:pt idx="1033">
                  <c:v>-165.15199113585501</c:v>
                </c:pt>
                <c:pt idx="1034">
                  <c:v>-166.425487372275</c:v>
                </c:pt>
                <c:pt idx="1035">
                  <c:v>-164.79308926343501</c:v>
                </c:pt>
                <c:pt idx="1036">
                  <c:v>-164.04222340883399</c:v>
                </c:pt>
                <c:pt idx="1037">
                  <c:v>-162.908055954156</c:v>
                </c:pt>
                <c:pt idx="1038">
                  <c:v>-161.65803371146899</c:v>
                </c:pt>
                <c:pt idx="1039">
                  <c:v>-163.60560258444599</c:v>
                </c:pt>
                <c:pt idx="1040">
                  <c:v>-162.144346886535</c:v>
                </c:pt>
                <c:pt idx="1041">
                  <c:v>-163.917862571386</c:v>
                </c:pt>
                <c:pt idx="1042">
                  <c:v>-162.09776910445501</c:v>
                </c:pt>
                <c:pt idx="1043">
                  <c:v>-160.98978973822801</c:v>
                </c:pt>
                <c:pt idx="1044">
                  <c:v>-160.45670710538101</c:v>
                </c:pt>
                <c:pt idx="1045">
                  <c:v>-161.408468824175</c:v>
                </c:pt>
                <c:pt idx="1046">
                  <c:v>-160.777213756756</c:v>
                </c:pt>
                <c:pt idx="1047">
                  <c:v>-162.02122455436199</c:v>
                </c:pt>
                <c:pt idx="1048">
                  <c:v>-158.97417066188501</c:v>
                </c:pt>
                <c:pt idx="1049">
                  <c:v>-159.79607896048</c:v>
                </c:pt>
                <c:pt idx="1050">
                  <c:v>-160.653759687551</c:v>
                </c:pt>
                <c:pt idx="1051">
                  <c:v>-159.97552731300701</c:v>
                </c:pt>
                <c:pt idx="1052">
                  <c:v>-161.36969061979201</c:v>
                </c:pt>
                <c:pt idx="1053">
                  <c:v>-158.53437631453099</c:v>
                </c:pt>
                <c:pt idx="1054">
                  <c:v>-158.57478605835601</c:v>
                </c:pt>
                <c:pt idx="1055">
                  <c:v>-157.85669056479301</c:v>
                </c:pt>
                <c:pt idx="1056">
                  <c:v>-161.03271552651401</c:v>
                </c:pt>
                <c:pt idx="1057">
                  <c:v>-156.71109037181699</c:v>
                </c:pt>
                <c:pt idx="1058">
                  <c:v>-158.15398735827401</c:v>
                </c:pt>
                <c:pt idx="1059">
                  <c:v>-159.49597901965799</c:v>
                </c:pt>
                <c:pt idx="1060">
                  <c:v>-155.34619628836299</c:v>
                </c:pt>
                <c:pt idx="1061">
                  <c:v>-155.961612511575</c:v>
                </c:pt>
                <c:pt idx="1062">
                  <c:v>-154.996903000744</c:v>
                </c:pt>
                <c:pt idx="1063">
                  <c:v>-152.105371691096</c:v>
                </c:pt>
                <c:pt idx="1064">
                  <c:v>-153.997857682963</c:v>
                </c:pt>
                <c:pt idx="1065">
                  <c:v>-152.337797707378</c:v>
                </c:pt>
                <c:pt idx="1066">
                  <c:v>-152.339881009544</c:v>
                </c:pt>
                <c:pt idx="1067">
                  <c:v>-152.118348418007</c:v>
                </c:pt>
                <c:pt idx="1068">
                  <c:v>-154.07123227553799</c:v>
                </c:pt>
                <c:pt idx="1069">
                  <c:v>-153.846996031364</c:v>
                </c:pt>
                <c:pt idx="1070">
                  <c:v>-153.39900140395201</c:v>
                </c:pt>
                <c:pt idx="1071">
                  <c:v>-150.15847892701001</c:v>
                </c:pt>
                <c:pt idx="1072">
                  <c:v>-149.36046304278301</c:v>
                </c:pt>
                <c:pt idx="1073">
                  <c:v>-150.16447213818299</c:v>
                </c:pt>
                <c:pt idx="1074">
                  <c:v>-148.98109915592499</c:v>
                </c:pt>
                <c:pt idx="1075">
                  <c:v>-149.25960590859401</c:v>
                </c:pt>
                <c:pt idx="1076">
                  <c:v>-147.49306449231</c:v>
                </c:pt>
                <c:pt idx="1077">
                  <c:v>-145.79905220347899</c:v>
                </c:pt>
                <c:pt idx="1078">
                  <c:v>-146.874410640718</c:v>
                </c:pt>
                <c:pt idx="1079">
                  <c:v>-144.81512631006001</c:v>
                </c:pt>
                <c:pt idx="1080">
                  <c:v>-146.185969201197</c:v>
                </c:pt>
                <c:pt idx="1081">
                  <c:v>-145.03539451481001</c:v>
                </c:pt>
                <c:pt idx="1082">
                  <c:v>-144.067850505541</c:v>
                </c:pt>
                <c:pt idx="1083">
                  <c:v>-142.68101001737799</c:v>
                </c:pt>
                <c:pt idx="1084">
                  <c:v>-143.262067053598</c:v>
                </c:pt>
                <c:pt idx="1085">
                  <c:v>-143.07538987262001</c:v>
                </c:pt>
                <c:pt idx="1086">
                  <c:v>-142.16171140533399</c:v>
                </c:pt>
                <c:pt idx="1087">
                  <c:v>-140.774698704005</c:v>
                </c:pt>
                <c:pt idx="1088">
                  <c:v>-141.35131384163401</c:v>
                </c:pt>
                <c:pt idx="1089">
                  <c:v>-141.06857645418199</c:v>
                </c:pt>
                <c:pt idx="1090">
                  <c:v>-141.85883738219201</c:v>
                </c:pt>
                <c:pt idx="1091">
                  <c:v>-138.80008519526299</c:v>
                </c:pt>
                <c:pt idx="1092">
                  <c:v>-138.265727962781</c:v>
                </c:pt>
                <c:pt idx="1093">
                  <c:v>-136.14625035621199</c:v>
                </c:pt>
                <c:pt idx="1094">
                  <c:v>-136.87357674212899</c:v>
                </c:pt>
                <c:pt idx="1095">
                  <c:v>-135.43153239124999</c:v>
                </c:pt>
                <c:pt idx="1096">
                  <c:v>-136.52267525138799</c:v>
                </c:pt>
                <c:pt idx="1097">
                  <c:v>-135.30711729799799</c:v>
                </c:pt>
                <c:pt idx="1098">
                  <c:v>-134.78106557705101</c:v>
                </c:pt>
                <c:pt idx="1099">
                  <c:v>-136.37938610477701</c:v>
                </c:pt>
                <c:pt idx="1100">
                  <c:v>-134.703261847915</c:v>
                </c:pt>
                <c:pt idx="1101">
                  <c:v>-131.84274284930899</c:v>
                </c:pt>
                <c:pt idx="1102">
                  <c:v>-131.479313502602</c:v>
                </c:pt>
                <c:pt idx="1103">
                  <c:v>-131.015552702127</c:v>
                </c:pt>
                <c:pt idx="1104">
                  <c:v>-129.65044027880501</c:v>
                </c:pt>
                <c:pt idx="1105">
                  <c:v>-127.78797510483901</c:v>
                </c:pt>
                <c:pt idx="1106">
                  <c:v>-127.64291406273399</c:v>
                </c:pt>
                <c:pt idx="1107">
                  <c:v>-127.442674694864</c:v>
                </c:pt>
                <c:pt idx="1108">
                  <c:v>-126.024529991028</c:v>
                </c:pt>
                <c:pt idx="1109">
                  <c:v>-126.806500981299</c:v>
                </c:pt>
                <c:pt idx="1110">
                  <c:v>-127.44012670182801</c:v>
                </c:pt>
                <c:pt idx="1111">
                  <c:v>-127.542679968757</c:v>
                </c:pt>
                <c:pt idx="1112">
                  <c:v>-127.224295181831</c:v>
                </c:pt>
                <c:pt idx="1113">
                  <c:v>-124.70616623568399</c:v>
                </c:pt>
                <c:pt idx="1114">
                  <c:v>-123.078148560534</c:v>
                </c:pt>
                <c:pt idx="1115">
                  <c:v>-121.026346630586</c:v>
                </c:pt>
                <c:pt idx="1116">
                  <c:v>-119.726200649047</c:v>
                </c:pt>
                <c:pt idx="1117">
                  <c:v>-122.50679222045299</c:v>
                </c:pt>
                <c:pt idx="1118">
                  <c:v>-122.01455064235699</c:v>
                </c:pt>
                <c:pt idx="1119">
                  <c:v>-122.125745310781</c:v>
                </c:pt>
                <c:pt idx="1120">
                  <c:v>-121.058414625537</c:v>
                </c:pt>
                <c:pt idx="1121">
                  <c:v>-117.425778901039</c:v>
                </c:pt>
                <c:pt idx="1122">
                  <c:v>-119.00540609155399</c:v>
                </c:pt>
                <c:pt idx="1123">
                  <c:v>-117.65651042616101</c:v>
                </c:pt>
                <c:pt idx="1124">
                  <c:v>-118.87638026239399</c:v>
                </c:pt>
                <c:pt idx="1125">
                  <c:v>-113.62903020788499</c:v>
                </c:pt>
                <c:pt idx="1126">
                  <c:v>-115.910577982413</c:v>
                </c:pt>
                <c:pt idx="1127">
                  <c:v>-113.489379624639</c:v>
                </c:pt>
                <c:pt idx="1128">
                  <c:v>-112.72832125353</c:v>
                </c:pt>
                <c:pt idx="1129">
                  <c:v>-112.373214434944</c:v>
                </c:pt>
                <c:pt idx="1130">
                  <c:v>-114.14838128504999</c:v>
                </c:pt>
                <c:pt idx="1131">
                  <c:v>-111.330116929236</c:v>
                </c:pt>
                <c:pt idx="1132">
                  <c:v>-111.889113271767</c:v>
                </c:pt>
                <c:pt idx="1133">
                  <c:v>-111.78520185245</c:v>
                </c:pt>
                <c:pt idx="1134">
                  <c:v>-109.109352064546</c:v>
                </c:pt>
                <c:pt idx="1135">
                  <c:v>-109.315703011366</c:v>
                </c:pt>
                <c:pt idx="1136">
                  <c:v>-109.149912153225</c:v>
                </c:pt>
                <c:pt idx="1137">
                  <c:v>-106.67192618806401</c:v>
                </c:pt>
                <c:pt idx="1138">
                  <c:v>-106.721817304255</c:v>
                </c:pt>
                <c:pt idx="1139">
                  <c:v>-105.319810446982</c:v>
                </c:pt>
                <c:pt idx="1140">
                  <c:v>-105.42607618038301</c:v>
                </c:pt>
                <c:pt idx="1141">
                  <c:v>-105.80844296876499</c:v>
                </c:pt>
                <c:pt idx="1142">
                  <c:v>-105.395582099488</c:v>
                </c:pt>
                <c:pt idx="1143">
                  <c:v>-106.78883449639901</c:v>
                </c:pt>
                <c:pt idx="1144">
                  <c:v>-105.639850202197</c:v>
                </c:pt>
                <c:pt idx="1145">
                  <c:v>-105.685673291719</c:v>
                </c:pt>
                <c:pt idx="1146">
                  <c:v>-102.97576461738799</c:v>
                </c:pt>
                <c:pt idx="1147">
                  <c:v>-102.53897114417001</c:v>
                </c:pt>
                <c:pt idx="1148">
                  <c:v>-103.37050954411301</c:v>
                </c:pt>
                <c:pt idx="1149">
                  <c:v>-102.898154166395</c:v>
                </c:pt>
                <c:pt idx="1150">
                  <c:v>-104.000576001412</c:v>
                </c:pt>
                <c:pt idx="1151">
                  <c:v>-101.053175383263</c:v>
                </c:pt>
                <c:pt idx="1152">
                  <c:v>-101.08209890705299</c:v>
                </c:pt>
                <c:pt idx="1153">
                  <c:v>-99.577508138589906</c:v>
                </c:pt>
                <c:pt idx="1154">
                  <c:v>-97.302233265025905</c:v>
                </c:pt>
                <c:pt idx="1155">
                  <c:v>-100.289609907646</c:v>
                </c:pt>
                <c:pt idx="1156">
                  <c:v>-99.726396178368603</c:v>
                </c:pt>
                <c:pt idx="1157">
                  <c:v>-100.466176237955</c:v>
                </c:pt>
                <c:pt idx="1158">
                  <c:v>-96.422826917950104</c:v>
                </c:pt>
                <c:pt idx="1159">
                  <c:v>-98.8382252087453</c:v>
                </c:pt>
                <c:pt idx="1160">
                  <c:v>-96.4835893093625</c:v>
                </c:pt>
                <c:pt idx="1161">
                  <c:v>-97.418375754151597</c:v>
                </c:pt>
                <c:pt idx="1162">
                  <c:v>-98.397238284730605</c:v>
                </c:pt>
                <c:pt idx="1163">
                  <c:v>-96.303863850422303</c:v>
                </c:pt>
                <c:pt idx="1164">
                  <c:v>-96.908225965327901</c:v>
                </c:pt>
                <c:pt idx="1165">
                  <c:v>-97.411160175019404</c:v>
                </c:pt>
                <c:pt idx="1166">
                  <c:v>-96.647050260337707</c:v>
                </c:pt>
                <c:pt idx="1167">
                  <c:v>-98.553043152824301</c:v>
                </c:pt>
                <c:pt idx="1168">
                  <c:v>-96.845480071228806</c:v>
                </c:pt>
                <c:pt idx="1169">
                  <c:v>-96.990681450194302</c:v>
                </c:pt>
                <c:pt idx="1170">
                  <c:v>-95.656526730137998</c:v>
                </c:pt>
                <c:pt idx="1171">
                  <c:v>-94.556591990908402</c:v>
                </c:pt>
                <c:pt idx="1172">
                  <c:v>-93.932566799346603</c:v>
                </c:pt>
                <c:pt idx="1173">
                  <c:v>-93.763234391843099</c:v>
                </c:pt>
                <c:pt idx="1174">
                  <c:v>-92.304394843662806</c:v>
                </c:pt>
                <c:pt idx="1175">
                  <c:v>-95.956682631709697</c:v>
                </c:pt>
                <c:pt idx="1176">
                  <c:v>-90.982796078960803</c:v>
                </c:pt>
                <c:pt idx="1177">
                  <c:v>-90.272762263327195</c:v>
                </c:pt>
                <c:pt idx="1178">
                  <c:v>-92.565106901986297</c:v>
                </c:pt>
                <c:pt idx="1179">
                  <c:v>-92.848720444330596</c:v>
                </c:pt>
                <c:pt idx="1180">
                  <c:v>-90.794168915573593</c:v>
                </c:pt>
                <c:pt idx="1181">
                  <c:v>-91.418810390678104</c:v>
                </c:pt>
                <c:pt idx="1182">
                  <c:v>-91.187345684847202</c:v>
                </c:pt>
                <c:pt idx="1183">
                  <c:v>-89.817648410289706</c:v>
                </c:pt>
                <c:pt idx="1184">
                  <c:v>-89.688576552492293</c:v>
                </c:pt>
                <c:pt idx="1185">
                  <c:v>-89.2562263466655</c:v>
                </c:pt>
                <c:pt idx="1186">
                  <c:v>-87.570597418521601</c:v>
                </c:pt>
                <c:pt idx="1187">
                  <c:v>-87.795939818001202</c:v>
                </c:pt>
                <c:pt idx="1188">
                  <c:v>-88.108662947373801</c:v>
                </c:pt>
                <c:pt idx="1189">
                  <c:v>-88.476757943935297</c:v>
                </c:pt>
                <c:pt idx="1190">
                  <c:v>-87.608881669757196</c:v>
                </c:pt>
                <c:pt idx="1191">
                  <c:v>-87.239275162789397</c:v>
                </c:pt>
                <c:pt idx="1192">
                  <c:v>-86.887490872250595</c:v>
                </c:pt>
                <c:pt idx="1193">
                  <c:v>-88.586621011995206</c:v>
                </c:pt>
                <c:pt idx="1194">
                  <c:v>-88.776152196540096</c:v>
                </c:pt>
                <c:pt idx="1195">
                  <c:v>-87.173332193260194</c:v>
                </c:pt>
                <c:pt idx="1196">
                  <c:v>-86.511534752723904</c:v>
                </c:pt>
                <c:pt idx="1197">
                  <c:v>-83.279743439963994</c:v>
                </c:pt>
                <c:pt idx="1198">
                  <c:v>-86.863875607694297</c:v>
                </c:pt>
                <c:pt idx="1199">
                  <c:v>-87.882804556355794</c:v>
                </c:pt>
                <c:pt idx="1200">
                  <c:v>-84.385798867419297</c:v>
                </c:pt>
                <c:pt idx="1201">
                  <c:v>-85.926890792450493</c:v>
                </c:pt>
                <c:pt idx="1202">
                  <c:v>-83.381929333496103</c:v>
                </c:pt>
                <c:pt idx="1203">
                  <c:v>-82.109434954718907</c:v>
                </c:pt>
                <c:pt idx="1204">
                  <c:v>-83.260557510069901</c:v>
                </c:pt>
                <c:pt idx="1205">
                  <c:v>-84.648111233221996</c:v>
                </c:pt>
                <c:pt idx="1206">
                  <c:v>-80.613673678586906</c:v>
                </c:pt>
                <c:pt idx="1207">
                  <c:v>-82.9410164097078</c:v>
                </c:pt>
                <c:pt idx="1208">
                  <c:v>-83.260557510069901</c:v>
                </c:pt>
                <c:pt idx="1209">
                  <c:v>-80.649249479633895</c:v>
                </c:pt>
                <c:pt idx="1210">
                  <c:v>-81.1043929514437</c:v>
                </c:pt>
                <c:pt idx="1211">
                  <c:v>-80.538277708918699</c:v>
                </c:pt>
                <c:pt idx="1212">
                  <c:v>-80.863929163718794</c:v>
                </c:pt>
                <c:pt idx="1213">
                  <c:v>-81.859335273533006</c:v>
                </c:pt>
                <c:pt idx="1214">
                  <c:v>-80.302609329038205</c:v>
                </c:pt>
                <c:pt idx="1215">
                  <c:v>-77.308256209148993</c:v>
                </c:pt>
                <c:pt idx="1216">
                  <c:v>-79.441272607922798</c:v>
                </c:pt>
                <c:pt idx="1217">
                  <c:v>-78.040369230130494</c:v>
                </c:pt>
                <c:pt idx="1218">
                  <c:v>-77.691655208753602</c:v>
                </c:pt>
                <c:pt idx="1219">
                  <c:v>-77.655832708677096</c:v>
                </c:pt>
                <c:pt idx="1220">
                  <c:v>-79.441272607922798</c:v>
                </c:pt>
                <c:pt idx="1221">
                  <c:v>-77.104593693283505</c:v>
                </c:pt>
                <c:pt idx="1222">
                  <c:v>-75.925965411992706</c:v>
                </c:pt>
                <c:pt idx="1223">
                  <c:v>-72.363017733564703</c:v>
                </c:pt>
                <c:pt idx="1224">
                  <c:v>-75.563491575767699</c:v>
                </c:pt>
                <c:pt idx="1225">
                  <c:v>-73.522238337811899</c:v>
                </c:pt>
                <c:pt idx="1226">
                  <c:v>-74.071065067162806</c:v>
                </c:pt>
                <c:pt idx="1227">
                  <c:v>-74.167411502618094</c:v>
                </c:pt>
                <c:pt idx="1228">
                  <c:v>-72.7327349609386</c:v>
                </c:pt>
                <c:pt idx="1229">
                  <c:v>-71.528088563360697</c:v>
                </c:pt>
                <c:pt idx="1230">
                  <c:v>-69.912815243279695</c:v>
                </c:pt>
                <c:pt idx="1231">
                  <c:v>-69.479434474721003</c:v>
                </c:pt>
                <c:pt idx="1232">
                  <c:v>-70.964917638287901</c:v>
                </c:pt>
                <c:pt idx="1233">
                  <c:v>-70.329060997593004</c:v>
                </c:pt>
                <c:pt idx="1234">
                  <c:v>-70.054658088885205</c:v>
                </c:pt>
                <c:pt idx="1235">
                  <c:v>-68.918674133206395</c:v>
                </c:pt>
                <c:pt idx="1236">
                  <c:v>-66.831908929591506</c:v>
                </c:pt>
                <c:pt idx="1237">
                  <c:v>-67.399273127805998</c:v>
                </c:pt>
                <c:pt idx="1238">
                  <c:v>-67.474843216114394</c:v>
                </c:pt>
                <c:pt idx="1239">
                  <c:v>-66.361942747277993</c:v>
                </c:pt>
                <c:pt idx="1240">
                  <c:v>-65.394257589678304</c:v>
                </c:pt>
                <c:pt idx="1241">
                  <c:v>-68.361369557441407</c:v>
                </c:pt>
                <c:pt idx="1242">
                  <c:v>-64.955756262786096</c:v>
                </c:pt>
                <c:pt idx="1243">
                  <c:v>-63.993507842868802</c:v>
                </c:pt>
                <c:pt idx="1244">
                  <c:v>-63.9468819768028</c:v>
                </c:pt>
                <c:pt idx="1245">
                  <c:v>-65.856698270529506</c:v>
                </c:pt>
                <c:pt idx="1246">
                  <c:v>-62.151608657591702</c:v>
                </c:pt>
                <c:pt idx="1247">
                  <c:v>-60.365644287263102</c:v>
                </c:pt>
                <c:pt idx="1248">
                  <c:v>-59.366690812417602</c:v>
                </c:pt>
                <c:pt idx="1249">
                  <c:v>-59.950848460587302</c:v>
                </c:pt>
                <c:pt idx="1250">
                  <c:v>-58.310752660300999</c:v>
                </c:pt>
                <c:pt idx="1251">
                  <c:v>-56.856208542679298</c:v>
                </c:pt>
                <c:pt idx="1252">
                  <c:v>-58.488816313507797</c:v>
                </c:pt>
                <c:pt idx="1253">
                  <c:v>-57.881209131610198</c:v>
                </c:pt>
                <c:pt idx="1254">
                  <c:v>-58.1458363697053</c:v>
                </c:pt>
                <c:pt idx="1255">
                  <c:v>-55.508963389678598</c:v>
                </c:pt>
                <c:pt idx="1256">
                  <c:v>-55.191659747222999</c:v>
                </c:pt>
                <c:pt idx="1257">
                  <c:v>-56.560943409510799</c:v>
                </c:pt>
                <c:pt idx="1258">
                  <c:v>-53.947600212220998</c:v>
                </c:pt>
                <c:pt idx="1259">
                  <c:v>-50.695637178219798</c:v>
                </c:pt>
                <c:pt idx="1260">
                  <c:v>-52.9084753535221</c:v>
                </c:pt>
                <c:pt idx="1261">
                  <c:v>-48.698035881595302</c:v>
                </c:pt>
                <c:pt idx="1262">
                  <c:v>-49.258048111550501</c:v>
                </c:pt>
                <c:pt idx="1263">
                  <c:v>-49.822438844624799</c:v>
                </c:pt>
                <c:pt idx="1264">
                  <c:v>-47.928118764755403</c:v>
                </c:pt>
                <c:pt idx="1265">
                  <c:v>-49.657005729387002</c:v>
                </c:pt>
                <c:pt idx="1266">
                  <c:v>-48.761316010698401</c:v>
                </c:pt>
                <c:pt idx="1267">
                  <c:v>-44.596092474409303</c:v>
                </c:pt>
                <c:pt idx="1268">
                  <c:v>-46.780350243576699</c:v>
                </c:pt>
                <c:pt idx="1269">
                  <c:v>-45.347973620119198</c:v>
                </c:pt>
                <c:pt idx="1270">
                  <c:v>-43.840069062072402</c:v>
                </c:pt>
                <c:pt idx="1271">
                  <c:v>-40.053735759359199</c:v>
                </c:pt>
                <c:pt idx="1272">
                  <c:v>-42.005033714976598</c:v>
                </c:pt>
                <c:pt idx="1273">
                  <c:v>-39.832607213939397</c:v>
                </c:pt>
                <c:pt idx="1274">
                  <c:v>-39.539216670156499</c:v>
                </c:pt>
                <c:pt idx="1275">
                  <c:v>-38.933300589423702</c:v>
                </c:pt>
                <c:pt idx="1276">
                  <c:v>-40.038522651246197</c:v>
                </c:pt>
                <c:pt idx="1277">
                  <c:v>-37.513375773658801</c:v>
                </c:pt>
                <c:pt idx="1278">
                  <c:v>-37.657429179065801</c:v>
                </c:pt>
                <c:pt idx="1279">
                  <c:v>-36.701713909159899</c:v>
                </c:pt>
                <c:pt idx="1280">
                  <c:v>-35.143280342419601</c:v>
                </c:pt>
                <c:pt idx="1281">
                  <c:v>-33.635804645901302</c:v>
                </c:pt>
                <c:pt idx="1282">
                  <c:v>-33.660059565257598</c:v>
                </c:pt>
                <c:pt idx="1283">
                  <c:v>-32.522852130562498</c:v>
                </c:pt>
                <c:pt idx="1284">
                  <c:v>-33.926809436267497</c:v>
                </c:pt>
                <c:pt idx="1285">
                  <c:v>-32.151182857826903</c:v>
                </c:pt>
                <c:pt idx="1286">
                  <c:v>-29.962817437963601</c:v>
                </c:pt>
                <c:pt idx="1287">
                  <c:v>-30.498956491895299</c:v>
                </c:pt>
                <c:pt idx="1288">
                  <c:v>-27.9006421467707</c:v>
                </c:pt>
                <c:pt idx="1289">
                  <c:v>-27.837248055854001</c:v>
                </c:pt>
                <c:pt idx="1290">
                  <c:v>-25.8832987687334</c:v>
                </c:pt>
                <c:pt idx="1291">
                  <c:v>-23.845179747673701</c:v>
                </c:pt>
                <c:pt idx="1292">
                  <c:v>-25.871210671626599</c:v>
                </c:pt>
                <c:pt idx="1293">
                  <c:v>-25.110363842087299</c:v>
                </c:pt>
                <c:pt idx="1294">
                  <c:v>-24.484681898692301</c:v>
                </c:pt>
                <c:pt idx="1295">
                  <c:v>-22.671153468560799</c:v>
                </c:pt>
                <c:pt idx="1296">
                  <c:v>-25.403360697337</c:v>
                </c:pt>
                <c:pt idx="1297">
                  <c:v>-20.726297707193002</c:v>
                </c:pt>
                <c:pt idx="1298">
                  <c:v>-18.679302811861501</c:v>
                </c:pt>
                <c:pt idx="1299">
                  <c:v>-16.184975059294899</c:v>
                </c:pt>
                <c:pt idx="1300">
                  <c:v>-17.704317240608098</c:v>
                </c:pt>
                <c:pt idx="1301">
                  <c:v>-17.498820369409898</c:v>
                </c:pt>
                <c:pt idx="1302">
                  <c:v>-16.622365545342699</c:v>
                </c:pt>
                <c:pt idx="1303">
                  <c:v>-16.223379859152299</c:v>
                </c:pt>
                <c:pt idx="1304">
                  <c:v>-15.836121846354001</c:v>
                </c:pt>
                <c:pt idx="1305">
                  <c:v>-14.1088683927243</c:v>
                </c:pt>
                <c:pt idx="1306">
                  <c:v>-11.9477347079997</c:v>
                </c:pt>
                <c:pt idx="1307">
                  <c:v>-11.5454069311652</c:v>
                </c:pt>
                <c:pt idx="1308">
                  <c:v>-11.9211703823863</c:v>
                </c:pt>
                <c:pt idx="1309">
                  <c:v>-12.245070676298299</c:v>
                </c:pt>
                <c:pt idx="1310">
                  <c:v>-10.7747989248262</c:v>
                </c:pt>
                <c:pt idx="1311">
                  <c:v>-8.0073106920114494</c:v>
                </c:pt>
                <c:pt idx="1312">
                  <c:v>-8.8442059745385109</c:v>
                </c:pt>
                <c:pt idx="1313">
                  <c:v>-3.1358287400038298</c:v>
                </c:pt>
                <c:pt idx="1314">
                  <c:v>-5.0938994421543304</c:v>
                </c:pt>
                <c:pt idx="1315">
                  <c:v>-4.6284700241621897</c:v>
                </c:pt>
                <c:pt idx="1316">
                  <c:v>-3.62174354920205</c:v>
                </c:pt>
                <c:pt idx="1317">
                  <c:v>-2.0217698911436002</c:v>
                </c:pt>
                <c:pt idx="1318">
                  <c:v>-3.87851521404962</c:v>
                </c:pt>
                <c:pt idx="1319">
                  <c:v>-1.3214669726145301</c:v>
                </c:pt>
                <c:pt idx="1320">
                  <c:v>-0.780558832735323</c:v>
                </c:pt>
                <c:pt idx="1321">
                  <c:v>-0.30493567836305102</c:v>
                </c:pt>
                <c:pt idx="1322">
                  <c:v>-0.24738751812134199</c:v>
                </c:pt>
                <c:pt idx="1323">
                  <c:v>-1.0301863373556399</c:v>
                </c:pt>
                <c:pt idx="1324">
                  <c:v>3.5934804887540901</c:v>
                </c:pt>
                <c:pt idx="1325">
                  <c:v>2.8310435532798599</c:v>
                </c:pt>
                <c:pt idx="1326">
                  <c:v>7.0502205914563598</c:v>
                </c:pt>
                <c:pt idx="1327">
                  <c:v>5.1910097303267504</c:v>
                </c:pt>
                <c:pt idx="1328">
                  <c:v>6.80538627390552</c:v>
                </c:pt>
                <c:pt idx="1329">
                  <c:v>6.7553649193321199</c:v>
                </c:pt>
                <c:pt idx="1330">
                  <c:v>5.8788335034554304</c:v>
                </c:pt>
                <c:pt idx="1331">
                  <c:v>8.3626077166714996</c:v>
                </c:pt>
                <c:pt idx="1332">
                  <c:v>8.1032569488294204</c:v>
                </c:pt>
                <c:pt idx="1333">
                  <c:v>7.8651789216174199</c:v>
                </c:pt>
                <c:pt idx="1334">
                  <c:v>5.7872025478371203</c:v>
                </c:pt>
                <c:pt idx="1335">
                  <c:v>6.9990247953255604</c:v>
                </c:pt>
                <c:pt idx="1336">
                  <c:v>9.8161923263903592</c:v>
                </c:pt>
                <c:pt idx="1337">
                  <c:v>10.985524781828699</c:v>
                </c:pt>
                <c:pt idx="1338">
                  <c:v>10.921719845463301</c:v>
                </c:pt>
                <c:pt idx="1339">
                  <c:v>8.9871038640832204</c:v>
                </c:pt>
                <c:pt idx="1340">
                  <c:v>11.5126105491023</c:v>
                </c:pt>
                <c:pt idx="1341">
                  <c:v>13.1063592468906</c:v>
                </c:pt>
                <c:pt idx="1342">
                  <c:v>10.637761874738199</c:v>
                </c:pt>
                <c:pt idx="1343">
                  <c:v>12.530815080754699</c:v>
                </c:pt>
                <c:pt idx="1344">
                  <c:v>13.294438724843401</c:v>
                </c:pt>
                <c:pt idx="1345">
                  <c:v>13.692520934571199</c:v>
                </c:pt>
                <c:pt idx="1346">
                  <c:v>12.4054097121137</c:v>
                </c:pt>
                <c:pt idx="1347">
                  <c:v>14.554719258730699</c:v>
                </c:pt>
                <c:pt idx="1348">
                  <c:v>12.7085368715349</c:v>
                </c:pt>
                <c:pt idx="1349">
                  <c:v>15.815263475321</c:v>
                </c:pt>
                <c:pt idx="1350">
                  <c:v>12.963262001598601</c:v>
                </c:pt>
                <c:pt idx="1351">
                  <c:v>16.067993126785201</c:v>
                </c:pt>
                <c:pt idx="1352">
                  <c:v>16.3425750878265</c:v>
                </c:pt>
                <c:pt idx="1353">
                  <c:v>17.344425117959702</c:v>
                </c:pt>
                <c:pt idx="1354">
                  <c:v>12.345764092825499</c:v>
                </c:pt>
                <c:pt idx="1355">
                  <c:v>14.7150102200838</c:v>
                </c:pt>
                <c:pt idx="1356">
                  <c:v>17.068261775317101</c:v>
                </c:pt>
                <c:pt idx="1357">
                  <c:v>17.401656160420199</c:v>
                </c:pt>
                <c:pt idx="1358">
                  <c:v>17.684775673706199</c:v>
                </c:pt>
                <c:pt idx="1359">
                  <c:v>17.1517858840086</c:v>
                </c:pt>
                <c:pt idx="1360">
                  <c:v>16.939420139113999</c:v>
                </c:pt>
                <c:pt idx="1361">
                  <c:v>16.571145630038799</c:v>
                </c:pt>
                <c:pt idx="1362">
                  <c:v>17.049663028874701</c:v>
                </c:pt>
                <c:pt idx="1363">
                  <c:v>16.709135702173999</c:v>
                </c:pt>
                <c:pt idx="1364">
                  <c:v>18.7144829842617</c:v>
                </c:pt>
                <c:pt idx="1365">
                  <c:v>17.589509337470801</c:v>
                </c:pt>
                <c:pt idx="1366">
                  <c:v>15.9530588301084</c:v>
                </c:pt>
                <c:pt idx="1367">
                  <c:v>16.266371526522299</c:v>
                </c:pt>
                <c:pt idx="1368">
                  <c:v>15.4285480665053</c:v>
                </c:pt>
                <c:pt idx="1369">
                  <c:v>16.771015890887099</c:v>
                </c:pt>
                <c:pt idx="1370">
                  <c:v>16.315692518093201</c:v>
                </c:pt>
                <c:pt idx="1371">
                  <c:v>17.745027032838301</c:v>
                </c:pt>
                <c:pt idx="1372">
                  <c:v>15.1379377218974</c:v>
                </c:pt>
                <c:pt idx="1373">
                  <c:v>16.857766565831199</c:v>
                </c:pt>
                <c:pt idx="1374">
                  <c:v>16.730751416518501</c:v>
                </c:pt>
                <c:pt idx="1375">
                  <c:v>13.8015825949368</c:v>
                </c:pt>
                <c:pt idx="1376">
                  <c:v>15.857061569262999</c:v>
                </c:pt>
                <c:pt idx="1377">
                  <c:v>15.0326511130074</c:v>
                </c:pt>
                <c:pt idx="1378">
                  <c:v>13.7271811426101</c:v>
                </c:pt>
                <c:pt idx="1379">
                  <c:v>14.9514758870886</c:v>
                </c:pt>
                <c:pt idx="1380">
                  <c:v>14.8181940359172</c:v>
                </c:pt>
                <c:pt idx="1381">
                  <c:v>14.1596027324931</c:v>
                </c:pt>
                <c:pt idx="1382">
                  <c:v>12.524219335266601</c:v>
                </c:pt>
                <c:pt idx="1383">
                  <c:v>14.381548115531</c:v>
                </c:pt>
                <c:pt idx="1384">
                  <c:v>13.5211678245113</c:v>
                </c:pt>
                <c:pt idx="1385">
                  <c:v>13.4413221925127</c:v>
                </c:pt>
                <c:pt idx="1386">
                  <c:v>16.218284202916799</c:v>
                </c:pt>
                <c:pt idx="1387">
                  <c:v>15.728647458619299</c:v>
                </c:pt>
                <c:pt idx="1388">
                  <c:v>15.695286446760401</c:v>
                </c:pt>
                <c:pt idx="1389">
                  <c:v>13.630651164299801</c:v>
                </c:pt>
                <c:pt idx="1390">
                  <c:v>14.2849302781551</c:v>
                </c:pt>
                <c:pt idx="1391">
                  <c:v>11.882908625271099</c:v>
                </c:pt>
                <c:pt idx="1392">
                  <c:v>10.8966029179883</c:v>
                </c:pt>
                <c:pt idx="1393">
                  <c:v>8.5141294955367908</c:v>
                </c:pt>
                <c:pt idx="1394">
                  <c:v>12.682466727184799</c:v>
                </c:pt>
                <c:pt idx="1395">
                  <c:v>10.752558346375199</c:v>
                </c:pt>
                <c:pt idx="1396">
                  <c:v>8.8299990663082895</c:v>
                </c:pt>
                <c:pt idx="1397">
                  <c:v>9.8700849943776294</c:v>
                </c:pt>
                <c:pt idx="1398">
                  <c:v>8.4434315318875903</c:v>
                </c:pt>
                <c:pt idx="1399">
                  <c:v>8.2790446555485406</c:v>
                </c:pt>
                <c:pt idx="1400">
                  <c:v>5.1530297306913404</c:v>
                </c:pt>
                <c:pt idx="1401">
                  <c:v>8.6719115501167003</c:v>
                </c:pt>
                <c:pt idx="1402">
                  <c:v>8.1002235819719299</c:v>
                </c:pt>
                <c:pt idx="1403">
                  <c:v>6.6340718938667402</c:v>
                </c:pt>
                <c:pt idx="1404">
                  <c:v>2.7279482870259799</c:v>
                </c:pt>
                <c:pt idx="1405">
                  <c:v>2.9179794674861301</c:v>
                </c:pt>
                <c:pt idx="1406">
                  <c:v>2.5536283132614099</c:v>
                </c:pt>
                <c:pt idx="1407">
                  <c:v>2.6815645414006299</c:v>
                </c:pt>
                <c:pt idx="1408">
                  <c:v>0.91866112803302202</c:v>
                </c:pt>
                <c:pt idx="1409">
                  <c:v>1.3156337723334499</c:v>
                </c:pt>
                <c:pt idx="1410">
                  <c:v>-3.70670011795937E-3</c:v>
                </c:pt>
                <c:pt idx="1411">
                  <c:v>-0.675421730854736</c:v>
                </c:pt>
                <c:pt idx="1412">
                  <c:v>-2.5154291238803799</c:v>
                </c:pt>
                <c:pt idx="1413">
                  <c:v>0.746312492372737</c:v>
                </c:pt>
                <c:pt idx="1414">
                  <c:v>-2.3214539171624402</c:v>
                </c:pt>
                <c:pt idx="1415">
                  <c:v>-5.6706117651340797</c:v>
                </c:pt>
                <c:pt idx="1416">
                  <c:v>-6.8966116756974403</c:v>
                </c:pt>
                <c:pt idx="1417">
                  <c:v>-6.3454642930610099</c:v>
                </c:pt>
                <c:pt idx="1418">
                  <c:v>-3.52370942391752</c:v>
                </c:pt>
                <c:pt idx="1419">
                  <c:v>-5.4599182924383101</c:v>
                </c:pt>
                <c:pt idx="1420">
                  <c:v>-5.9447221123446603</c:v>
                </c:pt>
                <c:pt idx="1421">
                  <c:v>-8.3269877759172992</c:v>
                </c:pt>
                <c:pt idx="1422">
                  <c:v>-6.9946778293518097</c:v>
                </c:pt>
                <c:pt idx="1423">
                  <c:v>-7.4128061830807601</c:v>
                </c:pt>
                <c:pt idx="1424">
                  <c:v>-12.5699588027608</c:v>
                </c:pt>
                <c:pt idx="1425">
                  <c:v>-13.126713457837599</c:v>
                </c:pt>
                <c:pt idx="1426">
                  <c:v>-14.6507216815156</c:v>
                </c:pt>
                <c:pt idx="1427">
                  <c:v>-14.0100080127695</c:v>
                </c:pt>
                <c:pt idx="1428">
                  <c:v>-15.2223708468919</c:v>
                </c:pt>
                <c:pt idx="1429">
                  <c:v>-16.5365815225998</c:v>
                </c:pt>
                <c:pt idx="1430">
                  <c:v>-16.1779822290294</c:v>
                </c:pt>
                <c:pt idx="1431">
                  <c:v>-18.4895048637709</c:v>
                </c:pt>
                <c:pt idx="1432">
                  <c:v>-17.743091563574101</c:v>
                </c:pt>
                <c:pt idx="1433">
                  <c:v>-20.222514817597801</c:v>
                </c:pt>
                <c:pt idx="1434">
                  <c:v>-20.603096713100101</c:v>
                </c:pt>
                <c:pt idx="1435">
                  <c:v>-22.2833366366687</c:v>
                </c:pt>
                <c:pt idx="1436">
                  <c:v>-21.013606470462602</c:v>
                </c:pt>
                <c:pt idx="1437">
                  <c:v>-22.477831177748499</c:v>
                </c:pt>
                <c:pt idx="1438">
                  <c:v>-24.6631664760557</c:v>
                </c:pt>
                <c:pt idx="1439">
                  <c:v>-29.416185735952698</c:v>
                </c:pt>
                <c:pt idx="1440">
                  <c:v>-28.491667256175401</c:v>
                </c:pt>
                <c:pt idx="1441">
                  <c:v>-29.688938474494201</c:v>
                </c:pt>
                <c:pt idx="1442">
                  <c:v>-29.045732458821799</c:v>
                </c:pt>
                <c:pt idx="1443">
                  <c:v>-29.744000262434</c:v>
                </c:pt>
                <c:pt idx="1444">
                  <c:v>-28.466298797826699</c:v>
                </c:pt>
                <c:pt idx="1445">
                  <c:v>-29.634710369806701</c:v>
                </c:pt>
                <c:pt idx="1446">
                  <c:v>-33.078828453364501</c:v>
                </c:pt>
                <c:pt idx="1447">
                  <c:v>-33.654169800796502</c:v>
                </c:pt>
                <c:pt idx="1448">
                  <c:v>-39.291110359269901</c:v>
                </c:pt>
                <c:pt idx="1449">
                  <c:v>-36.609926166131899</c:v>
                </c:pt>
                <c:pt idx="1450">
                  <c:v>-37.445356144117497</c:v>
                </c:pt>
                <c:pt idx="1451">
                  <c:v>-39.298921939181596</c:v>
                </c:pt>
                <c:pt idx="1452">
                  <c:v>-40.951759079378199</c:v>
                </c:pt>
                <c:pt idx="1453">
                  <c:v>-42.269003596737797</c:v>
                </c:pt>
                <c:pt idx="1454">
                  <c:v>-40.569340018039902</c:v>
                </c:pt>
                <c:pt idx="1455">
                  <c:v>-44.143387657503197</c:v>
                </c:pt>
                <c:pt idx="1456">
                  <c:v>-44.794497547549298</c:v>
                </c:pt>
                <c:pt idx="1457">
                  <c:v>-42.515825973327601</c:v>
                </c:pt>
                <c:pt idx="1458">
                  <c:v>-43.887103485469297</c:v>
                </c:pt>
                <c:pt idx="1459">
                  <c:v>-49.043995129872698</c:v>
                </c:pt>
                <c:pt idx="1460">
                  <c:v>-52.313704078210399</c:v>
                </c:pt>
                <c:pt idx="1461">
                  <c:v>-54.983509280170999</c:v>
                </c:pt>
                <c:pt idx="1462">
                  <c:v>-53.599348687326703</c:v>
                </c:pt>
                <c:pt idx="1463">
                  <c:v>-52.4679208146473</c:v>
                </c:pt>
                <c:pt idx="1464">
                  <c:v>-57.963204261336301</c:v>
                </c:pt>
                <c:pt idx="1465">
                  <c:v>-56.386935885867999</c:v>
                </c:pt>
                <c:pt idx="1466">
                  <c:v>-59.524696001291403</c:v>
                </c:pt>
                <c:pt idx="1467">
                  <c:v>-60.225163085409399</c:v>
                </c:pt>
                <c:pt idx="1468">
                  <c:v>-60.436883452376001</c:v>
                </c:pt>
                <c:pt idx="1469">
                  <c:v>-61.355104263186199</c:v>
                </c:pt>
                <c:pt idx="1470">
                  <c:v>-62.4681702090421</c:v>
                </c:pt>
                <c:pt idx="1471">
                  <c:v>-62.035347198835197</c:v>
                </c:pt>
                <c:pt idx="1472">
                  <c:v>-63.432184670857801</c:v>
                </c:pt>
                <c:pt idx="1473">
                  <c:v>-60.252947305757502</c:v>
                </c:pt>
                <c:pt idx="1474">
                  <c:v>-70.590960364076494</c:v>
                </c:pt>
                <c:pt idx="1475">
                  <c:v>-67.495920968235595</c:v>
                </c:pt>
                <c:pt idx="1476">
                  <c:v>-71.936652658196394</c:v>
                </c:pt>
                <c:pt idx="1477">
                  <c:v>-70.217470212426804</c:v>
                </c:pt>
                <c:pt idx="1478">
                  <c:v>-69.850029990295297</c:v>
                </c:pt>
                <c:pt idx="1479">
                  <c:v>-72.285836071357295</c:v>
                </c:pt>
                <c:pt idx="1480">
                  <c:v>-72.763862146425197</c:v>
                </c:pt>
                <c:pt idx="1481">
                  <c:v>-75.119926207836599</c:v>
                </c:pt>
                <c:pt idx="1482">
                  <c:v>-75.906993723801804</c:v>
                </c:pt>
                <c:pt idx="1483">
                  <c:v>-76.955978013421699</c:v>
                </c:pt>
                <c:pt idx="1484">
                  <c:v>-78.729896672654107</c:v>
                </c:pt>
                <c:pt idx="1485">
                  <c:v>-77.478085537796204</c:v>
                </c:pt>
                <c:pt idx="1486">
                  <c:v>-80.138766165068404</c:v>
                </c:pt>
                <c:pt idx="1487">
                  <c:v>-81.838309213486994</c:v>
                </c:pt>
                <c:pt idx="1488">
                  <c:v>-80.569148406064102</c:v>
                </c:pt>
                <c:pt idx="1489">
                  <c:v>-81.080512754620997</c:v>
                </c:pt>
                <c:pt idx="1490">
                  <c:v>-85.441983673376399</c:v>
                </c:pt>
                <c:pt idx="1491">
                  <c:v>-83.697019276515107</c:v>
                </c:pt>
                <c:pt idx="1492">
                  <c:v>-84.460179124012598</c:v>
                </c:pt>
                <c:pt idx="1493">
                  <c:v>-84.7974609895561</c:v>
                </c:pt>
                <c:pt idx="1494">
                  <c:v>-88.288984206926202</c:v>
                </c:pt>
                <c:pt idx="1495">
                  <c:v>-88.161614333734605</c:v>
                </c:pt>
                <c:pt idx="1496">
                  <c:v>-90.900641197128706</c:v>
                </c:pt>
                <c:pt idx="1497">
                  <c:v>-88.588753779236001</c:v>
                </c:pt>
                <c:pt idx="1498">
                  <c:v>-90.619433930231693</c:v>
                </c:pt>
                <c:pt idx="1499">
                  <c:v>-89.935064218710593</c:v>
                </c:pt>
                <c:pt idx="1500">
                  <c:v>-90.538001698740899</c:v>
                </c:pt>
                <c:pt idx="1501">
                  <c:v>-94.330421667299902</c:v>
                </c:pt>
                <c:pt idx="1502">
                  <c:v>-96.036636170317806</c:v>
                </c:pt>
                <c:pt idx="1503">
                  <c:v>-93.189694186256204</c:v>
                </c:pt>
                <c:pt idx="1504">
                  <c:v>-94.916739957030401</c:v>
                </c:pt>
                <c:pt idx="1505">
                  <c:v>-96.418217597576401</c:v>
                </c:pt>
                <c:pt idx="1506">
                  <c:v>-95.844338729271001</c:v>
                </c:pt>
                <c:pt idx="1507">
                  <c:v>-96.510534377755704</c:v>
                </c:pt>
                <c:pt idx="1508">
                  <c:v>-96.335587172293302</c:v>
                </c:pt>
                <c:pt idx="1509">
                  <c:v>-97.059366553654996</c:v>
                </c:pt>
                <c:pt idx="1510">
                  <c:v>-98.975539224372895</c:v>
                </c:pt>
                <c:pt idx="1511">
                  <c:v>-98.423726601374298</c:v>
                </c:pt>
                <c:pt idx="1512">
                  <c:v>-100.701738189548</c:v>
                </c:pt>
                <c:pt idx="1513">
                  <c:v>-100.149965674903</c:v>
                </c:pt>
                <c:pt idx="1514">
                  <c:v>-102.59343046898699</c:v>
                </c:pt>
                <c:pt idx="1515">
                  <c:v>-102.175843216671</c:v>
                </c:pt>
                <c:pt idx="1516">
                  <c:v>-102.342523396448</c:v>
                </c:pt>
                <c:pt idx="1517">
                  <c:v>-103.03140272824</c:v>
                </c:pt>
                <c:pt idx="1518">
                  <c:v>-103.814640008857</c:v>
                </c:pt>
                <c:pt idx="1519">
                  <c:v>-104.69415069869</c:v>
                </c:pt>
                <c:pt idx="1520">
                  <c:v>-106.48822947753099</c:v>
                </c:pt>
                <c:pt idx="1521">
                  <c:v>-105.718448309566</c:v>
                </c:pt>
                <c:pt idx="1522">
                  <c:v>-105.54519062507001</c:v>
                </c:pt>
                <c:pt idx="1523">
                  <c:v>-104.37649720654601</c:v>
                </c:pt>
                <c:pt idx="1524">
                  <c:v>-106.930081611403</c:v>
                </c:pt>
                <c:pt idx="1525">
                  <c:v>-106.723567730768</c:v>
                </c:pt>
                <c:pt idx="1526">
                  <c:v>-107.059511603958</c:v>
                </c:pt>
                <c:pt idx="1527">
                  <c:v>-105.20018293716301</c:v>
                </c:pt>
                <c:pt idx="1528">
                  <c:v>-106.134464865609</c:v>
                </c:pt>
                <c:pt idx="1529">
                  <c:v>-105.637307877056</c:v>
                </c:pt>
                <c:pt idx="1530">
                  <c:v>-106.347058564948</c:v>
                </c:pt>
                <c:pt idx="1531">
                  <c:v>-107.019650158714</c:v>
                </c:pt>
                <c:pt idx="1532">
                  <c:v>-106.147338304889</c:v>
                </c:pt>
                <c:pt idx="1533">
                  <c:v>-105.695093225737</c:v>
                </c:pt>
                <c:pt idx="1534">
                  <c:v>-108.741158590899</c:v>
                </c:pt>
                <c:pt idx="1535">
                  <c:v>-107.31071971947</c:v>
                </c:pt>
                <c:pt idx="1536">
                  <c:v>-105.625940359598</c:v>
                </c:pt>
                <c:pt idx="1537">
                  <c:v>-102.451736640012</c:v>
                </c:pt>
                <c:pt idx="1538">
                  <c:v>-103.25549772248699</c:v>
                </c:pt>
                <c:pt idx="1539">
                  <c:v>-104.77306531454801</c:v>
                </c:pt>
                <c:pt idx="1540">
                  <c:v>-104.004137035208</c:v>
                </c:pt>
                <c:pt idx="1541">
                  <c:v>-104.91571852981799</c:v>
                </c:pt>
                <c:pt idx="1542">
                  <c:v>-102.704839788237</c:v>
                </c:pt>
                <c:pt idx="1543">
                  <c:v>-101.965249956402</c:v>
                </c:pt>
                <c:pt idx="1544">
                  <c:v>-99.635799940379798</c:v>
                </c:pt>
                <c:pt idx="1545">
                  <c:v>-100.39250226540599</c:v>
                </c:pt>
                <c:pt idx="1546">
                  <c:v>-99.9332719098486</c:v>
                </c:pt>
                <c:pt idx="1547">
                  <c:v>-98.998001187857199</c:v>
                </c:pt>
                <c:pt idx="1548">
                  <c:v>-95.881306758363195</c:v>
                </c:pt>
                <c:pt idx="1549">
                  <c:v>-96.987839439986899</c:v>
                </c:pt>
                <c:pt idx="1550">
                  <c:v>-98.730986978610403</c:v>
                </c:pt>
                <c:pt idx="1551">
                  <c:v>-97.313315109145705</c:v>
                </c:pt>
                <c:pt idx="1552">
                  <c:v>-97.868330732300706</c:v>
                </c:pt>
                <c:pt idx="1553">
                  <c:v>-94.987646742302402</c:v>
                </c:pt>
                <c:pt idx="1554">
                  <c:v>-96.937675903680301</c:v>
                </c:pt>
                <c:pt idx="1555">
                  <c:v>-96.074917276266206</c:v>
                </c:pt>
                <c:pt idx="1556">
                  <c:v>-90.578627259386806</c:v>
                </c:pt>
                <c:pt idx="1557">
                  <c:v>-92.7941454214305</c:v>
                </c:pt>
                <c:pt idx="1558">
                  <c:v>-91.556941821778807</c:v>
                </c:pt>
                <c:pt idx="1559">
                  <c:v>-90.780279025312694</c:v>
                </c:pt>
                <c:pt idx="1560">
                  <c:v>-89.237292090375405</c:v>
                </c:pt>
                <c:pt idx="1561">
                  <c:v>-90.701753598440604</c:v>
                </c:pt>
                <c:pt idx="1562">
                  <c:v>-90.523270473758203</c:v>
                </c:pt>
                <c:pt idx="1563">
                  <c:v>-86.538214563291803</c:v>
                </c:pt>
                <c:pt idx="1564">
                  <c:v>-85.581697626741899</c:v>
                </c:pt>
                <c:pt idx="1565">
                  <c:v>-85.169174762109094</c:v>
                </c:pt>
                <c:pt idx="1566">
                  <c:v>-83.795560370803798</c:v>
                </c:pt>
                <c:pt idx="1567">
                  <c:v>-81.6978522184056</c:v>
                </c:pt>
                <c:pt idx="1568">
                  <c:v>-82.464148245177199</c:v>
                </c:pt>
                <c:pt idx="1569">
                  <c:v>-83.227563409224203</c:v>
                </c:pt>
                <c:pt idx="1570">
                  <c:v>-79.315754553778106</c:v>
                </c:pt>
                <c:pt idx="1571">
                  <c:v>-78.514610183318794</c:v>
                </c:pt>
                <c:pt idx="1572">
                  <c:v>-77.167796616990799</c:v>
                </c:pt>
                <c:pt idx="1573">
                  <c:v>-74.992203220032906</c:v>
                </c:pt>
                <c:pt idx="1574">
                  <c:v>-74.932679686593403</c:v>
                </c:pt>
                <c:pt idx="1575">
                  <c:v>-73.076415242195196</c:v>
                </c:pt>
                <c:pt idx="1576">
                  <c:v>-72.505748121751594</c:v>
                </c:pt>
                <c:pt idx="1577">
                  <c:v>-73.545401658871199</c:v>
                </c:pt>
                <c:pt idx="1578">
                  <c:v>-70.139301208238606</c:v>
                </c:pt>
                <c:pt idx="1579">
                  <c:v>-69.843147524884102</c:v>
                </c:pt>
                <c:pt idx="1580">
                  <c:v>-67.478424791576302</c:v>
                </c:pt>
                <c:pt idx="1581">
                  <c:v>-67.295107708061096</c:v>
                </c:pt>
                <c:pt idx="1582">
                  <c:v>-65.243314171562005</c:v>
                </c:pt>
                <c:pt idx="1583">
                  <c:v>-62.750837661226399</c:v>
                </c:pt>
                <c:pt idx="1584">
                  <c:v>-63.207192821301099</c:v>
                </c:pt>
                <c:pt idx="1585">
                  <c:v>-59.6530218961</c:v>
                </c:pt>
                <c:pt idx="1586">
                  <c:v>-57.216110727733501</c:v>
                </c:pt>
                <c:pt idx="1587">
                  <c:v>-56.858237172004401</c:v>
                </c:pt>
                <c:pt idx="1588">
                  <c:v>-57.570656702611899</c:v>
                </c:pt>
                <c:pt idx="1589">
                  <c:v>-57.363519403988398</c:v>
                </c:pt>
                <c:pt idx="1590">
                  <c:v>-55.569619516550603</c:v>
                </c:pt>
                <c:pt idx="1591">
                  <c:v>-51.579759557887598</c:v>
                </c:pt>
                <c:pt idx="1592">
                  <c:v>-50.767777750936098</c:v>
                </c:pt>
                <c:pt idx="1593">
                  <c:v>-49.432017098743898</c:v>
                </c:pt>
                <c:pt idx="1594">
                  <c:v>-47.597140448888503</c:v>
                </c:pt>
                <c:pt idx="1595">
                  <c:v>-46.131988766389597</c:v>
                </c:pt>
                <c:pt idx="1596">
                  <c:v>-45.693272802065202</c:v>
                </c:pt>
                <c:pt idx="1597">
                  <c:v>-42.790689306173697</c:v>
                </c:pt>
                <c:pt idx="1598">
                  <c:v>-40.740407306660998</c:v>
                </c:pt>
                <c:pt idx="1599">
                  <c:v>-42.675704331368998</c:v>
                </c:pt>
                <c:pt idx="1600">
                  <c:v>-40.331158190563201</c:v>
                </c:pt>
                <c:pt idx="1601">
                  <c:v>-37.333229283197497</c:v>
                </c:pt>
                <c:pt idx="1602">
                  <c:v>-33.643606236654797</c:v>
                </c:pt>
                <c:pt idx="1603">
                  <c:v>-32.846278681529199</c:v>
                </c:pt>
                <c:pt idx="1604">
                  <c:v>-32.029275325908998</c:v>
                </c:pt>
                <c:pt idx="1605">
                  <c:v>-27.710297588747601</c:v>
                </c:pt>
                <c:pt idx="1606">
                  <c:v>-23.4855122982583</c:v>
                </c:pt>
                <c:pt idx="1607">
                  <c:v>-22.195223408954199</c:v>
                </c:pt>
                <c:pt idx="1608">
                  <c:v>-21.7420947638021</c:v>
                </c:pt>
                <c:pt idx="1609">
                  <c:v>-19.936468148229</c:v>
                </c:pt>
                <c:pt idx="1610">
                  <c:v>-17.249314153476099</c:v>
                </c:pt>
                <c:pt idx="1611">
                  <c:v>-15.311514181398101</c:v>
                </c:pt>
                <c:pt idx="1612">
                  <c:v>-12.715842070959701</c:v>
                </c:pt>
                <c:pt idx="1613">
                  <c:v>-13.806663773191399</c:v>
                </c:pt>
                <c:pt idx="1614">
                  <c:v>-13.2820682528418</c:v>
                </c:pt>
                <c:pt idx="1615">
                  <c:v>-10.086906166931101</c:v>
                </c:pt>
                <c:pt idx="1616">
                  <c:v>-8.7324119182109108</c:v>
                </c:pt>
                <c:pt idx="1617">
                  <c:v>-6.8515974463370499</c:v>
                </c:pt>
                <c:pt idx="1618">
                  <c:v>-6.6682811999684697</c:v>
                </c:pt>
                <c:pt idx="1619">
                  <c:v>-3.1673028856781098</c:v>
                </c:pt>
                <c:pt idx="1620">
                  <c:v>-1.50735198399701</c:v>
                </c:pt>
                <c:pt idx="1621">
                  <c:v>2.5182344360439401</c:v>
                </c:pt>
                <c:pt idx="1622">
                  <c:v>-0.296533626127086</c:v>
                </c:pt>
                <c:pt idx="1623">
                  <c:v>1.99563172858222</c:v>
                </c:pt>
                <c:pt idx="1624">
                  <c:v>6.1603344571697098</c:v>
                </c:pt>
                <c:pt idx="1625">
                  <c:v>8.0030530141931404</c:v>
                </c:pt>
                <c:pt idx="1626">
                  <c:v>11.163544946038799</c:v>
                </c:pt>
                <c:pt idx="1627">
                  <c:v>10.9382770357675</c:v>
                </c:pt>
                <c:pt idx="1628">
                  <c:v>13.1033833091373</c:v>
                </c:pt>
                <c:pt idx="1629">
                  <c:v>14.722987344003601</c:v>
                </c:pt>
                <c:pt idx="1630">
                  <c:v>16.276751858333</c:v>
                </c:pt>
                <c:pt idx="1631">
                  <c:v>17.539015529970499</c:v>
                </c:pt>
                <c:pt idx="1632">
                  <c:v>17.093134120066001</c:v>
                </c:pt>
                <c:pt idx="1633">
                  <c:v>20.869180047870699</c:v>
                </c:pt>
                <c:pt idx="1634">
                  <c:v>24.638090109926299</c:v>
                </c:pt>
                <c:pt idx="1635">
                  <c:v>25.0275130287989</c:v>
                </c:pt>
                <c:pt idx="1636">
                  <c:v>26.1853182978654</c:v>
                </c:pt>
                <c:pt idx="1637">
                  <c:v>27.622631713730598</c:v>
                </c:pt>
                <c:pt idx="1638">
                  <c:v>32.550983611344897</c:v>
                </c:pt>
                <c:pt idx="1639">
                  <c:v>33.482950675839703</c:v>
                </c:pt>
                <c:pt idx="1640">
                  <c:v>31.355254606748701</c:v>
                </c:pt>
                <c:pt idx="1641">
                  <c:v>32.872147350583802</c:v>
                </c:pt>
                <c:pt idx="1642">
                  <c:v>37.140007775576798</c:v>
                </c:pt>
                <c:pt idx="1643">
                  <c:v>37.782850411940203</c:v>
                </c:pt>
                <c:pt idx="1644">
                  <c:v>40.009327318458801</c:v>
                </c:pt>
                <c:pt idx="1645">
                  <c:v>42.456765415627203</c:v>
                </c:pt>
                <c:pt idx="1646">
                  <c:v>44.733447849408897</c:v>
                </c:pt>
                <c:pt idx="1647">
                  <c:v>47.341721375739702</c:v>
                </c:pt>
                <c:pt idx="1648">
                  <c:v>47.6760713584275</c:v>
                </c:pt>
                <c:pt idx="1649">
                  <c:v>47.043868104178301</c:v>
                </c:pt>
                <c:pt idx="1650">
                  <c:v>49.433212069351796</c:v>
                </c:pt>
                <c:pt idx="1651">
                  <c:v>52.624674633064501</c:v>
                </c:pt>
                <c:pt idx="1652">
                  <c:v>52.930816517983402</c:v>
                </c:pt>
                <c:pt idx="1653">
                  <c:v>51.463033931133197</c:v>
                </c:pt>
                <c:pt idx="1654">
                  <c:v>56.396290414653798</c:v>
                </c:pt>
                <c:pt idx="1655">
                  <c:v>56.463510083164699</c:v>
                </c:pt>
                <c:pt idx="1656">
                  <c:v>59.441110007711302</c:v>
                </c:pt>
                <c:pt idx="1657">
                  <c:v>62.2502565542204</c:v>
                </c:pt>
                <c:pt idx="1658">
                  <c:v>63.540850555431803</c:v>
                </c:pt>
                <c:pt idx="1659">
                  <c:v>66.095086632373594</c:v>
                </c:pt>
                <c:pt idx="1660">
                  <c:v>61.503178976986</c:v>
                </c:pt>
                <c:pt idx="1661">
                  <c:v>65.469084349133297</c:v>
                </c:pt>
                <c:pt idx="1662">
                  <c:v>68.106130076662893</c:v>
                </c:pt>
                <c:pt idx="1663">
                  <c:v>69.228304687759504</c:v>
                </c:pt>
                <c:pt idx="1664">
                  <c:v>68.471959126169594</c:v>
                </c:pt>
                <c:pt idx="1665">
                  <c:v>71.663335375913505</c:v>
                </c:pt>
                <c:pt idx="1666">
                  <c:v>73.237251381594604</c:v>
                </c:pt>
                <c:pt idx="1667">
                  <c:v>75.011277975737002</c:v>
                </c:pt>
                <c:pt idx="1668">
                  <c:v>77.219093800996205</c:v>
                </c:pt>
                <c:pt idx="1669">
                  <c:v>74.788909678782801</c:v>
                </c:pt>
                <c:pt idx="1670">
                  <c:v>76.920219624514402</c:v>
                </c:pt>
                <c:pt idx="1671">
                  <c:v>80.289877384452893</c:v>
                </c:pt>
                <c:pt idx="1672">
                  <c:v>80.226774284290101</c:v>
                </c:pt>
                <c:pt idx="1673">
                  <c:v>83.311718563988507</c:v>
                </c:pt>
                <c:pt idx="1674">
                  <c:v>83.639938930298698</c:v>
                </c:pt>
                <c:pt idx="1675">
                  <c:v>87.660219228772107</c:v>
                </c:pt>
                <c:pt idx="1676">
                  <c:v>92.553443792938594</c:v>
                </c:pt>
                <c:pt idx="1677">
                  <c:v>93.509077772501996</c:v>
                </c:pt>
                <c:pt idx="1678">
                  <c:v>90.573045280994506</c:v>
                </c:pt>
                <c:pt idx="1679">
                  <c:v>92.164274594756904</c:v>
                </c:pt>
                <c:pt idx="1680">
                  <c:v>92.403613305522398</c:v>
                </c:pt>
                <c:pt idx="1681">
                  <c:v>95.032068976070505</c:v>
                </c:pt>
                <c:pt idx="1682">
                  <c:v>97.131734785795601</c:v>
                </c:pt>
                <c:pt idx="1683">
                  <c:v>97.374158342552406</c:v>
                </c:pt>
                <c:pt idx="1684">
                  <c:v>97.011366759032796</c:v>
                </c:pt>
                <c:pt idx="1685">
                  <c:v>100.343460296378</c:v>
                </c:pt>
                <c:pt idx="1686">
                  <c:v>99.6837185601741</c:v>
                </c:pt>
                <c:pt idx="1687">
                  <c:v>101.967978135081</c:v>
                </c:pt>
                <c:pt idx="1688">
                  <c:v>103.89814754927301</c:v>
                </c:pt>
                <c:pt idx="1689">
                  <c:v>106.31903710038399</c:v>
                </c:pt>
                <c:pt idx="1690">
                  <c:v>108.863258190984</c:v>
                </c:pt>
                <c:pt idx="1691">
                  <c:v>106.19566445575499</c:v>
                </c:pt>
                <c:pt idx="1692">
                  <c:v>111.13641038249099</c:v>
                </c:pt>
                <c:pt idx="1693">
                  <c:v>111.09267072541</c:v>
                </c:pt>
                <c:pt idx="1694">
                  <c:v>112.731665664752</c:v>
                </c:pt>
                <c:pt idx="1695">
                  <c:v>113.05597299371399</c:v>
                </c:pt>
                <c:pt idx="1696">
                  <c:v>113.353958074199</c:v>
                </c:pt>
                <c:pt idx="1697">
                  <c:v>116.496096762737</c:v>
                </c:pt>
                <c:pt idx="1698">
                  <c:v>118.265297743614</c:v>
                </c:pt>
                <c:pt idx="1699">
                  <c:v>117.624741355293</c:v>
                </c:pt>
                <c:pt idx="1700">
                  <c:v>118.55951000250499</c:v>
                </c:pt>
                <c:pt idx="1701">
                  <c:v>124.10832903545899</c:v>
                </c:pt>
                <c:pt idx="1702">
                  <c:v>123.033419953823</c:v>
                </c:pt>
                <c:pt idx="1703">
                  <c:v>123.545905960504</c:v>
                </c:pt>
                <c:pt idx="1704">
                  <c:v>123.721492706143</c:v>
                </c:pt>
                <c:pt idx="1705">
                  <c:v>127.358635267018</c:v>
                </c:pt>
                <c:pt idx="1706">
                  <c:v>127.336361244586</c:v>
                </c:pt>
                <c:pt idx="1707">
                  <c:v>128.65994619700299</c:v>
                </c:pt>
                <c:pt idx="1708">
                  <c:v>127.676009724937</c:v>
                </c:pt>
                <c:pt idx="1709">
                  <c:v>129.17961085635599</c:v>
                </c:pt>
                <c:pt idx="1710">
                  <c:v>132.585106598679</c:v>
                </c:pt>
                <c:pt idx="1711">
                  <c:v>129.61343907710801</c:v>
                </c:pt>
                <c:pt idx="1712">
                  <c:v>130.07033903105301</c:v>
                </c:pt>
                <c:pt idx="1713">
                  <c:v>128.70282799242</c:v>
                </c:pt>
                <c:pt idx="1714">
                  <c:v>131.77582895061599</c:v>
                </c:pt>
                <c:pt idx="1715">
                  <c:v>132.661406768429</c:v>
                </c:pt>
                <c:pt idx="1716">
                  <c:v>136.14436034608701</c:v>
                </c:pt>
                <c:pt idx="1717">
                  <c:v>134.75624098439201</c:v>
                </c:pt>
                <c:pt idx="1718">
                  <c:v>137.534138404743</c:v>
                </c:pt>
                <c:pt idx="1719">
                  <c:v>136.816950587794</c:v>
                </c:pt>
                <c:pt idx="1720">
                  <c:v>137.38908355125699</c:v>
                </c:pt>
                <c:pt idx="1721">
                  <c:v>135.44137815971499</c:v>
                </c:pt>
                <c:pt idx="1722">
                  <c:v>140.16549149375999</c:v>
                </c:pt>
                <c:pt idx="1723">
                  <c:v>137.751488374188</c:v>
                </c:pt>
                <c:pt idx="1724">
                  <c:v>138.97315388923101</c:v>
                </c:pt>
                <c:pt idx="1725">
                  <c:v>145.33642648750899</c:v>
                </c:pt>
                <c:pt idx="1726">
                  <c:v>144.43432074808001</c:v>
                </c:pt>
                <c:pt idx="1727">
                  <c:v>142.13671335972001</c:v>
                </c:pt>
                <c:pt idx="1728">
                  <c:v>144.51266148915701</c:v>
                </c:pt>
                <c:pt idx="1729">
                  <c:v>146.495212489463</c:v>
                </c:pt>
                <c:pt idx="1730">
                  <c:v>144.06363202512</c:v>
                </c:pt>
                <c:pt idx="1731">
                  <c:v>145.17616074975399</c:v>
                </c:pt>
                <c:pt idx="1732">
                  <c:v>146.16239671971701</c:v>
                </c:pt>
                <c:pt idx="1733">
                  <c:v>144.74631516087999</c:v>
                </c:pt>
                <c:pt idx="1734">
                  <c:v>145.103563844208</c:v>
                </c:pt>
                <c:pt idx="1735">
                  <c:v>146.58687402873699</c:v>
                </c:pt>
                <c:pt idx="1736">
                  <c:v>144.18618677972799</c:v>
                </c:pt>
                <c:pt idx="1737">
                  <c:v>145.915286141113</c:v>
                </c:pt>
                <c:pt idx="1738">
                  <c:v>149.160273440287</c:v>
                </c:pt>
                <c:pt idx="1739">
                  <c:v>143.449653237045</c:v>
                </c:pt>
                <c:pt idx="1740">
                  <c:v>150.309746566347</c:v>
                </c:pt>
                <c:pt idx="1741">
                  <c:v>148.03350541881201</c:v>
                </c:pt>
                <c:pt idx="1742">
                  <c:v>147.84751338140001</c:v>
                </c:pt>
                <c:pt idx="1743">
                  <c:v>148.75619419385899</c:v>
                </c:pt>
                <c:pt idx="1744">
                  <c:v>149.59620028891601</c:v>
                </c:pt>
                <c:pt idx="1745">
                  <c:v>150.04949048219899</c:v>
                </c:pt>
                <c:pt idx="1746">
                  <c:v>149.986147917458</c:v>
                </c:pt>
                <c:pt idx="1747">
                  <c:v>151.47295321320499</c:v>
                </c:pt>
                <c:pt idx="1748">
                  <c:v>148.558554062664</c:v>
                </c:pt>
                <c:pt idx="1749">
                  <c:v>146.97937568764701</c:v>
                </c:pt>
                <c:pt idx="1750">
                  <c:v>147.14648911254</c:v>
                </c:pt>
                <c:pt idx="1751">
                  <c:v>152.218503735876</c:v>
                </c:pt>
                <c:pt idx="1752">
                  <c:v>151.85946290849401</c:v>
                </c:pt>
                <c:pt idx="1753">
                  <c:v>149.173143652644</c:v>
                </c:pt>
                <c:pt idx="1754">
                  <c:v>153.83905490634399</c:v>
                </c:pt>
                <c:pt idx="1755">
                  <c:v>148.68277691475399</c:v>
                </c:pt>
                <c:pt idx="1756">
                  <c:v>150.089222885514</c:v>
                </c:pt>
                <c:pt idx="1757">
                  <c:v>150.82253958720401</c:v>
                </c:pt>
                <c:pt idx="1758">
                  <c:v>147.68776195519601</c:v>
                </c:pt>
                <c:pt idx="1759">
                  <c:v>149.734582615547</c:v>
                </c:pt>
                <c:pt idx="1760">
                  <c:v>145.67050759269301</c:v>
                </c:pt>
                <c:pt idx="1761">
                  <c:v>154.568476034089</c:v>
                </c:pt>
                <c:pt idx="1762">
                  <c:v>152.818303742772</c:v>
                </c:pt>
                <c:pt idx="1763">
                  <c:v>150.47968738972801</c:v>
                </c:pt>
                <c:pt idx="1764">
                  <c:v>152.28477738346001</c:v>
                </c:pt>
                <c:pt idx="1765">
                  <c:v>148.385112070481</c:v>
                </c:pt>
                <c:pt idx="1766">
                  <c:v>149.15675171286</c:v>
                </c:pt>
                <c:pt idx="1767">
                  <c:v>151.04383456670701</c:v>
                </c:pt>
                <c:pt idx="1768">
                  <c:v>150.05784824624999</c:v>
                </c:pt>
                <c:pt idx="1769">
                  <c:v>147.841589519124</c:v>
                </c:pt>
                <c:pt idx="1770">
                  <c:v>149.38870454655901</c:v>
                </c:pt>
                <c:pt idx="1771">
                  <c:v>148.359882129901</c:v>
                </c:pt>
                <c:pt idx="1772">
                  <c:v>147.84583351558601</c:v>
                </c:pt>
                <c:pt idx="1773">
                  <c:v>148.97342712874499</c:v>
                </c:pt>
                <c:pt idx="1774">
                  <c:v>147.592628530057</c:v>
                </c:pt>
                <c:pt idx="1775">
                  <c:v>148.717528269166</c:v>
                </c:pt>
                <c:pt idx="1776">
                  <c:v>146.84044720855201</c:v>
                </c:pt>
                <c:pt idx="1777">
                  <c:v>147.82271749057401</c:v>
                </c:pt>
                <c:pt idx="1778">
                  <c:v>147.275505876224</c:v>
                </c:pt>
                <c:pt idx="1779">
                  <c:v>148.45477845223101</c:v>
                </c:pt>
                <c:pt idx="1780">
                  <c:v>147.057268286669</c:v>
                </c:pt>
                <c:pt idx="1781">
                  <c:v>140.993077121391</c:v>
                </c:pt>
                <c:pt idx="1782">
                  <c:v>145.172411558075</c:v>
                </c:pt>
                <c:pt idx="1783">
                  <c:v>145.119690704531</c:v>
                </c:pt>
                <c:pt idx="1784">
                  <c:v>142.209976839739</c:v>
                </c:pt>
                <c:pt idx="1785">
                  <c:v>143.976297995099</c:v>
                </c:pt>
                <c:pt idx="1786">
                  <c:v>141.33316356115199</c:v>
                </c:pt>
                <c:pt idx="1787">
                  <c:v>138.77607878744999</c:v>
                </c:pt>
                <c:pt idx="1788">
                  <c:v>133.50063863405799</c:v>
                </c:pt>
                <c:pt idx="1789">
                  <c:v>142.18405526003701</c:v>
                </c:pt>
                <c:pt idx="1790">
                  <c:v>139.822698125041</c:v>
                </c:pt>
                <c:pt idx="1791">
                  <c:v>141.401330152497</c:v>
                </c:pt>
                <c:pt idx="1792">
                  <c:v>140.97124037696</c:v>
                </c:pt>
                <c:pt idx="1793">
                  <c:v>139.87731700932201</c:v>
                </c:pt>
                <c:pt idx="1794">
                  <c:v>140.48859408495699</c:v>
                </c:pt>
                <c:pt idx="1795">
                  <c:v>136.859966040757</c:v>
                </c:pt>
                <c:pt idx="1796">
                  <c:v>137.43914079346899</c:v>
                </c:pt>
                <c:pt idx="1797">
                  <c:v>136.81615717628</c:v>
                </c:pt>
                <c:pt idx="1798">
                  <c:v>138.55084853070801</c:v>
                </c:pt>
                <c:pt idx="1799">
                  <c:v>135.56168541107499</c:v>
                </c:pt>
                <c:pt idx="1800">
                  <c:v>135.98659846324699</c:v>
                </c:pt>
                <c:pt idx="1801">
                  <c:v>134.61355658465399</c:v>
                </c:pt>
                <c:pt idx="1802">
                  <c:v>132.21880523617199</c:v>
                </c:pt>
                <c:pt idx="1803">
                  <c:v>131.642010861492</c:v>
                </c:pt>
                <c:pt idx="1804">
                  <c:v>128.71280684738201</c:v>
                </c:pt>
                <c:pt idx="1805">
                  <c:v>132.49822638158599</c:v>
                </c:pt>
                <c:pt idx="1806">
                  <c:v>130.29626667220401</c:v>
                </c:pt>
                <c:pt idx="1807">
                  <c:v>130.68416281577001</c:v>
                </c:pt>
                <c:pt idx="1808">
                  <c:v>131.383862210247</c:v>
                </c:pt>
                <c:pt idx="1809">
                  <c:v>131.725683508819</c:v>
                </c:pt>
                <c:pt idx="1810">
                  <c:v>130.649846683264</c:v>
                </c:pt>
                <c:pt idx="1811">
                  <c:v>130.544471553324</c:v>
                </c:pt>
                <c:pt idx="1812">
                  <c:v>130.649846683264</c:v>
                </c:pt>
                <c:pt idx="1813">
                  <c:v>132.72451634994101</c:v>
                </c:pt>
                <c:pt idx="1814">
                  <c:v>127.64660701341001</c:v>
                </c:pt>
                <c:pt idx="1815">
                  <c:v>133.824081160324</c:v>
                </c:pt>
                <c:pt idx="1816">
                  <c:v>131.253966592681</c:v>
                </c:pt>
                <c:pt idx="1817">
                  <c:v>125.52209511709</c:v>
                </c:pt>
                <c:pt idx="1818">
                  <c:v>127.369168625713</c:v>
                </c:pt>
                <c:pt idx="1819">
                  <c:v>127.20263746284699</c:v>
                </c:pt>
                <c:pt idx="1820">
                  <c:v>128.063290774835</c:v>
                </c:pt>
                <c:pt idx="1821">
                  <c:v>127.333270932126</c:v>
                </c:pt>
                <c:pt idx="1822">
                  <c:v>129.84630746924299</c:v>
                </c:pt>
                <c:pt idx="1823">
                  <c:v>131.796363329954</c:v>
                </c:pt>
                <c:pt idx="1824">
                  <c:v>126.89864418352001</c:v>
                </c:pt>
                <c:pt idx="1825">
                  <c:v>131.06158174675301</c:v>
                </c:pt>
                <c:pt idx="1826">
                  <c:v>128.54321650589699</c:v>
                </c:pt>
                <c:pt idx="1827">
                  <c:v>130.11033291583399</c:v>
                </c:pt>
                <c:pt idx="1828">
                  <c:v>132.08321257528999</c:v>
                </c:pt>
                <c:pt idx="1829">
                  <c:v>132.66679177251601</c:v>
                </c:pt>
                <c:pt idx="1830">
                  <c:v>126.831329082124</c:v>
                </c:pt>
                <c:pt idx="1831">
                  <c:v>125.89965706339299</c:v>
                </c:pt>
                <c:pt idx="1832">
                  <c:v>126.251376241629</c:v>
                </c:pt>
                <c:pt idx="1833">
                  <c:v>127.098419685325</c:v>
                </c:pt>
                <c:pt idx="1834">
                  <c:v>126.91792719774701</c:v>
                </c:pt>
                <c:pt idx="1835">
                  <c:v>124.213577610825</c:v>
                </c:pt>
                <c:pt idx="1836">
                  <c:v>127.357973993361</c:v>
                </c:pt>
                <c:pt idx="1837">
                  <c:v>127.53816124963301</c:v>
                </c:pt>
                <c:pt idx="1838">
                  <c:v>124.874334424125</c:v>
                </c:pt>
                <c:pt idx="1839">
                  <c:v>125.12397487403599</c:v>
                </c:pt>
                <c:pt idx="1840">
                  <c:v>125.675091306098</c:v>
                </c:pt>
                <c:pt idx="1841">
                  <c:v>128.05650866612601</c:v>
                </c:pt>
                <c:pt idx="1842">
                  <c:v>123.19390763894501</c:v>
                </c:pt>
                <c:pt idx="1843">
                  <c:v>127.45266569991399</c:v>
                </c:pt>
                <c:pt idx="1844">
                  <c:v>124.37422034719999</c:v>
                </c:pt>
                <c:pt idx="1845">
                  <c:v>122.062794598908</c:v>
                </c:pt>
                <c:pt idx="1846">
                  <c:v>125.054111253489</c:v>
                </c:pt>
                <c:pt idx="1847">
                  <c:v>124.88792651575</c:v>
                </c:pt>
                <c:pt idx="1848">
                  <c:v>123.273020552448</c:v>
                </c:pt>
                <c:pt idx="1849">
                  <c:v>125.226665094146</c:v>
                </c:pt>
                <c:pt idx="1850">
                  <c:v>123.41370522523199</c:v>
                </c:pt>
                <c:pt idx="1851">
                  <c:v>125.561477108245</c:v>
                </c:pt>
                <c:pt idx="1852">
                  <c:v>124.854760817629</c:v>
                </c:pt>
                <c:pt idx="1853">
                  <c:v>124.205680344003</c:v>
                </c:pt>
                <c:pt idx="1854">
                  <c:v>127.28593527029101</c:v>
                </c:pt>
                <c:pt idx="1855">
                  <c:v>123.051316457761</c:v>
                </c:pt>
                <c:pt idx="1856">
                  <c:v>125.016016039096</c:v>
                </c:pt>
                <c:pt idx="1857">
                  <c:v>121.149694472082</c:v>
                </c:pt>
                <c:pt idx="1858">
                  <c:v>121.247317106045</c:v>
                </c:pt>
                <c:pt idx="1859">
                  <c:v>123.668700429954</c:v>
                </c:pt>
                <c:pt idx="1860">
                  <c:v>128.58793626049101</c:v>
                </c:pt>
                <c:pt idx="1861">
                  <c:v>124.778269408414</c:v>
                </c:pt>
                <c:pt idx="1862">
                  <c:v>121.078471711369</c:v>
                </c:pt>
                <c:pt idx="1863">
                  <c:v>123.414459693483</c:v>
                </c:pt>
                <c:pt idx="1864">
                  <c:v>126.379438591034</c:v>
                </c:pt>
                <c:pt idx="1865">
                  <c:v>123.721309341631</c:v>
                </c:pt>
                <c:pt idx="1866">
                  <c:v>121.76466624993699</c:v>
                </c:pt>
                <c:pt idx="1867">
                  <c:v>124.068858357294</c:v>
                </c:pt>
                <c:pt idx="1868">
                  <c:v>121.37115782824399</c:v>
                </c:pt>
                <c:pt idx="1869">
                  <c:v>120.987627373976</c:v>
                </c:pt>
                <c:pt idx="1870">
                  <c:v>118.237163195398</c:v>
                </c:pt>
                <c:pt idx="1871">
                  <c:v>118.600384369734</c:v>
                </c:pt>
                <c:pt idx="1872">
                  <c:v>120.67057298007001</c:v>
                </c:pt>
                <c:pt idx="1873">
                  <c:v>118.135905276892</c:v>
                </c:pt>
                <c:pt idx="1874">
                  <c:v>117.49528137692</c:v>
                </c:pt>
                <c:pt idx="1875">
                  <c:v>121.85925442494499</c:v>
                </c:pt>
                <c:pt idx="1876">
                  <c:v>119.13703913578399</c:v>
                </c:pt>
                <c:pt idx="1877">
                  <c:v>118.88449472479201</c:v>
                </c:pt>
                <c:pt idx="1878">
                  <c:v>115.041466117905</c:v>
                </c:pt>
                <c:pt idx="1879">
                  <c:v>114.043233950721</c:v>
                </c:pt>
                <c:pt idx="1880">
                  <c:v>114.572108936128</c:v>
                </c:pt>
                <c:pt idx="1881">
                  <c:v>117.412761853867</c:v>
                </c:pt>
                <c:pt idx="1882">
                  <c:v>116.606801806249</c:v>
                </c:pt>
                <c:pt idx="1883">
                  <c:v>111.383482628385</c:v>
                </c:pt>
                <c:pt idx="1884">
                  <c:v>111.168901088285</c:v>
                </c:pt>
                <c:pt idx="1885">
                  <c:v>108.782344907702</c:v>
                </c:pt>
                <c:pt idx="1886">
                  <c:v>109.53561078555499</c:v>
                </c:pt>
                <c:pt idx="1887">
                  <c:v>110.310258290428</c:v>
                </c:pt>
                <c:pt idx="1888">
                  <c:v>112.00193091126199</c:v>
                </c:pt>
                <c:pt idx="1889">
                  <c:v>108.064029634443</c:v>
                </c:pt>
                <c:pt idx="1890">
                  <c:v>110.632821274317</c:v>
                </c:pt>
                <c:pt idx="1891">
                  <c:v>110.69327122227899</c:v>
                </c:pt>
                <c:pt idx="1892">
                  <c:v>103.809048178271</c:v>
                </c:pt>
                <c:pt idx="1893">
                  <c:v>107.074447676452</c:v>
                </c:pt>
                <c:pt idx="1894">
                  <c:v>107.121425543125</c:v>
                </c:pt>
                <c:pt idx="1895">
                  <c:v>110.146034972416</c:v>
                </c:pt>
                <c:pt idx="1896">
                  <c:v>107.06919129521501</c:v>
                </c:pt>
                <c:pt idx="1897">
                  <c:v>103.932507778122</c:v>
                </c:pt>
                <c:pt idx="1898">
                  <c:v>103.31110476821</c:v>
                </c:pt>
                <c:pt idx="1899">
                  <c:v>102.842632704376</c:v>
                </c:pt>
                <c:pt idx="1900">
                  <c:v>102.77075212653899</c:v>
                </c:pt>
                <c:pt idx="1901">
                  <c:v>99.565158742173395</c:v>
                </c:pt>
                <c:pt idx="1902">
                  <c:v>99.610701545120705</c:v>
                </c:pt>
                <c:pt idx="1903">
                  <c:v>101.40505347798</c:v>
                </c:pt>
                <c:pt idx="1904">
                  <c:v>99.743822806799301</c:v>
                </c:pt>
                <c:pt idx="1905">
                  <c:v>100.155833526992</c:v>
                </c:pt>
                <c:pt idx="1906">
                  <c:v>96.644726991975801</c:v>
                </c:pt>
                <c:pt idx="1907">
                  <c:v>94.273417187438994</c:v>
                </c:pt>
                <c:pt idx="1908">
                  <c:v>92.321677728908298</c:v>
                </c:pt>
                <c:pt idx="1909">
                  <c:v>95.691090757498301</c:v>
                </c:pt>
                <c:pt idx="1910">
                  <c:v>94.370095591038705</c:v>
                </c:pt>
                <c:pt idx="1911">
                  <c:v>94.987550567848501</c:v>
                </c:pt>
                <c:pt idx="1912">
                  <c:v>93.574568263756007</c:v>
                </c:pt>
                <c:pt idx="1913">
                  <c:v>92.575428453451195</c:v>
                </c:pt>
                <c:pt idx="1914">
                  <c:v>93.525447686181494</c:v>
                </c:pt>
                <c:pt idx="1915">
                  <c:v>88.909862562157102</c:v>
                </c:pt>
                <c:pt idx="1916">
                  <c:v>86.522187545633201</c:v>
                </c:pt>
                <c:pt idx="1917">
                  <c:v>85.875821455862706</c:v>
                </c:pt>
                <c:pt idx="1918">
                  <c:v>86.293226558630593</c:v>
                </c:pt>
                <c:pt idx="1919">
                  <c:v>89.067152946402103</c:v>
                </c:pt>
                <c:pt idx="1920">
                  <c:v>84.968191504367098</c:v>
                </c:pt>
                <c:pt idx="1921">
                  <c:v>86.937529184475807</c:v>
                </c:pt>
                <c:pt idx="1922">
                  <c:v>83.770601680742601</c:v>
                </c:pt>
                <c:pt idx="1923">
                  <c:v>82.5247494977922</c:v>
                </c:pt>
                <c:pt idx="1924">
                  <c:v>80.624923910286199</c:v>
                </c:pt>
                <c:pt idx="1925">
                  <c:v>79.233175017167497</c:v>
                </c:pt>
                <c:pt idx="1926">
                  <c:v>81.7742574329354</c:v>
                </c:pt>
                <c:pt idx="1927">
                  <c:v>82.016956798312293</c:v>
                </c:pt>
                <c:pt idx="1928">
                  <c:v>77.784630003677407</c:v>
                </c:pt>
                <c:pt idx="1929">
                  <c:v>76.576749670814195</c:v>
                </c:pt>
                <c:pt idx="1930">
                  <c:v>76.908772292862096</c:v>
                </c:pt>
                <c:pt idx="1931">
                  <c:v>73.216785644192896</c:v>
                </c:pt>
                <c:pt idx="1932">
                  <c:v>77.670892558553504</c:v>
                </c:pt>
                <c:pt idx="1933">
                  <c:v>74.555849822667994</c:v>
                </c:pt>
                <c:pt idx="1934">
                  <c:v>73.671876200869505</c:v>
                </c:pt>
                <c:pt idx="1935">
                  <c:v>71.602076416204198</c:v>
                </c:pt>
                <c:pt idx="1936">
                  <c:v>71.524659141369099</c:v>
                </c:pt>
                <c:pt idx="1937">
                  <c:v>71.733241436638707</c:v>
                </c:pt>
                <c:pt idx="1938">
                  <c:v>71.857497299242198</c:v>
                </c:pt>
                <c:pt idx="1939">
                  <c:v>69.110164010583603</c:v>
                </c:pt>
                <c:pt idx="1940">
                  <c:v>69.958403088827396</c:v>
                </c:pt>
                <c:pt idx="1941">
                  <c:v>69.973293040251093</c:v>
                </c:pt>
                <c:pt idx="1942">
                  <c:v>67.935563710952295</c:v>
                </c:pt>
                <c:pt idx="1943">
                  <c:v>65.819726932748097</c:v>
                </c:pt>
                <c:pt idx="1944">
                  <c:v>62.9323819942298</c:v>
                </c:pt>
                <c:pt idx="1945">
                  <c:v>61.914031124820603</c:v>
                </c:pt>
                <c:pt idx="1946">
                  <c:v>63.460470348043998</c:v>
                </c:pt>
                <c:pt idx="1947">
                  <c:v>61.564940628118599</c:v>
                </c:pt>
                <c:pt idx="1948">
                  <c:v>61.252531677521503</c:v>
                </c:pt>
                <c:pt idx="1949">
                  <c:v>56.611398233614501</c:v>
                </c:pt>
                <c:pt idx="1950">
                  <c:v>59.318505021144396</c:v>
                </c:pt>
                <c:pt idx="1951">
                  <c:v>58.658950793374899</c:v>
                </c:pt>
                <c:pt idx="1952">
                  <c:v>58.392170469486899</c:v>
                </c:pt>
                <c:pt idx="1953">
                  <c:v>57.488336195694203</c:v>
                </c:pt>
                <c:pt idx="1954">
                  <c:v>58.530909915949401</c:v>
                </c:pt>
                <c:pt idx="1955">
                  <c:v>53.980040120524301</c:v>
                </c:pt>
                <c:pt idx="1956">
                  <c:v>57.199856286689098</c:v>
                </c:pt>
                <c:pt idx="1957">
                  <c:v>53.9909720158239</c:v>
                </c:pt>
                <c:pt idx="1958">
                  <c:v>54.171446148025098</c:v>
                </c:pt>
                <c:pt idx="1959">
                  <c:v>50.756439583150602</c:v>
                </c:pt>
                <c:pt idx="1960">
                  <c:v>51.210083572781201</c:v>
                </c:pt>
                <c:pt idx="1961">
                  <c:v>53.9119601156114</c:v>
                </c:pt>
                <c:pt idx="1962">
                  <c:v>51.198047577311499</c:v>
                </c:pt>
                <c:pt idx="1963">
                  <c:v>48.140417325543098</c:v>
                </c:pt>
                <c:pt idx="1964">
                  <c:v>45.360015230867397</c:v>
                </c:pt>
                <c:pt idx="1965">
                  <c:v>49.067060873163797</c:v>
                </c:pt>
                <c:pt idx="1966">
                  <c:v>48.277042219317799</c:v>
                </c:pt>
                <c:pt idx="1967">
                  <c:v>46.859926455592003</c:v>
                </c:pt>
                <c:pt idx="1968">
                  <c:v>46.870675892512402</c:v>
                </c:pt>
                <c:pt idx="1969">
                  <c:v>46.743669560694599</c:v>
                </c:pt>
                <c:pt idx="1970">
                  <c:v>45.743582673269799</c:v>
                </c:pt>
                <c:pt idx="1971">
                  <c:v>42.864454159618603</c:v>
                </c:pt>
                <c:pt idx="1972">
                  <c:v>41.3767833957573</c:v>
                </c:pt>
                <c:pt idx="1973">
                  <c:v>44.378678859523603</c:v>
                </c:pt>
                <c:pt idx="1974">
                  <c:v>41.964199544344503</c:v>
                </c:pt>
                <c:pt idx="1975">
                  <c:v>43.531940411395702</c:v>
                </c:pt>
                <c:pt idx="1976">
                  <c:v>42.391629119798701</c:v>
                </c:pt>
                <c:pt idx="1977">
                  <c:v>42.584305487259698</c:v>
                </c:pt>
                <c:pt idx="1978">
                  <c:v>36.598177726676198</c:v>
                </c:pt>
                <c:pt idx="1979">
                  <c:v>35.342036359860103</c:v>
                </c:pt>
                <c:pt idx="1980">
                  <c:v>34.719820892372297</c:v>
                </c:pt>
                <c:pt idx="1981">
                  <c:v>38.267909937480702</c:v>
                </c:pt>
                <c:pt idx="1982">
                  <c:v>35.789840072820603</c:v>
                </c:pt>
                <c:pt idx="1983">
                  <c:v>34.269425568754798</c:v>
                </c:pt>
                <c:pt idx="1984">
                  <c:v>31.4511901673295</c:v>
                </c:pt>
                <c:pt idx="1985">
                  <c:v>33.7274053329404</c:v>
                </c:pt>
                <c:pt idx="1986">
                  <c:v>34.398051643836901</c:v>
                </c:pt>
                <c:pt idx="1987">
                  <c:v>33.833083547864902</c:v>
                </c:pt>
                <c:pt idx="1988">
                  <c:v>32.550983611344897</c:v>
                </c:pt>
                <c:pt idx="1989">
                  <c:v>30.046088533783902</c:v>
                </c:pt>
                <c:pt idx="1990">
                  <c:v>31.059235048897701</c:v>
                </c:pt>
                <c:pt idx="1991">
                  <c:v>29.794966739492999</c:v>
                </c:pt>
                <c:pt idx="1992">
                  <c:v>27.187961830561999</c:v>
                </c:pt>
                <c:pt idx="1993">
                  <c:v>27.4638758352291</c:v>
                </c:pt>
                <c:pt idx="1994">
                  <c:v>26.119449429443399</c:v>
                </c:pt>
                <c:pt idx="1995">
                  <c:v>26.750307920641401</c:v>
                </c:pt>
                <c:pt idx="1996">
                  <c:v>25.087524959376498</c:v>
                </c:pt>
                <c:pt idx="1997">
                  <c:v>25.961020572045701</c:v>
                </c:pt>
                <c:pt idx="1998">
                  <c:v>24.9292022962338</c:v>
                </c:pt>
                <c:pt idx="1999">
                  <c:v>22.4080580885499</c:v>
                </c:pt>
                <c:pt idx="2000">
                  <c:v>22.474704789658301</c:v>
                </c:pt>
                <c:pt idx="2001">
                  <c:v>26.536869578158399</c:v>
                </c:pt>
                <c:pt idx="2002">
                  <c:v>27.678265565706401</c:v>
                </c:pt>
                <c:pt idx="2003">
                  <c:v>18.094820500427701</c:v>
                </c:pt>
                <c:pt idx="2004">
                  <c:v>17.998740843087599</c:v>
                </c:pt>
                <c:pt idx="2005">
                  <c:v>21.409449218764198</c:v>
                </c:pt>
                <c:pt idx="2006">
                  <c:v>19.622757011525401</c:v>
                </c:pt>
                <c:pt idx="2007">
                  <c:v>18.624079240235101</c:v>
                </c:pt>
                <c:pt idx="2008">
                  <c:v>17.219931043395199</c:v>
                </c:pt>
                <c:pt idx="2009">
                  <c:v>17.1477267350493</c:v>
                </c:pt>
                <c:pt idx="2010">
                  <c:v>19.228568323004001</c:v>
                </c:pt>
                <c:pt idx="2011">
                  <c:v>16.2601072311415</c:v>
                </c:pt>
                <c:pt idx="2012">
                  <c:v>13.900111544746601</c:v>
                </c:pt>
                <c:pt idx="2013">
                  <c:v>12.355605136068901</c:v>
                </c:pt>
                <c:pt idx="2014">
                  <c:v>11.5155398759769</c:v>
                </c:pt>
                <c:pt idx="2015">
                  <c:v>12.178903566076601</c:v>
                </c:pt>
                <c:pt idx="2016">
                  <c:v>12.144401211919</c:v>
                </c:pt>
                <c:pt idx="2017">
                  <c:v>10.4674988022295</c:v>
                </c:pt>
                <c:pt idx="2018">
                  <c:v>8.8495161648464702</c:v>
                </c:pt>
                <c:pt idx="2019">
                  <c:v>9.09550659896734</c:v>
                </c:pt>
                <c:pt idx="2020">
                  <c:v>8.1828172313027991</c:v>
                </c:pt>
                <c:pt idx="2021">
                  <c:v>6.95569576094237</c:v>
                </c:pt>
                <c:pt idx="2022">
                  <c:v>9.22877469189336</c:v>
                </c:pt>
                <c:pt idx="2023">
                  <c:v>6.9992061688981799</c:v>
                </c:pt>
                <c:pt idx="2024">
                  <c:v>3.5838576527503898</c:v>
                </c:pt>
                <c:pt idx="2025">
                  <c:v>2.9991684364730902</c:v>
                </c:pt>
                <c:pt idx="2026">
                  <c:v>3.8739290033373601</c:v>
                </c:pt>
                <c:pt idx="2027">
                  <c:v>3.3644745921650898</c:v>
                </c:pt>
                <c:pt idx="2028">
                  <c:v>2.73781507409086</c:v>
                </c:pt>
                <c:pt idx="2029">
                  <c:v>1.565756238733</c:v>
                </c:pt>
                <c:pt idx="2030">
                  <c:v>2.3416360161343701</c:v>
                </c:pt>
                <c:pt idx="2031">
                  <c:v>0.65208101964679999</c:v>
                </c:pt>
                <c:pt idx="2032">
                  <c:v>1.7047248073408201</c:v>
                </c:pt>
                <c:pt idx="2033">
                  <c:v>-3.9133495888023</c:v>
                </c:pt>
                <c:pt idx="2034">
                  <c:v>-2.2934881019430602</c:v>
                </c:pt>
                <c:pt idx="2035">
                  <c:v>-4.6858305953613799</c:v>
                </c:pt>
                <c:pt idx="2036">
                  <c:v>-3.8984469633075398</c:v>
                </c:pt>
                <c:pt idx="2037">
                  <c:v>-4.1973993234374802</c:v>
                </c:pt>
                <c:pt idx="2038">
                  <c:v>-2.5708968210485001</c:v>
                </c:pt>
                <c:pt idx="2039">
                  <c:v>-4.4488336214362203</c:v>
                </c:pt>
                <c:pt idx="2040">
                  <c:v>-5.5177301233025497</c:v>
                </c:pt>
                <c:pt idx="2041">
                  <c:v>-6.4062208911911398</c:v>
                </c:pt>
                <c:pt idx="2042">
                  <c:v>-7.84988925489818</c:v>
                </c:pt>
                <c:pt idx="2043">
                  <c:v>-10.9984391996902</c:v>
                </c:pt>
                <c:pt idx="2044">
                  <c:v>-10.4215166050521</c:v>
                </c:pt>
                <c:pt idx="2045">
                  <c:v>-10.6170945408404</c:v>
                </c:pt>
                <c:pt idx="2046">
                  <c:v>-10.998412137667399</c:v>
                </c:pt>
                <c:pt idx="2047">
                  <c:v>-15.0997682019336</c:v>
                </c:pt>
                <c:pt idx="2048">
                  <c:v>-12.728287455221899</c:v>
                </c:pt>
                <c:pt idx="2049">
                  <c:v>-14.668072639168599</c:v>
                </c:pt>
                <c:pt idx="2050">
                  <c:v>-16.662961427849801</c:v>
                </c:pt>
                <c:pt idx="2051">
                  <c:v>-15.8837115606777</c:v>
                </c:pt>
                <c:pt idx="2052">
                  <c:v>-19.2300392045724</c:v>
                </c:pt>
                <c:pt idx="2053">
                  <c:v>-18.383587830205698</c:v>
                </c:pt>
                <c:pt idx="2054">
                  <c:v>-20.354611169151902</c:v>
                </c:pt>
                <c:pt idx="2055">
                  <c:v>-21.3660116477954</c:v>
                </c:pt>
                <c:pt idx="2056">
                  <c:v>-21.6208369431181</c:v>
                </c:pt>
                <c:pt idx="2057">
                  <c:v>-22.856736666309899</c:v>
                </c:pt>
                <c:pt idx="2058">
                  <c:v>-23.633596229171101</c:v>
                </c:pt>
                <c:pt idx="2059">
                  <c:v>-22.397914656486201</c:v>
                </c:pt>
                <c:pt idx="2060">
                  <c:v>-24.688940287186</c:v>
                </c:pt>
                <c:pt idx="2061">
                  <c:v>-28.6278569241985</c:v>
                </c:pt>
                <c:pt idx="2062">
                  <c:v>-28.989208617776601</c:v>
                </c:pt>
                <c:pt idx="2063">
                  <c:v>-30.353382469935202</c:v>
                </c:pt>
                <c:pt idx="2064">
                  <c:v>-29.9077958061646</c:v>
                </c:pt>
                <c:pt idx="2065">
                  <c:v>-31.355345869059999</c:v>
                </c:pt>
                <c:pt idx="2066">
                  <c:v>-34.134613669511097</c:v>
                </c:pt>
                <c:pt idx="2067">
                  <c:v>-34.883770999069498</c:v>
                </c:pt>
                <c:pt idx="2068">
                  <c:v>-32.481245468624898</c:v>
                </c:pt>
                <c:pt idx="2069">
                  <c:v>-33.434495249808201</c:v>
                </c:pt>
                <c:pt idx="2070">
                  <c:v>-37.015962456971501</c:v>
                </c:pt>
                <c:pt idx="2071">
                  <c:v>-37.277455283009701</c:v>
                </c:pt>
                <c:pt idx="2072">
                  <c:v>-38.552558935351101</c:v>
                </c:pt>
                <c:pt idx="2073">
                  <c:v>-38.228961214480897</c:v>
                </c:pt>
                <c:pt idx="2074">
                  <c:v>-37.8632617805739</c:v>
                </c:pt>
                <c:pt idx="2075">
                  <c:v>-40.079287221852901</c:v>
                </c:pt>
                <c:pt idx="2076">
                  <c:v>-43.749056226362796</c:v>
                </c:pt>
                <c:pt idx="2077">
                  <c:v>-44.777003386716999</c:v>
                </c:pt>
                <c:pt idx="2078">
                  <c:v>-46.530974545987299</c:v>
                </c:pt>
                <c:pt idx="2079">
                  <c:v>-44.338084781063202</c:v>
                </c:pt>
                <c:pt idx="2080">
                  <c:v>-47.9641074540991</c:v>
                </c:pt>
                <c:pt idx="2081">
                  <c:v>-48.895500107520697</c:v>
                </c:pt>
                <c:pt idx="2082">
                  <c:v>-51.4694873446781</c:v>
                </c:pt>
                <c:pt idx="2083">
                  <c:v>-50.2376893371897</c:v>
                </c:pt>
                <c:pt idx="2084">
                  <c:v>-51.364618361630903</c:v>
                </c:pt>
                <c:pt idx="2085">
                  <c:v>-53.9745947717688</c:v>
                </c:pt>
                <c:pt idx="2086">
                  <c:v>-54.011493777217602</c:v>
                </c:pt>
                <c:pt idx="2087">
                  <c:v>-54.730734573512997</c:v>
                </c:pt>
                <c:pt idx="2088">
                  <c:v>-56.783777158391999</c:v>
                </c:pt>
                <c:pt idx="2089">
                  <c:v>-58.2218078002007</c:v>
                </c:pt>
                <c:pt idx="2090">
                  <c:v>-59.950601427028303</c:v>
                </c:pt>
                <c:pt idx="2091">
                  <c:v>-58.394548162916401</c:v>
                </c:pt>
                <c:pt idx="2092">
                  <c:v>-60.494977727769502</c:v>
                </c:pt>
                <c:pt idx="2093">
                  <c:v>-63.778996121153703</c:v>
                </c:pt>
                <c:pt idx="2094">
                  <c:v>-65.651695343432706</c:v>
                </c:pt>
                <c:pt idx="2095">
                  <c:v>-69.190253110456794</c:v>
                </c:pt>
                <c:pt idx="2096">
                  <c:v>-71.974796376318693</c:v>
                </c:pt>
                <c:pt idx="2097">
                  <c:v>-69.7227384366671</c:v>
                </c:pt>
                <c:pt idx="2098">
                  <c:v>-70.770853914948802</c:v>
                </c:pt>
                <c:pt idx="2099">
                  <c:v>-73.175593360722402</c:v>
                </c:pt>
                <c:pt idx="2100">
                  <c:v>-73.770624937948</c:v>
                </c:pt>
                <c:pt idx="2101">
                  <c:v>-74.843206421348199</c:v>
                </c:pt>
                <c:pt idx="2102">
                  <c:v>-79.935342999957797</c:v>
                </c:pt>
                <c:pt idx="2103">
                  <c:v>-80.898247385824405</c:v>
                </c:pt>
                <c:pt idx="2104">
                  <c:v>-80.258280258203499</c:v>
                </c:pt>
                <c:pt idx="2105">
                  <c:v>-80.4419278678794</c:v>
                </c:pt>
                <c:pt idx="2106">
                  <c:v>-85.286202997221196</c:v>
                </c:pt>
                <c:pt idx="2107">
                  <c:v>-85.315982515120297</c:v>
                </c:pt>
                <c:pt idx="2108">
                  <c:v>-85.398575878228101</c:v>
                </c:pt>
                <c:pt idx="2109">
                  <c:v>-86.927009725996001</c:v>
                </c:pt>
                <c:pt idx="2110">
                  <c:v>-89.925509960498005</c:v>
                </c:pt>
                <c:pt idx="2111">
                  <c:v>-89.694794559698096</c:v>
                </c:pt>
                <c:pt idx="2112">
                  <c:v>-89.249552700810199</c:v>
                </c:pt>
                <c:pt idx="2113">
                  <c:v>-94.765875949564801</c:v>
                </c:pt>
                <c:pt idx="2114">
                  <c:v>-94.808489701448707</c:v>
                </c:pt>
                <c:pt idx="2115">
                  <c:v>-97.586435393916702</c:v>
                </c:pt>
                <c:pt idx="2116">
                  <c:v>-97.895597822956503</c:v>
                </c:pt>
                <c:pt idx="2117">
                  <c:v>-98.695680085456203</c:v>
                </c:pt>
                <c:pt idx="2118">
                  <c:v>-97.806950826646798</c:v>
                </c:pt>
                <c:pt idx="2119">
                  <c:v>-100.230328873914</c:v>
                </c:pt>
                <c:pt idx="2120">
                  <c:v>-103.102726667946</c:v>
                </c:pt>
                <c:pt idx="2121">
                  <c:v>-106.336107622908</c:v>
                </c:pt>
                <c:pt idx="2122">
                  <c:v>-103.97964534523599</c:v>
                </c:pt>
                <c:pt idx="2123">
                  <c:v>-106.678840346031</c:v>
                </c:pt>
                <c:pt idx="2124">
                  <c:v>-108.560742987398</c:v>
                </c:pt>
                <c:pt idx="2125">
                  <c:v>-106.16030224286401</c:v>
                </c:pt>
                <c:pt idx="2126">
                  <c:v>-109.340693651001</c:v>
                </c:pt>
                <c:pt idx="2127">
                  <c:v>-109.87111336197199</c:v>
                </c:pt>
                <c:pt idx="2128">
                  <c:v>-115.161296973944</c:v>
                </c:pt>
                <c:pt idx="2129">
                  <c:v>-115.195188046471</c:v>
                </c:pt>
                <c:pt idx="2130">
                  <c:v>-115.79830511477201</c:v>
                </c:pt>
                <c:pt idx="2131">
                  <c:v>-114.996721289295</c:v>
                </c:pt>
                <c:pt idx="2132">
                  <c:v>-115.255381325133</c:v>
                </c:pt>
                <c:pt idx="2133">
                  <c:v>-118.842870037436</c:v>
                </c:pt>
                <c:pt idx="2134">
                  <c:v>-121.25290114726</c:v>
                </c:pt>
                <c:pt idx="2135">
                  <c:v>-122.644353573849</c:v>
                </c:pt>
                <c:pt idx="2136">
                  <c:v>-122.135514502929</c:v>
                </c:pt>
                <c:pt idx="2137">
                  <c:v>-121.855023745032</c:v>
                </c:pt>
                <c:pt idx="2138">
                  <c:v>-125.070389432391</c:v>
                </c:pt>
                <c:pt idx="2139">
                  <c:v>-125.349695422316</c:v>
                </c:pt>
                <c:pt idx="2140">
                  <c:v>-125.733730585665</c:v>
                </c:pt>
                <c:pt idx="2141">
                  <c:v>-125.85952486097401</c:v>
                </c:pt>
                <c:pt idx="2142">
                  <c:v>-129.00148755438099</c:v>
                </c:pt>
                <c:pt idx="2143">
                  <c:v>-128.37790031087701</c:v>
                </c:pt>
                <c:pt idx="2144">
                  <c:v>-128.416877746446</c:v>
                </c:pt>
                <c:pt idx="2145">
                  <c:v>-132.80890928878901</c:v>
                </c:pt>
                <c:pt idx="2146">
                  <c:v>-132.67143698216</c:v>
                </c:pt>
                <c:pt idx="2147">
                  <c:v>-132.03952191314301</c:v>
                </c:pt>
                <c:pt idx="2148">
                  <c:v>-133.88656131831399</c:v>
                </c:pt>
                <c:pt idx="2149">
                  <c:v>-135.05214110671901</c:v>
                </c:pt>
                <c:pt idx="2150">
                  <c:v>-140.97892057658001</c:v>
                </c:pt>
                <c:pt idx="2151">
                  <c:v>-139.25693484406801</c:v>
                </c:pt>
                <c:pt idx="2152">
                  <c:v>-140.581042357954</c:v>
                </c:pt>
                <c:pt idx="2153">
                  <c:v>-140.716064134378</c:v>
                </c:pt>
                <c:pt idx="2154">
                  <c:v>-143.48627500866201</c:v>
                </c:pt>
                <c:pt idx="2155">
                  <c:v>-141.04664952240901</c:v>
                </c:pt>
                <c:pt idx="2156">
                  <c:v>-144.29023338591699</c:v>
                </c:pt>
                <c:pt idx="2157">
                  <c:v>-145.028687325204</c:v>
                </c:pt>
                <c:pt idx="2158">
                  <c:v>-146.08306349901599</c:v>
                </c:pt>
                <c:pt idx="2159">
                  <c:v>-148.085619642008</c:v>
                </c:pt>
                <c:pt idx="2160">
                  <c:v>-145.45521183084301</c:v>
                </c:pt>
                <c:pt idx="2161">
                  <c:v>-145.95148724192401</c:v>
                </c:pt>
                <c:pt idx="2162">
                  <c:v>-147.742975857315</c:v>
                </c:pt>
                <c:pt idx="2163">
                  <c:v>-145.633726898102</c:v>
                </c:pt>
                <c:pt idx="2164">
                  <c:v>-148.594525290896</c:v>
                </c:pt>
                <c:pt idx="2165">
                  <c:v>-146.57037323875099</c:v>
                </c:pt>
                <c:pt idx="2166">
                  <c:v>-148.350419742897</c:v>
                </c:pt>
                <c:pt idx="2167">
                  <c:v>-147.92117364866399</c:v>
                </c:pt>
                <c:pt idx="2168">
                  <c:v>-149.13194359119001</c:v>
                </c:pt>
                <c:pt idx="2169">
                  <c:v>-149.591141926299</c:v>
                </c:pt>
                <c:pt idx="2170">
                  <c:v>-150.88981411215099</c:v>
                </c:pt>
                <c:pt idx="2171">
                  <c:v>-149.52334255800301</c:v>
                </c:pt>
                <c:pt idx="2172">
                  <c:v>-150.80577178553199</c:v>
                </c:pt>
                <c:pt idx="2173">
                  <c:v>-153.41469428801099</c:v>
                </c:pt>
                <c:pt idx="2174">
                  <c:v>-155.98118122471999</c:v>
                </c:pt>
                <c:pt idx="2175">
                  <c:v>-152.15439972754601</c:v>
                </c:pt>
                <c:pt idx="2176">
                  <c:v>-152.96931852900499</c:v>
                </c:pt>
                <c:pt idx="2177">
                  <c:v>-152.65571187537299</c:v>
                </c:pt>
                <c:pt idx="2178">
                  <c:v>-152.50794806029199</c:v>
                </c:pt>
                <c:pt idx="2179">
                  <c:v>-154.98918116545099</c:v>
                </c:pt>
                <c:pt idx="2180">
                  <c:v>-153.99294749323701</c:v>
                </c:pt>
                <c:pt idx="2181">
                  <c:v>-154.772699612216</c:v>
                </c:pt>
                <c:pt idx="2182">
                  <c:v>-158.379578036358</c:v>
                </c:pt>
                <c:pt idx="2183">
                  <c:v>-156.30299931190299</c:v>
                </c:pt>
                <c:pt idx="2184">
                  <c:v>-155.39341734683501</c:v>
                </c:pt>
                <c:pt idx="2185">
                  <c:v>-155.882249858725</c:v>
                </c:pt>
                <c:pt idx="2186">
                  <c:v>-154.37046019980701</c:v>
                </c:pt>
                <c:pt idx="2187">
                  <c:v>-157.983814992568</c:v>
                </c:pt>
                <c:pt idx="2188">
                  <c:v>-159.52959727106</c:v>
                </c:pt>
                <c:pt idx="2189">
                  <c:v>-160.31541118955801</c:v>
                </c:pt>
                <c:pt idx="2190">
                  <c:v>-157.16939081321999</c:v>
                </c:pt>
                <c:pt idx="2191">
                  <c:v>-159.60839896917699</c:v>
                </c:pt>
                <c:pt idx="2192">
                  <c:v>-161.41599898719599</c:v>
                </c:pt>
                <c:pt idx="2193">
                  <c:v>-162.22531984293499</c:v>
                </c:pt>
                <c:pt idx="2194">
                  <c:v>-161.34255179521799</c:v>
                </c:pt>
                <c:pt idx="2195">
                  <c:v>-161.37198501025199</c:v>
                </c:pt>
                <c:pt idx="2196">
                  <c:v>-161.83984045525199</c:v>
                </c:pt>
                <c:pt idx="2197">
                  <c:v>-163.857588816277</c:v>
                </c:pt>
                <c:pt idx="2198">
                  <c:v>-166.31136563730101</c:v>
                </c:pt>
                <c:pt idx="2199">
                  <c:v>-162.46507799224301</c:v>
                </c:pt>
                <c:pt idx="2200">
                  <c:v>-166.91929009118101</c:v>
                </c:pt>
                <c:pt idx="2201">
                  <c:v>-164.85914976657099</c:v>
                </c:pt>
                <c:pt idx="2202">
                  <c:v>-164.34309407834999</c:v>
                </c:pt>
                <c:pt idx="2203">
                  <c:v>-164.061516277067</c:v>
                </c:pt>
                <c:pt idx="2204">
                  <c:v>-163.04415013227199</c:v>
                </c:pt>
                <c:pt idx="2205">
                  <c:v>-166.481468279507</c:v>
                </c:pt>
                <c:pt idx="2206">
                  <c:v>-166.129536740964</c:v>
                </c:pt>
                <c:pt idx="2207">
                  <c:v>-167.445042741099</c:v>
                </c:pt>
                <c:pt idx="2208">
                  <c:v>-165.42915876988599</c:v>
                </c:pt>
                <c:pt idx="2209">
                  <c:v>-165.24308543034999</c:v>
                </c:pt>
                <c:pt idx="2210">
                  <c:v>-165.82402270681399</c:v>
                </c:pt>
                <c:pt idx="2211">
                  <c:v>-170.19600753653299</c:v>
                </c:pt>
                <c:pt idx="2212">
                  <c:v>-166.93454322828299</c:v>
                </c:pt>
                <c:pt idx="2213">
                  <c:v>-169.87438016036199</c:v>
                </c:pt>
                <c:pt idx="2214">
                  <c:v>-169.86286933995001</c:v>
                </c:pt>
                <c:pt idx="2215">
                  <c:v>-167.78098774025099</c:v>
                </c:pt>
                <c:pt idx="2216">
                  <c:v>-170.24850946695301</c:v>
                </c:pt>
                <c:pt idx="2217">
                  <c:v>-169.48803231090901</c:v>
                </c:pt>
                <c:pt idx="2218">
                  <c:v>-169.49959980898001</c:v>
                </c:pt>
                <c:pt idx="2219">
                  <c:v>-169.113538965288</c:v>
                </c:pt>
                <c:pt idx="2220">
                  <c:v>-167.45419199261599</c:v>
                </c:pt>
                <c:pt idx="2221">
                  <c:v>-167.31540305952399</c:v>
                </c:pt>
                <c:pt idx="2222">
                  <c:v>-169.81990618707701</c:v>
                </c:pt>
                <c:pt idx="2223">
                  <c:v>-167.10696411590001</c:v>
                </c:pt>
                <c:pt idx="2224">
                  <c:v>-167.988647705337</c:v>
                </c:pt>
                <c:pt idx="2225">
                  <c:v>-166.923077843144</c:v>
                </c:pt>
                <c:pt idx="2226">
                  <c:v>-168.99121995432799</c:v>
                </c:pt>
                <c:pt idx="2227">
                  <c:v>-169.80883194668601</c:v>
                </c:pt>
                <c:pt idx="2228">
                  <c:v>-168.82292501062</c:v>
                </c:pt>
                <c:pt idx="2229">
                  <c:v>-170.179110543289</c:v>
                </c:pt>
                <c:pt idx="2230">
                  <c:v>-169.150427413681</c:v>
                </c:pt>
                <c:pt idx="2231">
                  <c:v>-171.11560041399201</c:v>
                </c:pt>
                <c:pt idx="2232">
                  <c:v>-168.49816073389499</c:v>
                </c:pt>
                <c:pt idx="2233">
                  <c:v>-169.51576574455501</c:v>
                </c:pt>
                <c:pt idx="2234">
                  <c:v>-169.97757345084099</c:v>
                </c:pt>
                <c:pt idx="2235">
                  <c:v>-170.00486300009101</c:v>
                </c:pt>
                <c:pt idx="2236">
                  <c:v>-170.40115738220001</c:v>
                </c:pt>
                <c:pt idx="2237">
                  <c:v>-171.401145087408</c:v>
                </c:pt>
                <c:pt idx="2238">
                  <c:v>-169.754323851599</c:v>
                </c:pt>
                <c:pt idx="2239">
                  <c:v>-171.05330825388401</c:v>
                </c:pt>
                <c:pt idx="2240">
                  <c:v>-172.90940071877</c:v>
                </c:pt>
                <c:pt idx="2241">
                  <c:v>-172.590460503862</c:v>
                </c:pt>
                <c:pt idx="2242">
                  <c:v>-171.137375651518</c:v>
                </c:pt>
                <c:pt idx="2243">
                  <c:v>-170.83804627922299</c:v>
                </c:pt>
                <c:pt idx="2244">
                  <c:v>-170.835509323189</c:v>
                </c:pt>
                <c:pt idx="2245">
                  <c:v>-170.49314682336299</c:v>
                </c:pt>
                <c:pt idx="2246">
                  <c:v>-173.28636231674901</c:v>
                </c:pt>
                <c:pt idx="2247">
                  <c:v>-172.625100232367</c:v>
                </c:pt>
                <c:pt idx="2248">
                  <c:v>-171.79530568487399</c:v>
                </c:pt>
                <c:pt idx="2249">
                  <c:v>-172.819566500528</c:v>
                </c:pt>
                <c:pt idx="2250">
                  <c:v>-173.79039727742301</c:v>
                </c:pt>
                <c:pt idx="2251">
                  <c:v>-173.60237271922401</c:v>
                </c:pt>
                <c:pt idx="2252">
                  <c:v>-175.62973832034999</c:v>
                </c:pt>
                <c:pt idx="2253">
                  <c:v>-175.30232228344801</c:v>
                </c:pt>
                <c:pt idx="2254">
                  <c:v>-175.579979637734</c:v>
                </c:pt>
                <c:pt idx="2255">
                  <c:v>-175.61605635212601</c:v>
                </c:pt>
                <c:pt idx="2256">
                  <c:v>-176.35593606242</c:v>
                </c:pt>
                <c:pt idx="2257">
                  <c:v>-174.00411441992</c:v>
                </c:pt>
                <c:pt idx="2258">
                  <c:v>-175.32762421372601</c:v>
                </c:pt>
                <c:pt idx="2259">
                  <c:v>-176.139293235422</c:v>
                </c:pt>
                <c:pt idx="2260">
                  <c:v>-177.618662782732</c:v>
                </c:pt>
                <c:pt idx="2261">
                  <c:v>-176.50593284922499</c:v>
                </c:pt>
                <c:pt idx="2262">
                  <c:v>-175.79107458013601</c:v>
                </c:pt>
                <c:pt idx="2263">
                  <c:v>-178.078556786169</c:v>
                </c:pt>
                <c:pt idx="2264">
                  <c:v>-177.712130184643</c:v>
                </c:pt>
                <c:pt idx="2265">
                  <c:v>-177.59493082521499</c:v>
                </c:pt>
                <c:pt idx="2266">
                  <c:v>-178.02209725343599</c:v>
                </c:pt>
                <c:pt idx="2267">
                  <c:v>-180.75631562891101</c:v>
                </c:pt>
                <c:pt idx="2268">
                  <c:v>-180.865551725405</c:v>
                </c:pt>
                <c:pt idx="2269">
                  <c:v>-181.460131687905</c:v>
                </c:pt>
                <c:pt idx="2270">
                  <c:v>-182.16420461224999</c:v>
                </c:pt>
                <c:pt idx="2271">
                  <c:v>-182.81573497253299</c:v>
                </c:pt>
                <c:pt idx="2272">
                  <c:v>-183.827442297196</c:v>
                </c:pt>
                <c:pt idx="2273">
                  <c:v>-184.22997779507301</c:v>
                </c:pt>
                <c:pt idx="2274">
                  <c:v>-183.06837119454801</c:v>
                </c:pt>
                <c:pt idx="2275">
                  <c:v>-185.119279254943</c:v>
                </c:pt>
                <c:pt idx="2276">
                  <c:v>-183.83167913784101</c:v>
                </c:pt>
                <c:pt idx="2277">
                  <c:v>-185.00299187874</c:v>
                </c:pt>
                <c:pt idx="2278">
                  <c:v>-183.242906550931</c:v>
                </c:pt>
                <c:pt idx="2279">
                  <c:v>-186.308744927524</c:v>
                </c:pt>
                <c:pt idx="2280">
                  <c:v>-186.73521026817099</c:v>
                </c:pt>
                <c:pt idx="2281">
                  <c:v>-185.350882711856</c:v>
                </c:pt>
                <c:pt idx="2282">
                  <c:v>-185.35007634904699</c:v>
                </c:pt>
                <c:pt idx="2283">
                  <c:v>-182.83395043009699</c:v>
                </c:pt>
                <c:pt idx="2284">
                  <c:v>-187.208790158065</c:v>
                </c:pt>
                <c:pt idx="2285">
                  <c:v>-185.27813373989599</c:v>
                </c:pt>
                <c:pt idx="2286">
                  <c:v>-185.27763612400699</c:v>
                </c:pt>
                <c:pt idx="2287">
                  <c:v>-186.09512279723799</c:v>
                </c:pt>
                <c:pt idx="2288">
                  <c:v>-184.239397576675</c:v>
                </c:pt>
                <c:pt idx="2289">
                  <c:v>-187.01391358662201</c:v>
                </c:pt>
                <c:pt idx="2290">
                  <c:v>-185.31608120362301</c:v>
                </c:pt>
                <c:pt idx="2291">
                  <c:v>-190.242918942259</c:v>
                </c:pt>
                <c:pt idx="2292">
                  <c:v>-189.11312681359101</c:v>
                </c:pt>
                <c:pt idx="2293">
                  <c:v>-189.17550832448001</c:v>
                </c:pt>
                <c:pt idx="2294">
                  <c:v>-190.47139453524599</c:v>
                </c:pt>
                <c:pt idx="2295">
                  <c:v>-194.035407592566</c:v>
                </c:pt>
                <c:pt idx="2296">
                  <c:v>-190.681080074514</c:v>
                </c:pt>
                <c:pt idx="2297">
                  <c:v>-191.01341876390899</c:v>
                </c:pt>
                <c:pt idx="2298">
                  <c:v>-192.59870081651599</c:v>
                </c:pt>
                <c:pt idx="2299">
                  <c:v>-191.34143357171399</c:v>
                </c:pt>
                <c:pt idx="2300">
                  <c:v>-192.488129297824</c:v>
                </c:pt>
                <c:pt idx="2301">
                  <c:v>-190.253053717938</c:v>
                </c:pt>
                <c:pt idx="2302">
                  <c:v>-193.371092857425</c:v>
                </c:pt>
                <c:pt idx="2303">
                  <c:v>-191.48289088815699</c:v>
                </c:pt>
                <c:pt idx="2304">
                  <c:v>-193.791903836377</c:v>
                </c:pt>
                <c:pt idx="2305">
                  <c:v>-192.88565292973601</c:v>
                </c:pt>
                <c:pt idx="2306">
                  <c:v>-190.453097968686</c:v>
                </c:pt>
                <c:pt idx="2307">
                  <c:v>-194.00826138209101</c:v>
                </c:pt>
                <c:pt idx="2308">
                  <c:v>-192.706879553222</c:v>
                </c:pt>
                <c:pt idx="2309">
                  <c:v>-194.40164986008</c:v>
                </c:pt>
                <c:pt idx="2310">
                  <c:v>-192.10846055189899</c:v>
                </c:pt>
                <c:pt idx="2311">
                  <c:v>-192.837768741666</c:v>
                </c:pt>
                <c:pt idx="2312">
                  <c:v>-194.87847471381201</c:v>
                </c:pt>
                <c:pt idx="2313">
                  <c:v>-192.98861100340901</c:v>
                </c:pt>
                <c:pt idx="2314">
                  <c:v>-194.67949937362701</c:v>
                </c:pt>
                <c:pt idx="2315">
                  <c:v>-194.029360629986</c:v>
                </c:pt>
                <c:pt idx="2316">
                  <c:v>-192.732761327915</c:v>
                </c:pt>
                <c:pt idx="2317">
                  <c:v>-195.17957235272499</c:v>
                </c:pt>
                <c:pt idx="2318">
                  <c:v>-197.308426362787</c:v>
                </c:pt>
                <c:pt idx="2319">
                  <c:v>-198.46823351178901</c:v>
                </c:pt>
                <c:pt idx="2320">
                  <c:v>-197.56544583860199</c:v>
                </c:pt>
                <c:pt idx="2321">
                  <c:v>-197.364702125077</c:v>
                </c:pt>
                <c:pt idx="2322">
                  <c:v>-197.336298613423</c:v>
                </c:pt>
                <c:pt idx="2323">
                  <c:v>-198.28123662045701</c:v>
                </c:pt>
                <c:pt idx="2324">
                  <c:v>-196.38332021088399</c:v>
                </c:pt>
                <c:pt idx="2325">
                  <c:v>-197.11873604402501</c:v>
                </c:pt>
                <c:pt idx="2326">
                  <c:v>-198.99890516701601</c:v>
                </c:pt>
                <c:pt idx="2327">
                  <c:v>-194.922207690368</c:v>
                </c:pt>
                <c:pt idx="2328">
                  <c:v>-195.914064181752</c:v>
                </c:pt>
                <c:pt idx="2329">
                  <c:v>-193.68006580421201</c:v>
                </c:pt>
                <c:pt idx="2330">
                  <c:v>-196.84357230595199</c:v>
                </c:pt>
                <c:pt idx="2331">
                  <c:v>-196.09887030419</c:v>
                </c:pt>
                <c:pt idx="2332">
                  <c:v>-197.22211646537301</c:v>
                </c:pt>
                <c:pt idx="2333">
                  <c:v>-197.38988201097999</c:v>
                </c:pt>
                <c:pt idx="2334">
                  <c:v>-192.64643837246601</c:v>
                </c:pt>
                <c:pt idx="2335">
                  <c:v>-196.297036104363</c:v>
                </c:pt>
                <c:pt idx="2336">
                  <c:v>-197.478801926899</c:v>
                </c:pt>
                <c:pt idx="2337">
                  <c:v>-198.242660598816</c:v>
                </c:pt>
                <c:pt idx="2338">
                  <c:v>-195.06009859839699</c:v>
                </c:pt>
                <c:pt idx="2339">
                  <c:v>-196.56445027859999</c:v>
                </c:pt>
                <c:pt idx="2340">
                  <c:v>-196.14620065686901</c:v>
                </c:pt>
                <c:pt idx="2341">
                  <c:v>-196.05278620284901</c:v>
                </c:pt>
                <c:pt idx="2342">
                  <c:v>-193.82330456584901</c:v>
                </c:pt>
                <c:pt idx="2343">
                  <c:v>-196.214533853549</c:v>
                </c:pt>
                <c:pt idx="2344">
                  <c:v>-193.49542956112199</c:v>
                </c:pt>
                <c:pt idx="2345">
                  <c:v>-194.92395441150799</c:v>
                </c:pt>
                <c:pt idx="2346">
                  <c:v>-192.45740919783699</c:v>
                </c:pt>
                <c:pt idx="2347">
                  <c:v>-192.66062805700099</c:v>
                </c:pt>
                <c:pt idx="2348">
                  <c:v>-192.06613609340701</c:v>
                </c:pt>
                <c:pt idx="2349">
                  <c:v>-190.37430190359001</c:v>
                </c:pt>
                <c:pt idx="2350">
                  <c:v>-192.731996642838</c:v>
                </c:pt>
                <c:pt idx="2351">
                  <c:v>-191.02426136318701</c:v>
                </c:pt>
                <c:pt idx="2352">
                  <c:v>-190.70333365072801</c:v>
                </c:pt>
                <c:pt idx="2353">
                  <c:v>-190.03815743732901</c:v>
                </c:pt>
                <c:pt idx="2354">
                  <c:v>-189.40047311680701</c:v>
                </c:pt>
                <c:pt idx="2355">
                  <c:v>-188.98870506210801</c:v>
                </c:pt>
                <c:pt idx="2356">
                  <c:v>-189.96346288238701</c:v>
                </c:pt>
                <c:pt idx="2357">
                  <c:v>-189.993061472383</c:v>
                </c:pt>
                <c:pt idx="2358">
                  <c:v>-188.09502583452399</c:v>
                </c:pt>
                <c:pt idx="2359">
                  <c:v>-188.611070794288</c:v>
                </c:pt>
                <c:pt idx="2360">
                  <c:v>-187.94770101680999</c:v>
                </c:pt>
                <c:pt idx="2361">
                  <c:v>-186.687403385723</c:v>
                </c:pt>
                <c:pt idx="2362">
                  <c:v>-185.09751277318</c:v>
                </c:pt>
                <c:pt idx="2363">
                  <c:v>-184.03460980859401</c:v>
                </c:pt>
                <c:pt idx="2364">
                  <c:v>-184.89621201993299</c:v>
                </c:pt>
                <c:pt idx="2365">
                  <c:v>-182.733540162927</c:v>
                </c:pt>
                <c:pt idx="2366">
                  <c:v>-181.75423696347099</c:v>
                </c:pt>
                <c:pt idx="2367">
                  <c:v>-182.080720040442</c:v>
                </c:pt>
                <c:pt idx="2368">
                  <c:v>-180.27886806929001</c:v>
                </c:pt>
                <c:pt idx="2369">
                  <c:v>-182.526645754665</c:v>
                </c:pt>
                <c:pt idx="2370">
                  <c:v>-182.65295588178901</c:v>
                </c:pt>
                <c:pt idx="2371">
                  <c:v>-182.16687570188199</c:v>
                </c:pt>
                <c:pt idx="2372">
                  <c:v>-178.17718092638199</c:v>
                </c:pt>
                <c:pt idx="2373">
                  <c:v>-181.810589749207</c:v>
                </c:pt>
                <c:pt idx="2374">
                  <c:v>-180.815016490142</c:v>
                </c:pt>
                <c:pt idx="2375">
                  <c:v>-180.46709192585601</c:v>
                </c:pt>
                <c:pt idx="2376">
                  <c:v>-179.611490296163</c:v>
                </c:pt>
                <c:pt idx="2377">
                  <c:v>-179.095239169124</c:v>
                </c:pt>
                <c:pt idx="2378">
                  <c:v>-179.490841655982</c:v>
                </c:pt>
                <c:pt idx="2379">
                  <c:v>-177.16724061518701</c:v>
                </c:pt>
                <c:pt idx="2380">
                  <c:v>-174.56164526193601</c:v>
                </c:pt>
                <c:pt idx="2381">
                  <c:v>-175.45211564603801</c:v>
                </c:pt>
                <c:pt idx="2382">
                  <c:v>-176.49274715057999</c:v>
                </c:pt>
                <c:pt idx="2383">
                  <c:v>-175.081765089388</c:v>
                </c:pt>
                <c:pt idx="2384">
                  <c:v>-176.64797841681499</c:v>
                </c:pt>
                <c:pt idx="2385">
                  <c:v>-175.37917562540099</c:v>
                </c:pt>
                <c:pt idx="2386">
                  <c:v>-177.008399788943</c:v>
                </c:pt>
                <c:pt idx="2387">
                  <c:v>-176.42846061235099</c:v>
                </c:pt>
                <c:pt idx="2388">
                  <c:v>-174.60195385490201</c:v>
                </c:pt>
                <c:pt idx="2389">
                  <c:v>-174.18381299266201</c:v>
                </c:pt>
                <c:pt idx="2390">
                  <c:v>-174.00852778530401</c:v>
                </c:pt>
                <c:pt idx="2391">
                  <c:v>-175.21213420514201</c:v>
                </c:pt>
                <c:pt idx="2392">
                  <c:v>-173.39547943448301</c:v>
                </c:pt>
                <c:pt idx="2393">
                  <c:v>-174.635166248118</c:v>
                </c:pt>
                <c:pt idx="2394">
                  <c:v>-175.62744001646399</c:v>
                </c:pt>
                <c:pt idx="2395">
                  <c:v>-173.813473018656</c:v>
                </c:pt>
                <c:pt idx="2396">
                  <c:v>-174.15047702648201</c:v>
                </c:pt>
                <c:pt idx="2397">
                  <c:v>-174.15341736296</c:v>
                </c:pt>
                <c:pt idx="2398">
                  <c:v>-172.78900836314901</c:v>
                </c:pt>
                <c:pt idx="2399">
                  <c:v>-172.92496835971201</c:v>
                </c:pt>
                <c:pt idx="2400">
                  <c:v>-172.63806737540099</c:v>
                </c:pt>
                <c:pt idx="2401">
                  <c:v>-173.120326093317</c:v>
                </c:pt>
                <c:pt idx="2402">
                  <c:v>-172.73982464617001</c:v>
                </c:pt>
                <c:pt idx="2403">
                  <c:v>-171.35826202345999</c:v>
                </c:pt>
                <c:pt idx="2404">
                  <c:v>-170.39720547390201</c:v>
                </c:pt>
                <c:pt idx="2405">
                  <c:v>-169.712174070179</c:v>
                </c:pt>
                <c:pt idx="2406">
                  <c:v>-170.23924407707401</c:v>
                </c:pt>
                <c:pt idx="2407">
                  <c:v>-170.15999678869599</c:v>
                </c:pt>
                <c:pt idx="2408">
                  <c:v>-169.31517180121699</c:v>
                </c:pt>
                <c:pt idx="2409">
                  <c:v>-166.92929563718701</c:v>
                </c:pt>
                <c:pt idx="2410">
                  <c:v>-170.52625842010801</c:v>
                </c:pt>
                <c:pt idx="2411">
                  <c:v>-171.55715184138899</c:v>
                </c:pt>
                <c:pt idx="2412">
                  <c:v>-168.763036577766</c:v>
                </c:pt>
                <c:pt idx="2413">
                  <c:v>-166.79218059754001</c:v>
                </c:pt>
                <c:pt idx="2414">
                  <c:v>-166.2609567033</c:v>
                </c:pt>
                <c:pt idx="2415">
                  <c:v>-166.834540394947</c:v>
                </c:pt>
                <c:pt idx="2416">
                  <c:v>-166.52541029231099</c:v>
                </c:pt>
                <c:pt idx="2417">
                  <c:v>-167.399194829321</c:v>
                </c:pt>
                <c:pt idx="2418">
                  <c:v>-167.63169366770401</c:v>
                </c:pt>
                <c:pt idx="2419">
                  <c:v>-165.490886191389</c:v>
                </c:pt>
                <c:pt idx="2420">
                  <c:v>-165.78886295930701</c:v>
                </c:pt>
                <c:pt idx="2421">
                  <c:v>-164.939373938627</c:v>
                </c:pt>
                <c:pt idx="2422">
                  <c:v>-166.24860322507601</c:v>
                </c:pt>
                <c:pt idx="2423">
                  <c:v>-163.84745418689801</c:v>
                </c:pt>
                <c:pt idx="2424">
                  <c:v>-164.298022040967</c:v>
                </c:pt>
                <c:pt idx="2425">
                  <c:v>-163.99329087565701</c:v>
                </c:pt>
                <c:pt idx="2426">
                  <c:v>-161.674901811458</c:v>
                </c:pt>
                <c:pt idx="2427">
                  <c:v>-162.22243343514299</c:v>
                </c:pt>
                <c:pt idx="2428">
                  <c:v>-162.028953272302</c:v>
                </c:pt>
                <c:pt idx="2429">
                  <c:v>-159.40370517110799</c:v>
                </c:pt>
                <c:pt idx="2430">
                  <c:v>-160.637710224497</c:v>
                </c:pt>
                <c:pt idx="2431">
                  <c:v>-160.78457384380101</c:v>
                </c:pt>
                <c:pt idx="2432">
                  <c:v>-160.31589887045399</c:v>
                </c:pt>
                <c:pt idx="2433">
                  <c:v>-159.521884753997</c:v>
                </c:pt>
                <c:pt idx="2434">
                  <c:v>-159.19841578952699</c:v>
                </c:pt>
                <c:pt idx="2435">
                  <c:v>-158.364656626819</c:v>
                </c:pt>
                <c:pt idx="2436">
                  <c:v>-159.81658052146199</c:v>
                </c:pt>
                <c:pt idx="2437">
                  <c:v>-157.095902672487</c:v>
                </c:pt>
                <c:pt idx="2438">
                  <c:v>-156.49007840618199</c:v>
                </c:pt>
                <c:pt idx="2439">
                  <c:v>-155.96280724635099</c:v>
                </c:pt>
                <c:pt idx="2440">
                  <c:v>-156.16581034678899</c:v>
                </c:pt>
                <c:pt idx="2441">
                  <c:v>-152.08520047672999</c:v>
                </c:pt>
                <c:pt idx="2442">
                  <c:v>-151.06619273206101</c:v>
                </c:pt>
                <c:pt idx="2443">
                  <c:v>-152.753890583589</c:v>
                </c:pt>
                <c:pt idx="2444">
                  <c:v>-151.01874943103499</c:v>
                </c:pt>
                <c:pt idx="2445">
                  <c:v>-152.89332127393399</c:v>
                </c:pt>
                <c:pt idx="2446">
                  <c:v>-151.21983568391801</c:v>
                </c:pt>
                <c:pt idx="2447">
                  <c:v>-151.89469429274499</c:v>
                </c:pt>
                <c:pt idx="2448">
                  <c:v>-149.26759226223001</c:v>
                </c:pt>
                <c:pt idx="2449">
                  <c:v>-149.02363939285701</c:v>
                </c:pt>
                <c:pt idx="2450">
                  <c:v>-148.48346485773399</c:v>
                </c:pt>
                <c:pt idx="2451">
                  <c:v>-148.167598908907</c:v>
                </c:pt>
                <c:pt idx="2452">
                  <c:v>-146.04385525684299</c:v>
                </c:pt>
                <c:pt idx="2453">
                  <c:v>-144.50249587483501</c:v>
                </c:pt>
                <c:pt idx="2454">
                  <c:v>-146.770177989666</c:v>
                </c:pt>
                <c:pt idx="2455">
                  <c:v>-143.012234811605</c:v>
                </c:pt>
                <c:pt idx="2456">
                  <c:v>-142.20834350271301</c:v>
                </c:pt>
                <c:pt idx="2457">
                  <c:v>-142.850604522758</c:v>
                </c:pt>
                <c:pt idx="2458">
                  <c:v>-145.744860574283</c:v>
                </c:pt>
                <c:pt idx="2459">
                  <c:v>-142.17153202390901</c:v>
                </c:pt>
                <c:pt idx="2460">
                  <c:v>-141.36434465835799</c:v>
                </c:pt>
                <c:pt idx="2461">
                  <c:v>-138.48548082671701</c:v>
                </c:pt>
                <c:pt idx="2462">
                  <c:v>-137.87048540289399</c:v>
                </c:pt>
                <c:pt idx="2463">
                  <c:v>-141.147608865725</c:v>
                </c:pt>
                <c:pt idx="2464">
                  <c:v>-136.484111045118</c:v>
                </c:pt>
                <c:pt idx="2465">
                  <c:v>-135.68312600585801</c:v>
                </c:pt>
                <c:pt idx="2466">
                  <c:v>-137.02915344734399</c:v>
                </c:pt>
                <c:pt idx="2467">
                  <c:v>-135.03245588597699</c:v>
                </c:pt>
                <c:pt idx="2468">
                  <c:v>-138.102732774397</c:v>
                </c:pt>
                <c:pt idx="2469">
                  <c:v>-135.830001694418</c:v>
                </c:pt>
                <c:pt idx="2470">
                  <c:v>-133.12831591149899</c:v>
                </c:pt>
                <c:pt idx="2471">
                  <c:v>-129.35326894098901</c:v>
                </c:pt>
                <c:pt idx="2472">
                  <c:v>-130.885395333449</c:v>
                </c:pt>
                <c:pt idx="2473">
                  <c:v>-130.51259366845301</c:v>
                </c:pt>
                <c:pt idx="2474">
                  <c:v>-128.64188333953601</c:v>
                </c:pt>
                <c:pt idx="2475">
                  <c:v>-129.394894866291</c:v>
                </c:pt>
                <c:pt idx="2476">
                  <c:v>-128.96565198460499</c:v>
                </c:pt>
                <c:pt idx="2477">
                  <c:v>-129.83105594003899</c:v>
                </c:pt>
                <c:pt idx="2478">
                  <c:v>-128.83210311976001</c:v>
                </c:pt>
                <c:pt idx="2479">
                  <c:v>-129.17919924771499</c:v>
                </c:pt>
                <c:pt idx="2480">
                  <c:v>-126.227577535443</c:v>
                </c:pt>
                <c:pt idx="2481">
                  <c:v>-124.341662106152</c:v>
                </c:pt>
                <c:pt idx="2482">
                  <c:v>-124.31699990660999</c:v>
                </c:pt>
                <c:pt idx="2483">
                  <c:v>-122.754497107864</c:v>
                </c:pt>
                <c:pt idx="2484">
                  <c:v>-122.04955465029499</c:v>
                </c:pt>
                <c:pt idx="2485">
                  <c:v>-121.93191330459101</c:v>
                </c:pt>
                <c:pt idx="2486">
                  <c:v>-120.185822162503</c:v>
                </c:pt>
                <c:pt idx="2487">
                  <c:v>-120.311390921572</c:v>
                </c:pt>
                <c:pt idx="2488">
                  <c:v>-118.564841876985</c:v>
                </c:pt>
                <c:pt idx="2489">
                  <c:v>-117.57084064982099</c:v>
                </c:pt>
                <c:pt idx="2490">
                  <c:v>-117.026154939527</c:v>
                </c:pt>
                <c:pt idx="2491">
                  <c:v>-115.816956748839</c:v>
                </c:pt>
                <c:pt idx="2492">
                  <c:v>-115.142087712852</c:v>
                </c:pt>
                <c:pt idx="2493">
                  <c:v>-111.696616170097</c:v>
                </c:pt>
                <c:pt idx="2494">
                  <c:v>-111.71152365925801</c:v>
                </c:pt>
                <c:pt idx="2495">
                  <c:v>-112.015974866158</c:v>
                </c:pt>
                <c:pt idx="2496">
                  <c:v>-110.756331517142</c:v>
                </c:pt>
                <c:pt idx="2497">
                  <c:v>-109.777516541092</c:v>
                </c:pt>
                <c:pt idx="2498">
                  <c:v>-107.92214624941801</c:v>
                </c:pt>
                <c:pt idx="2499">
                  <c:v>-107.557469930537</c:v>
                </c:pt>
                <c:pt idx="2500">
                  <c:v>-106.933831287289</c:v>
                </c:pt>
                <c:pt idx="2501">
                  <c:v>-106.64947297964299</c:v>
                </c:pt>
                <c:pt idx="2502">
                  <c:v>-105.861650508084</c:v>
                </c:pt>
                <c:pt idx="2503">
                  <c:v>-105.02398279233699</c:v>
                </c:pt>
                <c:pt idx="2504">
                  <c:v>-106.079599317846</c:v>
                </c:pt>
                <c:pt idx="2505">
                  <c:v>-102.829973946443</c:v>
                </c:pt>
                <c:pt idx="2506">
                  <c:v>-106.016820128942</c:v>
                </c:pt>
                <c:pt idx="2507">
                  <c:v>-99.090740940651699</c:v>
                </c:pt>
                <c:pt idx="2508">
                  <c:v>-97.743879436161393</c:v>
                </c:pt>
                <c:pt idx="2509">
                  <c:v>-97.679079938145705</c:v>
                </c:pt>
                <c:pt idx="2510">
                  <c:v>-99.521810982377005</c:v>
                </c:pt>
                <c:pt idx="2511">
                  <c:v>-97.882121671347306</c:v>
                </c:pt>
                <c:pt idx="2512">
                  <c:v>-97.718566032987297</c:v>
                </c:pt>
                <c:pt idx="2513">
                  <c:v>-95.867099191109304</c:v>
                </c:pt>
                <c:pt idx="2514">
                  <c:v>-95.328504869553996</c:v>
                </c:pt>
                <c:pt idx="2515">
                  <c:v>-94.447521445696495</c:v>
                </c:pt>
                <c:pt idx="2516">
                  <c:v>-91.347201451373195</c:v>
                </c:pt>
                <c:pt idx="2517">
                  <c:v>-89.361428080120504</c:v>
                </c:pt>
                <c:pt idx="2518">
                  <c:v>-89.7872421668079</c:v>
                </c:pt>
                <c:pt idx="2519">
                  <c:v>-89.130314434540296</c:v>
                </c:pt>
                <c:pt idx="2520">
                  <c:v>-89.940008328256795</c:v>
                </c:pt>
                <c:pt idx="2521">
                  <c:v>-87.581324911020602</c:v>
                </c:pt>
                <c:pt idx="2522">
                  <c:v>-88.240229407240605</c:v>
                </c:pt>
                <c:pt idx="2523">
                  <c:v>-85.777998413366603</c:v>
                </c:pt>
                <c:pt idx="2524">
                  <c:v>-83.154360741629901</c:v>
                </c:pt>
                <c:pt idx="2525">
                  <c:v>-84.299427309374295</c:v>
                </c:pt>
                <c:pt idx="2526">
                  <c:v>-79.714251852516199</c:v>
                </c:pt>
                <c:pt idx="2527">
                  <c:v>-83.145027705234298</c:v>
                </c:pt>
                <c:pt idx="2528">
                  <c:v>-78.884258767210099</c:v>
                </c:pt>
                <c:pt idx="2529">
                  <c:v>-81.107786709309295</c:v>
                </c:pt>
                <c:pt idx="2530">
                  <c:v>-77.285505040500396</c:v>
                </c:pt>
                <c:pt idx="2531">
                  <c:v>-79.463236841375306</c:v>
                </c:pt>
                <c:pt idx="2532">
                  <c:v>-78.894061680192294</c:v>
                </c:pt>
                <c:pt idx="2533">
                  <c:v>-75.290438401185895</c:v>
                </c:pt>
                <c:pt idx="2534">
                  <c:v>-74.711318952092796</c:v>
                </c:pt>
                <c:pt idx="2535">
                  <c:v>-73.5400257739918</c:v>
                </c:pt>
                <c:pt idx="2536">
                  <c:v>-73.987343147098699</c:v>
                </c:pt>
                <c:pt idx="2537">
                  <c:v>-72.072487621409394</c:v>
                </c:pt>
                <c:pt idx="2538">
                  <c:v>-69.397231242597499</c:v>
                </c:pt>
                <c:pt idx="2539">
                  <c:v>-69.238970493642896</c:v>
                </c:pt>
                <c:pt idx="2540">
                  <c:v>-71.5046855611686</c:v>
                </c:pt>
                <c:pt idx="2541">
                  <c:v>-69.721677473550997</c:v>
                </c:pt>
                <c:pt idx="2542">
                  <c:v>-66.4690308020066</c:v>
                </c:pt>
                <c:pt idx="2543">
                  <c:v>-64.263825152840795</c:v>
                </c:pt>
                <c:pt idx="2544">
                  <c:v>-65.070715886688603</c:v>
                </c:pt>
                <c:pt idx="2545">
                  <c:v>-61.355104263186199</c:v>
                </c:pt>
                <c:pt idx="2546">
                  <c:v>-63.722192208457699</c:v>
                </c:pt>
                <c:pt idx="2547">
                  <c:v>-62.774316187156501</c:v>
                </c:pt>
                <c:pt idx="2548">
                  <c:v>-64.693389474936893</c:v>
                </c:pt>
                <c:pt idx="2549">
                  <c:v>-63.0660820338611</c:v>
                </c:pt>
                <c:pt idx="2550">
                  <c:v>-64.831091951961895</c:v>
                </c:pt>
                <c:pt idx="2551">
                  <c:v>-62.981219370006997</c:v>
                </c:pt>
                <c:pt idx="2552">
                  <c:v>-62.168239341140399</c:v>
                </c:pt>
                <c:pt idx="2553">
                  <c:v>-60.439610675446303</c:v>
                </c:pt>
                <c:pt idx="2554">
                  <c:v>-59.869360582999597</c:v>
                </c:pt>
                <c:pt idx="2555">
                  <c:v>-60.453458506503097</c:v>
                </c:pt>
                <c:pt idx="2556">
                  <c:v>-59.539284919644899</c:v>
                </c:pt>
                <c:pt idx="2557">
                  <c:v>-58.429803966592999</c:v>
                </c:pt>
                <c:pt idx="2558">
                  <c:v>-55.679156973372002</c:v>
                </c:pt>
                <c:pt idx="2559">
                  <c:v>-54.2637065264272</c:v>
                </c:pt>
                <c:pt idx="2560">
                  <c:v>-55.497326741171101</c:v>
                </c:pt>
                <c:pt idx="2561">
                  <c:v>-55.036258618482798</c:v>
                </c:pt>
                <c:pt idx="2562">
                  <c:v>-55.354587134502097</c:v>
                </c:pt>
                <c:pt idx="2563">
                  <c:v>-54.659240408226701</c:v>
                </c:pt>
                <c:pt idx="2564">
                  <c:v>-55.267476278827303</c:v>
                </c:pt>
                <c:pt idx="2565">
                  <c:v>-50.170568909545999</c:v>
                </c:pt>
                <c:pt idx="2566">
                  <c:v>-52.2912535529818</c:v>
                </c:pt>
                <c:pt idx="2567">
                  <c:v>-52.406872974585298</c:v>
                </c:pt>
                <c:pt idx="2568">
                  <c:v>-51.150607266852298</c:v>
                </c:pt>
                <c:pt idx="2569">
                  <c:v>-51.958939649925803</c:v>
                </c:pt>
                <c:pt idx="2570">
                  <c:v>-50.905359731530702</c:v>
                </c:pt>
                <c:pt idx="2571">
                  <c:v>-50.944276028820603</c:v>
                </c:pt>
                <c:pt idx="2572">
                  <c:v>-49.108439478160399</c:v>
                </c:pt>
                <c:pt idx="2573">
                  <c:v>-48.022222797195496</c:v>
                </c:pt>
                <c:pt idx="2574">
                  <c:v>-48.841665480964402</c:v>
                </c:pt>
                <c:pt idx="2575">
                  <c:v>-49.955371391073903</c:v>
                </c:pt>
                <c:pt idx="2576">
                  <c:v>-47.385235317637097</c:v>
                </c:pt>
                <c:pt idx="2577">
                  <c:v>-47.100732947107801</c:v>
                </c:pt>
                <c:pt idx="2578">
                  <c:v>-46.375614487734602</c:v>
                </c:pt>
                <c:pt idx="2579">
                  <c:v>-47.105546006814897</c:v>
                </c:pt>
                <c:pt idx="2580">
                  <c:v>-47.036209511600298</c:v>
                </c:pt>
                <c:pt idx="2581">
                  <c:v>-46.447948613616802</c:v>
                </c:pt>
                <c:pt idx="2582">
                  <c:v>-46.481824153202901</c:v>
                </c:pt>
                <c:pt idx="2583">
                  <c:v>-45.3633716001601</c:v>
                </c:pt>
                <c:pt idx="2584">
                  <c:v>-45.9333882424311</c:v>
                </c:pt>
                <c:pt idx="2585">
                  <c:v>-47.099961326101699</c:v>
                </c:pt>
                <c:pt idx="2586">
                  <c:v>-46.513751572182599</c:v>
                </c:pt>
                <c:pt idx="2587">
                  <c:v>-46.620961127052198</c:v>
                </c:pt>
                <c:pt idx="2588">
                  <c:v>-46.619112985261097</c:v>
                </c:pt>
                <c:pt idx="2589">
                  <c:v>-45.9333882424311</c:v>
                </c:pt>
                <c:pt idx="2590">
                  <c:v>-47.347669715015002</c:v>
                </c:pt>
                <c:pt idx="2591">
                  <c:v>-46.404329730757802</c:v>
                </c:pt>
                <c:pt idx="2592">
                  <c:v>-41.850468907605702</c:v>
                </c:pt>
                <c:pt idx="2593">
                  <c:v>-43.559618617128102</c:v>
                </c:pt>
                <c:pt idx="2594">
                  <c:v>-44.5768414331556</c:v>
                </c:pt>
                <c:pt idx="2595">
                  <c:v>-43.535895670510101</c:v>
                </c:pt>
                <c:pt idx="2596">
                  <c:v>-46.036204892236498</c:v>
                </c:pt>
                <c:pt idx="2597">
                  <c:v>-42.753376639635199</c:v>
                </c:pt>
                <c:pt idx="2598">
                  <c:v>-42.946146696514802</c:v>
                </c:pt>
                <c:pt idx="2599">
                  <c:v>-43.0481712853639</c:v>
                </c:pt>
                <c:pt idx="2600">
                  <c:v>-43.9502194098079</c:v>
                </c:pt>
                <c:pt idx="2601">
                  <c:v>-44.516765515335102</c:v>
                </c:pt>
                <c:pt idx="2602">
                  <c:v>-43.398652431849698</c:v>
                </c:pt>
                <c:pt idx="2603">
                  <c:v>-43.726669001049501</c:v>
                </c:pt>
                <c:pt idx="2604">
                  <c:v>-46.093328221717201</c:v>
                </c:pt>
                <c:pt idx="2605">
                  <c:v>-45.230925805561903</c:v>
                </c:pt>
                <c:pt idx="2606">
                  <c:v>-46.110568835448802</c:v>
                </c:pt>
                <c:pt idx="2607">
                  <c:v>-43.994928171837103</c:v>
                </c:pt>
                <c:pt idx="2608">
                  <c:v>-41.7639097141452</c:v>
                </c:pt>
                <c:pt idx="2609">
                  <c:v>-41.451349531722798</c:v>
                </c:pt>
                <c:pt idx="2610">
                  <c:v>-40.812810602705397</c:v>
                </c:pt>
                <c:pt idx="2611">
                  <c:v>-42.886855932035303</c:v>
                </c:pt>
                <c:pt idx="2612">
                  <c:v>-42.636028394398501</c:v>
                </c:pt>
                <c:pt idx="2613">
                  <c:v>-43.489459469091898</c:v>
                </c:pt>
                <c:pt idx="2614">
                  <c:v>-44.664240597620498</c:v>
                </c:pt>
                <c:pt idx="2615">
                  <c:v>-41.8244686791422</c:v>
                </c:pt>
                <c:pt idx="2616">
                  <c:v>-45.201464583353101</c:v>
                </c:pt>
                <c:pt idx="2617">
                  <c:v>-45.119444172434598</c:v>
                </c:pt>
                <c:pt idx="2618">
                  <c:v>-45.551622476522603</c:v>
                </c:pt>
                <c:pt idx="2619">
                  <c:v>-45.277103745909002</c:v>
                </c:pt>
                <c:pt idx="2620">
                  <c:v>-44.9355886815543</c:v>
                </c:pt>
                <c:pt idx="2621">
                  <c:v>-43.077277786642703</c:v>
                </c:pt>
                <c:pt idx="2622">
                  <c:v>-45.448491445537101</c:v>
                </c:pt>
                <c:pt idx="2623">
                  <c:v>-42.3379244916527</c:v>
                </c:pt>
                <c:pt idx="2624">
                  <c:v>-45.720189793574903</c:v>
                </c:pt>
                <c:pt idx="2625">
                  <c:v>-43.458929164413298</c:v>
                </c:pt>
                <c:pt idx="2626">
                  <c:v>-41.455106273294902</c:v>
                </c:pt>
                <c:pt idx="2627">
                  <c:v>-43.917437862526</c:v>
                </c:pt>
                <c:pt idx="2628">
                  <c:v>-45.344333383970202</c:v>
                </c:pt>
                <c:pt idx="2629">
                  <c:v>-43.8451342111927</c:v>
                </c:pt>
                <c:pt idx="2630">
                  <c:v>-45.792948769276201</c:v>
                </c:pt>
                <c:pt idx="2631">
                  <c:v>-46.177228331639597</c:v>
                </c:pt>
                <c:pt idx="2632">
                  <c:v>-45.586198283116602</c:v>
                </c:pt>
                <c:pt idx="2633">
                  <c:v>-45.961924233967203</c:v>
                </c:pt>
                <c:pt idx="2634">
                  <c:v>-44.661769599492203</c:v>
                </c:pt>
                <c:pt idx="2635">
                  <c:v>-45.347503793125902</c:v>
                </c:pt>
                <c:pt idx="2636">
                  <c:v>-47.2840009172252</c:v>
                </c:pt>
                <c:pt idx="2637">
                  <c:v>-45.367491744178402</c:v>
                </c:pt>
                <c:pt idx="2638">
                  <c:v>-45.8420940005605</c:v>
                </c:pt>
                <c:pt idx="2639">
                  <c:v>-46.376285519290398</c:v>
                </c:pt>
                <c:pt idx="2640">
                  <c:v>-48.721139746579098</c:v>
                </c:pt>
                <c:pt idx="2641">
                  <c:v>-47.731774726633702</c:v>
                </c:pt>
                <c:pt idx="2642">
                  <c:v>-48.645184242574302</c:v>
                </c:pt>
                <c:pt idx="2643">
                  <c:v>-49.191690158449802</c:v>
                </c:pt>
                <c:pt idx="2644">
                  <c:v>-50.416629497648501</c:v>
                </c:pt>
                <c:pt idx="2645">
                  <c:v>-51.452883292299298</c:v>
                </c:pt>
                <c:pt idx="2646">
                  <c:v>-52.640855256103798</c:v>
                </c:pt>
                <c:pt idx="2647">
                  <c:v>-50.376756691343402</c:v>
                </c:pt>
                <c:pt idx="2648">
                  <c:v>-48.9411714893753</c:v>
                </c:pt>
                <c:pt idx="2649">
                  <c:v>-49.983111585186101</c:v>
                </c:pt>
                <c:pt idx="2650">
                  <c:v>-52.934509330404502</c:v>
                </c:pt>
                <c:pt idx="2651">
                  <c:v>-52.842775980397597</c:v>
                </c:pt>
                <c:pt idx="2652">
                  <c:v>-53.2257346765657</c:v>
                </c:pt>
                <c:pt idx="2653">
                  <c:v>-54.769815306671397</c:v>
                </c:pt>
                <c:pt idx="2654">
                  <c:v>-53.333561269140503</c:v>
                </c:pt>
                <c:pt idx="2655">
                  <c:v>-52.909764047040802</c:v>
                </c:pt>
                <c:pt idx="2656">
                  <c:v>-56.2845513596532</c:v>
                </c:pt>
                <c:pt idx="2657">
                  <c:v>-57.068249084275898</c:v>
                </c:pt>
                <c:pt idx="2658">
                  <c:v>-55.061771631525801</c:v>
                </c:pt>
                <c:pt idx="2659">
                  <c:v>-59.2616071171011</c:v>
                </c:pt>
                <c:pt idx="2660">
                  <c:v>-55.172567061373201</c:v>
                </c:pt>
                <c:pt idx="2661">
                  <c:v>-57.568086288698296</c:v>
                </c:pt>
                <c:pt idx="2662">
                  <c:v>-56.515481005974102</c:v>
                </c:pt>
                <c:pt idx="2663">
                  <c:v>-58.861104507786401</c:v>
                </c:pt>
                <c:pt idx="2664">
                  <c:v>-61.282780125903201</c:v>
                </c:pt>
                <c:pt idx="2665">
                  <c:v>-62.738997885585597</c:v>
                </c:pt>
                <c:pt idx="2666">
                  <c:v>-62.259909510202299</c:v>
                </c:pt>
                <c:pt idx="2667">
                  <c:v>-62.679718843253198</c:v>
                </c:pt>
                <c:pt idx="2668">
                  <c:v>-61.012527776172</c:v>
                </c:pt>
                <c:pt idx="2669">
                  <c:v>-62.5585807158973</c:v>
                </c:pt>
                <c:pt idx="2670">
                  <c:v>-62.9788518873359</c:v>
                </c:pt>
                <c:pt idx="2671">
                  <c:v>-63.912728011546903</c:v>
                </c:pt>
                <c:pt idx="2672">
                  <c:v>-64.671590570878806</c:v>
                </c:pt>
                <c:pt idx="2673">
                  <c:v>-65.854157221544</c:v>
                </c:pt>
                <c:pt idx="2674">
                  <c:v>-67.816648849277698</c:v>
                </c:pt>
                <c:pt idx="2675">
                  <c:v>-70.520368318463895</c:v>
                </c:pt>
                <c:pt idx="2676">
                  <c:v>-67.609103507097799</c:v>
                </c:pt>
                <c:pt idx="2677">
                  <c:v>-70.456454446118599</c:v>
                </c:pt>
                <c:pt idx="2678">
                  <c:v>-71.160894646094903</c:v>
                </c:pt>
                <c:pt idx="2679">
                  <c:v>-71.474970907668293</c:v>
                </c:pt>
                <c:pt idx="2680">
                  <c:v>-76.196744491968502</c:v>
                </c:pt>
                <c:pt idx="2681">
                  <c:v>-75.097944690296202</c:v>
                </c:pt>
                <c:pt idx="2682">
                  <c:v>-76.9527353010116</c:v>
                </c:pt>
                <c:pt idx="2683">
                  <c:v>-78.967143107615101</c:v>
                </c:pt>
                <c:pt idx="2684">
                  <c:v>-76.956195365420101</c:v>
                </c:pt>
                <c:pt idx="2685">
                  <c:v>-77.763234276676002</c:v>
                </c:pt>
                <c:pt idx="2686">
                  <c:v>-79.244163738043596</c:v>
                </c:pt>
                <c:pt idx="2687">
                  <c:v>-81.608677370278699</c:v>
                </c:pt>
                <c:pt idx="2688">
                  <c:v>-79.018617814763999</c:v>
                </c:pt>
                <c:pt idx="2689">
                  <c:v>-82.289048141321004</c:v>
                </c:pt>
                <c:pt idx="2690">
                  <c:v>-84.009375799319699</c:v>
                </c:pt>
                <c:pt idx="2691">
                  <c:v>-85.239813652070097</c:v>
                </c:pt>
                <c:pt idx="2692">
                  <c:v>-85.523370290470197</c:v>
                </c:pt>
                <c:pt idx="2693">
                  <c:v>-87.252063894916006</c:v>
                </c:pt>
                <c:pt idx="2694">
                  <c:v>-85.740322763849306</c:v>
                </c:pt>
                <c:pt idx="2695">
                  <c:v>-87.853782585670203</c:v>
                </c:pt>
                <c:pt idx="2696">
                  <c:v>-87.826125567767505</c:v>
                </c:pt>
                <c:pt idx="2697">
                  <c:v>-90.702030283926305</c:v>
                </c:pt>
                <c:pt idx="2698">
                  <c:v>-90.219353966106794</c:v>
                </c:pt>
                <c:pt idx="2699">
                  <c:v>-91.525317717667505</c:v>
                </c:pt>
                <c:pt idx="2700">
                  <c:v>-92.648396700686703</c:v>
                </c:pt>
                <c:pt idx="2701">
                  <c:v>-92.252785094549694</c:v>
                </c:pt>
                <c:pt idx="2702">
                  <c:v>-94.123384994809498</c:v>
                </c:pt>
                <c:pt idx="2703">
                  <c:v>-93.598783929844998</c:v>
                </c:pt>
                <c:pt idx="2704">
                  <c:v>-95.717928534045598</c:v>
                </c:pt>
                <c:pt idx="2705">
                  <c:v>-95.421617074632906</c:v>
                </c:pt>
                <c:pt idx="2706">
                  <c:v>-100.313053526611</c:v>
                </c:pt>
                <c:pt idx="2707">
                  <c:v>-104.163253621975</c:v>
                </c:pt>
                <c:pt idx="2708">
                  <c:v>-101.981746246773</c:v>
                </c:pt>
                <c:pt idx="2709">
                  <c:v>-101.51342395538001</c:v>
                </c:pt>
                <c:pt idx="2710">
                  <c:v>-104.50362544526899</c:v>
                </c:pt>
                <c:pt idx="2711">
                  <c:v>-104.429252803135</c:v>
                </c:pt>
                <c:pt idx="2712">
                  <c:v>-106.304075545147</c:v>
                </c:pt>
                <c:pt idx="2713">
                  <c:v>-105.43980200886</c:v>
                </c:pt>
                <c:pt idx="2714">
                  <c:v>-109.656596261069</c:v>
                </c:pt>
                <c:pt idx="2715">
                  <c:v>-104.943985656466</c:v>
                </c:pt>
                <c:pt idx="2716">
                  <c:v>-110.25996461186</c:v>
                </c:pt>
                <c:pt idx="2717">
                  <c:v>-109.038014310953</c:v>
                </c:pt>
                <c:pt idx="2718">
                  <c:v>-110.763834497144</c:v>
                </c:pt>
                <c:pt idx="2719">
                  <c:v>-109.796371465972</c:v>
                </c:pt>
                <c:pt idx="2720">
                  <c:v>-108.101727514332</c:v>
                </c:pt>
                <c:pt idx="2721">
                  <c:v>-111.698209003022</c:v>
                </c:pt>
                <c:pt idx="2722">
                  <c:v>-113.21381015299301</c:v>
                </c:pt>
                <c:pt idx="2723">
                  <c:v>-115.249171668681</c:v>
                </c:pt>
                <c:pt idx="2724">
                  <c:v>-115.82291394371001</c:v>
                </c:pt>
                <c:pt idx="2725">
                  <c:v>-116.835945629713</c:v>
                </c:pt>
                <c:pt idx="2726">
                  <c:v>-117.251397136786</c:v>
                </c:pt>
                <c:pt idx="2727">
                  <c:v>-117.080052210639</c:v>
                </c:pt>
                <c:pt idx="2728">
                  <c:v>-118.67203485889701</c:v>
                </c:pt>
                <c:pt idx="2729">
                  <c:v>-118.55170931505199</c:v>
                </c:pt>
                <c:pt idx="2730">
                  <c:v>-118.84044492721399</c:v>
                </c:pt>
                <c:pt idx="2731">
                  <c:v>-117.741354965784</c:v>
                </c:pt>
                <c:pt idx="2732">
                  <c:v>-117.390224678892</c:v>
                </c:pt>
                <c:pt idx="2733">
                  <c:v>-122.337134987197</c:v>
                </c:pt>
                <c:pt idx="2734">
                  <c:v>-120.213241007211</c:v>
                </c:pt>
                <c:pt idx="2735">
                  <c:v>-124.147250104413</c:v>
                </c:pt>
                <c:pt idx="2736">
                  <c:v>-125.120753039715</c:v>
                </c:pt>
                <c:pt idx="2737">
                  <c:v>-125.291697412107</c:v>
                </c:pt>
                <c:pt idx="2738">
                  <c:v>-124.474060572309</c:v>
                </c:pt>
                <c:pt idx="2739">
                  <c:v>-124.43803788884</c:v>
                </c:pt>
                <c:pt idx="2740">
                  <c:v>-126.477702816632</c:v>
                </c:pt>
                <c:pt idx="2741">
                  <c:v>-125.873811302066</c:v>
                </c:pt>
                <c:pt idx="2742">
                  <c:v>-128.724103288809</c:v>
                </c:pt>
                <c:pt idx="2743">
                  <c:v>-126.333804153895</c:v>
                </c:pt>
                <c:pt idx="2744">
                  <c:v>-126.563426229041</c:v>
                </c:pt>
                <c:pt idx="2745">
                  <c:v>-129.46164740403</c:v>
                </c:pt>
                <c:pt idx="2746">
                  <c:v>-129.44353512388801</c:v>
                </c:pt>
                <c:pt idx="2747">
                  <c:v>-134.150580800103</c:v>
                </c:pt>
                <c:pt idx="2748">
                  <c:v>-131.737429089616</c:v>
                </c:pt>
                <c:pt idx="2749">
                  <c:v>-132.97813055878399</c:v>
                </c:pt>
                <c:pt idx="2750">
                  <c:v>-132.360267350279</c:v>
                </c:pt>
                <c:pt idx="2751">
                  <c:v>-133.99311481517799</c:v>
                </c:pt>
                <c:pt idx="2752">
                  <c:v>-133.76757479108301</c:v>
                </c:pt>
                <c:pt idx="2753">
                  <c:v>-133.92443799687101</c:v>
                </c:pt>
                <c:pt idx="2754">
                  <c:v>-134.63443744796399</c:v>
                </c:pt>
                <c:pt idx="2755">
                  <c:v>-136.16347570783799</c:v>
                </c:pt>
                <c:pt idx="2756">
                  <c:v>-137.51382573176099</c:v>
                </c:pt>
                <c:pt idx="2757">
                  <c:v>-135.32946780666799</c:v>
                </c:pt>
                <c:pt idx="2758">
                  <c:v>-134.55022996811201</c:v>
                </c:pt>
                <c:pt idx="2759">
                  <c:v>-136.227986115747</c:v>
                </c:pt>
                <c:pt idx="2760">
                  <c:v>-136.46696968338699</c:v>
                </c:pt>
                <c:pt idx="2761">
                  <c:v>-137.75545750212601</c:v>
                </c:pt>
                <c:pt idx="2762">
                  <c:v>-141.47310086762101</c:v>
                </c:pt>
                <c:pt idx="2763">
                  <c:v>-140.059149484801</c:v>
                </c:pt>
                <c:pt idx="2764">
                  <c:v>-140.49546671377999</c:v>
                </c:pt>
                <c:pt idx="2765">
                  <c:v>-142.444386226571</c:v>
                </c:pt>
                <c:pt idx="2766">
                  <c:v>-141.45812720234599</c:v>
                </c:pt>
                <c:pt idx="2767">
                  <c:v>-142.34228813738301</c:v>
                </c:pt>
                <c:pt idx="2768">
                  <c:v>-143.01793607758901</c:v>
                </c:pt>
                <c:pt idx="2769">
                  <c:v>-142.79914119581801</c:v>
                </c:pt>
                <c:pt idx="2770">
                  <c:v>-145.14452524448299</c:v>
                </c:pt>
                <c:pt idx="2771">
                  <c:v>-142.25869934505101</c:v>
                </c:pt>
                <c:pt idx="2772">
                  <c:v>-142.39249690950601</c:v>
                </c:pt>
                <c:pt idx="2773">
                  <c:v>-143.06971612241301</c:v>
                </c:pt>
                <c:pt idx="2774">
                  <c:v>-144.82445446589099</c:v>
                </c:pt>
                <c:pt idx="2775">
                  <c:v>-143.63641422154799</c:v>
                </c:pt>
                <c:pt idx="2776">
                  <c:v>-143.57768156095301</c:v>
                </c:pt>
                <c:pt idx="2777">
                  <c:v>-143.67511669818899</c:v>
                </c:pt>
                <c:pt idx="2778">
                  <c:v>-145.26680993586399</c:v>
                </c:pt>
                <c:pt idx="2779">
                  <c:v>-144.277264284284</c:v>
                </c:pt>
                <c:pt idx="2780">
                  <c:v>-145.233705933983</c:v>
                </c:pt>
                <c:pt idx="2781">
                  <c:v>-145.19256838433699</c:v>
                </c:pt>
                <c:pt idx="2782">
                  <c:v>-146.980426670116</c:v>
                </c:pt>
                <c:pt idx="2783">
                  <c:v>-147.44856323596801</c:v>
                </c:pt>
                <c:pt idx="2784">
                  <c:v>-145.463082427432</c:v>
                </c:pt>
                <c:pt idx="2785">
                  <c:v>-147.069823254444</c:v>
                </c:pt>
                <c:pt idx="2786">
                  <c:v>-148.53413713884399</c:v>
                </c:pt>
                <c:pt idx="2787">
                  <c:v>-146.600286787361</c:v>
                </c:pt>
                <c:pt idx="2788">
                  <c:v>-146.43665471629399</c:v>
                </c:pt>
                <c:pt idx="2789">
                  <c:v>-148.59934819475001</c:v>
                </c:pt>
                <c:pt idx="2790">
                  <c:v>-148.48348514250799</c:v>
                </c:pt>
                <c:pt idx="2791">
                  <c:v>-148.48348514250799</c:v>
                </c:pt>
                <c:pt idx="2792">
                  <c:v>-148.62235430209199</c:v>
                </c:pt>
                <c:pt idx="2793">
                  <c:v>-148.54542959062999</c:v>
                </c:pt>
                <c:pt idx="2794">
                  <c:v>-148.267255816275</c:v>
                </c:pt>
                <c:pt idx="2795">
                  <c:v>-146.89446872990101</c:v>
                </c:pt>
                <c:pt idx="2796">
                  <c:v>-149.03141803696599</c:v>
                </c:pt>
                <c:pt idx="2797">
                  <c:v>-149.62465520439901</c:v>
                </c:pt>
                <c:pt idx="2798">
                  <c:v>-149.905490686902</c:v>
                </c:pt>
                <c:pt idx="2799">
                  <c:v>-149.09518256663901</c:v>
                </c:pt>
                <c:pt idx="2800">
                  <c:v>-149.237511237859</c:v>
                </c:pt>
                <c:pt idx="2801">
                  <c:v>-147.83399815391201</c:v>
                </c:pt>
                <c:pt idx="2802">
                  <c:v>-149.39855393342199</c:v>
                </c:pt>
                <c:pt idx="2803">
                  <c:v>-148.82460144205899</c:v>
                </c:pt>
                <c:pt idx="2804">
                  <c:v>-147.79019138305199</c:v>
                </c:pt>
                <c:pt idx="2805">
                  <c:v>-145.534959972313</c:v>
                </c:pt>
                <c:pt idx="2806">
                  <c:v>-149.81697267142101</c:v>
                </c:pt>
                <c:pt idx="2807">
                  <c:v>-150.19501658923801</c:v>
                </c:pt>
                <c:pt idx="2808">
                  <c:v>-148.76982736620499</c:v>
                </c:pt>
                <c:pt idx="2809">
                  <c:v>-151.33243657324101</c:v>
                </c:pt>
                <c:pt idx="2810">
                  <c:v>-148.98891556778099</c:v>
                </c:pt>
                <c:pt idx="2811">
                  <c:v>-146.61191474599599</c:v>
                </c:pt>
                <c:pt idx="2812">
                  <c:v>-147.35520387450899</c:v>
                </c:pt>
                <c:pt idx="2813">
                  <c:v>-145.67408689876001</c:v>
                </c:pt>
                <c:pt idx="2814">
                  <c:v>-149.45065509032401</c:v>
                </c:pt>
                <c:pt idx="2815">
                  <c:v>-148.808899764204</c:v>
                </c:pt>
                <c:pt idx="2816">
                  <c:v>-147.33079506771901</c:v>
                </c:pt>
                <c:pt idx="2817">
                  <c:v>-148.58695403727299</c:v>
                </c:pt>
                <c:pt idx="2818">
                  <c:v>-149.73964284060901</c:v>
                </c:pt>
                <c:pt idx="2819">
                  <c:v>-148.39210738043499</c:v>
                </c:pt>
                <c:pt idx="2820">
                  <c:v>-148.97200916358</c:v>
                </c:pt>
                <c:pt idx="2821">
                  <c:v>-146.99007801976899</c:v>
                </c:pt>
                <c:pt idx="2822">
                  <c:v>-148.14501255566</c:v>
                </c:pt>
                <c:pt idx="2823">
                  <c:v>-148.685811342698</c:v>
                </c:pt>
                <c:pt idx="2824">
                  <c:v>-144.67396310681801</c:v>
                </c:pt>
                <c:pt idx="2825">
                  <c:v>-148.76044270018701</c:v>
                </c:pt>
                <c:pt idx="2826">
                  <c:v>-146.53818431681401</c:v>
                </c:pt>
                <c:pt idx="2827">
                  <c:v>-146.44277852000101</c:v>
                </c:pt>
                <c:pt idx="2828">
                  <c:v>-147.17761576724101</c:v>
                </c:pt>
                <c:pt idx="2829">
                  <c:v>-144.64623717501101</c:v>
                </c:pt>
                <c:pt idx="2830">
                  <c:v>-145.598789581121</c:v>
                </c:pt>
                <c:pt idx="2831">
                  <c:v>-145.40001591232101</c:v>
                </c:pt>
                <c:pt idx="2832">
                  <c:v>-147.03441340180601</c:v>
                </c:pt>
                <c:pt idx="2833">
                  <c:v>-144.903344500278</c:v>
                </c:pt>
                <c:pt idx="2834">
                  <c:v>-146.569115091008</c:v>
                </c:pt>
                <c:pt idx="2835">
                  <c:v>-146.95428362673499</c:v>
                </c:pt>
                <c:pt idx="2836">
                  <c:v>-146.48395722861099</c:v>
                </c:pt>
                <c:pt idx="2837">
                  <c:v>-147.20497060848101</c:v>
                </c:pt>
                <c:pt idx="2838">
                  <c:v>-143.93537368866399</c:v>
                </c:pt>
                <c:pt idx="2839">
                  <c:v>-148.491440484793</c:v>
                </c:pt>
                <c:pt idx="2840">
                  <c:v>-147.24020483042199</c:v>
                </c:pt>
                <c:pt idx="2841">
                  <c:v>-148.458121372466</c:v>
                </c:pt>
                <c:pt idx="2842">
                  <c:v>-149.66235177911199</c:v>
                </c:pt>
                <c:pt idx="2843">
                  <c:v>-147.86723029875299</c:v>
                </c:pt>
                <c:pt idx="2844">
                  <c:v>-149.13602778871899</c:v>
                </c:pt>
                <c:pt idx="2845">
                  <c:v>-147.56560143623301</c:v>
                </c:pt>
                <c:pt idx="2846">
                  <c:v>-148.85831994999</c:v>
                </c:pt>
                <c:pt idx="2847">
                  <c:v>-147.888280010984</c:v>
                </c:pt>
                <c:pt idx="2848">
                  <c:v>-146.300751075774</c:v>
                </c:pt>
                <c:pt idx="2849">
                  <c:v>-150.003575139578</c:v>
                </c:pt>
                <c:pt idx="2850">
                  <c:v>-146.98754991320001</c:v>
                </c:pt>
                <c:pt idx="2851">
                  <c:v>-146.775267301171</c:v>
                </c:pt>
                <c:pt idx="2852">
                  <c:v>-148.494251143681</c:v>
                </c:pt>
                <c:pt idx="2853">
                  <c:v>-149.725056311896</c:v>
                </c:pt>
                <c:pt idx="2854">
                  <c:v>-148.39448657070699</c:v>
                </c:pt>
                <c:pt idx="2855">
                  <c:v>-150.58742481901899</c:v>
                </c:pt>
                <c:pt idx="2856">
                  <c:v>-148.69690348720499</c:v>
                </c:pt>
                <c:pt idx="2857">
                  <c:v>-150.474975457178</c:v>
                </c:pt>
                <c:pt idx="2858">
                  <c:v>-148.30117935500701</c:v>
                </c:pt>
                <c:pt idx="2859">
                  <c:v>-150.36336773132899</c:v>
                </c:pt>
                <c:pt idx="2860">
                  <c:v>-149.306352007204</c:v>
                </c:pt>
                <c:pt idx="2861">
                  <c:v>-150.69352940850499</c:v>
                </c:pt>
                <c:pt idx="2862">
                  <c:v>-150.43724557345701</c:v>
                </c:pt>
                <c:pt idx="2863">
                  <c:v>-150.51663109340001</c:v>
                </c:pt>
                <c:pt idx="2864">
                  <c:v>-149.30438828419901</c:v>
                </c:pt>
                <c:pt idx="2865">
                  <c:v>-149.34447050217199</c:v>
                </c:pt>
                <c:pt idx="2866">
                  <c:v>-150.70067485737499</c:v>
                </c:pt>
                <c:pt idx="2867">
                  <c:v>-149.83137712053099</c:v>
                </c:pt>
                <c:pt idx="2868">
                  <c:v>-150.82771111510101</c:v>
                </c:pt>
                <c:pt idx="2869">
                  <c:v>-152.07983555092599</c:v>
                </c:pt>
                <c:pt idx="2870">
                  <c:v>-149.73964284060901</c:v>
                </c:pt>
                <c:pt idx="2871">
                  <c:v>-151.30471867787</c:v>
                </c:pt>
                <c:pt idx="2872">
                  <c:v>-151.11870879148799</c:v>
                </c:pt>
                <c:pt idx="2873">
                  <c:v>-151.23091698879099</c:v>
                </c:pt>
                <c:pt idx="2874">
                  <c:v>-151.541727710126</c:v>
                </c:pt>
                <c:pt idx="2875">
                  <c:v>-151.097264972251</c:v>
                </c:pt>
                <c:pt idx="2876">
                  <c:v>-151.71157010479899</c:v>
                </c:pt>
                <c:pt idx="2877">
                  <c:v>-151.59272062235101</c:v>
                </c:pt>
                <c:pt idx="2878">
                  <c:v>-153.949055210154</c:v>
                </c:pt>
                <c:pt idx="2879">
                  <c:v>-152.89168831809101</c:v>
                </c:pt>
                <c:pt idx="2880">
                  <c:v>-152.055092378805</c:v>
                </c:pt>
                <c:pt idx="2881">
                  <c:v>-154.652439678321</c:v>
                </c:pt>
                <c:pt idx="2882">
                  <c:v>-155.10137827440099</c:v>
                </c:pt>
                <c:pt idx="2883">
                  <c:v>-157.320690600593</c:v>
                </c:pt>
                <c:pt idx="2884">
                  <c:v>-157.16939081321999</c:v>
                </c:pt>
                <c:pt idx="2885">
                  <c:v>-156.87796561838201</c:v>
                </c:pt>
                <c:pt idx="2886">
                  <c:v>-157.852600647994</c:v>
                </c:pt>
                <c:pt idx="2887">
                  <c:v>-157.31335127715599</c:v>
                </c:pt>
                <c:pt idx="2888">
                  <c:v>-158.97154516209599</c:v>
                </c:pt>
                <c:pt idx="2889">
                  <c:v>-157.775876148077</c:v>
                </c:pt>
                <c:pt idx="2890">
                  <c:v>-159.338197047817</c:v>
                </c:pt>
                <c:pt idx="2891">
                  <c:v>-158.32303462457301</c:v>
                </c:pt>
                <c:pt idx="2892">
                  <c:v>-159.71873689913801</c:v>
                </c:pt>
                <c:pt idx="2893">
                  <c:v>-158.14999068513001</c:v>
                </c:pt>
                <c:pt idx="2894">
                  <c:v>-158.96914374092501</c:v>
                </c:pt>
                <c:pt idx="2895">
                  <c:v>-159.54809030885201</c:v>
                </c:pt>
                <c:pt idx="2896">
                  <c:v>-159.95831105100899</c:v>
                </c:pt>
                <c:pt idx="2897">
                  <c:v>-160.78160804194101</c:v>
                </c:pt>
                <c:pt idx="2898">
                  <c:v>-159.98639097769899</c:v>
                </c:pt>
                <c:pt idx="2899">
                  <c:v>-161.63365347074</c:v>
                </c:pt>
                <c:pt idx="2900">
                  <c:v>-160.681705031734</c:v>
                </c:pt>
                <c:pt idx="2901">
                  <c:v>-160.37883383763301</c:v>
                </c:pt>
                <c:pt idx="2902">
                  <c:v>-163.368574922313</c:v>
                </c:pt>
                <c:pt idx="2903">
                  <c:v>-163.44139503816999</c:v>
                </c:pt>
                <c:pt idx="2904">
                  <c:v>-165.73866437468399</c:v>
                </c:pt>
                <c:pt idx="2905">
                  <c:v>-166.164152961778</c:v>
                </c:pt>
                <c:pt idx="2906">
                  <c:v>-166.143285540753</c:v>
                </c:pt>
                <c:pt idx="2907">
                  <c:v>-165.78355424849801</c:v>
                </c:pt>
                <c:pt idx="2908">
                  <c:v>-166.20802159689501</c:v>
                </c:pt>
                <c:pt idx="2909">
                  <c:v>-165.48941920177299</c:v>
                </c:pt>
                <c:pt idx="2910">
                  <c:v>-165.55053134913899</c:v>
                </c:pt>
                <c:pt idx="2911">
                  <c:v>-169.68826160657099</c:v>
                </c:pt>
                <c:pt idx="2912">
                  <c:v>-167.95209043148199</c:v>
                </c:pt>
                <c:pt idx="2913">
                  <c:v>-169.20443486411199</c:v>
                </c:pt>
                <c:pt idx="2914">
                  <c:v>-172.171620819911</c:v>
                </c:pt>
                <c:pt idx="2915">
                  <c:v>-170.20271825127799</c:v>
                </c:pt>
                <c:pt idx="2916">
                  <c:v>-172.34607013958899</c:v>
                </c:pt>
                <c:pt idx="2917">
                  <c:v>-171.27089490477101</c:v>
                </c:pt>
                <c:pt idx="2918">
                  <c:v>-173.14895193112699</c:v>
                </c:pt>
                <c:pt idx="2919">
                  <c:v>-173.708891218937</c:v>
                </c:pt>
                <c:pt idx="2920">
                  <c:v>-170.27327961398501</c:v>
                </c:pt>
                <c:pt idx="2921">
                  <c:v>-174.02975699584201</c:v>
                </c:pt>
                <c:pt idx="2922">
                  <c:v>-176.38387271363399</c:v>
                </c:pt>
                <c:pt idx="2923">
                  <c:v>-173.799638775733</c:v>
                </c:pt>
                <c:pt idx="2924">
                  <c:v>-174.488597811663</c:v>
                </c:pt>
                <c:pt idx="2925">
                  <c:v>-176.95467735966699</c:v>
                </c:pt>
                <c:pt idx="2926">
                  <c:v>-176.49599004462701</c:v>
                </c:pt>
                <c:pt idx="2927">
                  <c:v>-176.16050682067899</c:v>
                </c:pt>
                <c:pt idx="2928">
                  <c:v>-176.21150394790001</c:v>
                </c:pt>
                <c:pt idx="2929">
                  <c:v>-177.590039132448</c:v>
                </c:pt>
                <c:pt idx="2930">
                  <c:v>-176.59860744631601</c:v>
                </c:pt>
                <c:pt idx="2931">
                  <c:v>-176.36424419188799</c:v>
                </c:pt>
                <c:pt idx="2932">
                  <c:v>-176.72955168856799</c:v>
                </c:pt>
                <c:pt idx="2933">
                  <c:v>-176.13761474331699</c:v>
                </c:pt>
                <c:pt idx="2934">
                  <c:v>-179.483185648724</c:v>
                </c:pt>
                <c:pt idx="2935">
                  <c:v>-176.809970095317</c:v>
                </c:pt>
                <c:pt idx="2936">
                  <c:v>-180.46709192585601</c:v>
                </c:pt>
                <c:pt idx="2937">
                  <c:v>-176.68268760756001</c:v>
                </c:pt>
                <c:pt idx="2938">
                  <c:v>-179.934904862607</c:v>
                </c:pt>
                <c:pt idx="2939">
                  <c:v>-181.81289795778201</c:v>
                </c:pt>
                <c:pt idx="2940">
                  <c:v>-184.33661264864099</c:v>
                </c:pt>
                <c:pt idx="2941">
                  <c:v>-182.148192547294</c:v>
                </c:pt>
                <c:pt idx="2942">
                  <c:v>-182.54307690078201</c:v>
                </c:pt>
                <c:pt idx="2943">
                  <c:v>-183.505565416705</c:v>
                </c:pt>
                <c:pt idx="2944">
                  <c:v>-184.644975648659</c:v>
                </c:pt>
                <c:pt idx="2945">
                  <c:v>-181.840637813895</c:v>
                </c:pt>
                <c:pt idx="2946">
                  <c:v>-182.50406439629299</c:v>
                </c:pt>
                <c:pt idx="2947">
                  <c:v>-184.77963987014701</c:v>
                </c:pt>
                <c:pt idx="2948">
                  <c:v>-185.565780861733</c:v>
                </c:pt>
                <c:pt idx="2949">
                  <c:v>-184.99051219136601</c:v>
                </c:pt>
                <c:pt idx="2950">
                  <c:v>-185.58275166631699</c:v>
                </c:pt>
                <c:pt idx="2951">
                  <c:v>-185.85427529621501</c:v>
                </c:pt>
                <c:pt idx="2952">
                  <c:v>-182.86605005351799</c:v>
                </c:pt>
                <c:pt idx="2953">
                  <c:v>-184.78200694429</c:v>
                </c:pt>
                <c:pt idx="2954">
                  <c:v>-188.33873486859099</c:v>
                </c:pt>
                <c:pt idx="2955">
                  <c:v>-188.20146504722001</c:v>
                </c:pt>
                <c:pt idx="2956">
                  <c:v>-187.612133189986</c:v>
                </c:pt>
                <c:pt idx="2957">
                  <c:v>-188.52659699930601</c:v>
                </c:pt>
                <c:pt idx="2958">
                  <c:v>-190.70509747629501</c:v>
                </c:pt>
                <c:pt idx="2959">
                  <c:v>-190.147126003143</c:v>
                </c:pt>
                <c:pt idx="2960">
                  <c:v>-190.48877720378999</c:v>
                </c:pt>
                <c:pt idx="2961">
                  <c:v>-189.28598021880299</c:v>
                </c:pt>
                <c:pt idx="2962">
                  <c:v>-190.16363851364599</c:v>
                </c:pt>
                <c:pt idx="2963">
                  <c:v>-190.48877720378999</c:v>
                </c:pt>
                <c:pt idx="2964">
                  <c:v>-193.19873588482801</c:v>
                </c:pt>
                <c:pt idx="2965">
                  <c:v>-194.546230845981</c:v>
                </c:pt>
                <c:pt idx="2966">
                  <c:v>-192.810038186236</c:v>
                </c:pt>
                <c:pt idx="2967">
                  <c:v>-192.09672653681</c:v>
                </c:pt>
                <c:pt idx="2968">
                  <c:v>-191.71408817468</c:v>
                </c:pt>
                <c:pt idx="2969">
                  <c:v>-194.36498062473299</c:v>
                </c:pt>
                <c:pt idx="2970">
                  <c:v>-198.105592441493</c:v>
                </c:pt>
                <c:pt idx="2971">
                  <c:v>-197.274492348471</c:v>
                </c:pt>
                <c:pt idx="2972">
                  <c:v>-199.767820408771</c:v>
                </c:pt>
                <c:pt idx="2973">
                  <c:v>-198.59818435629199</c:v>
                </c:pt>
                <c:pt idx="2974">
                  <c:v>-199.86989609959201</c:v>
                </c:pt>
                <c:pt idx="2975">
                  <c:v>-198.311880010518</c:v>
                </c:pt>
                <c:pt idx="2976">
                  <c:v>-199.080482089486</c:v>
                </c:pt>
                <c:pt idx="2977">
                  <c:v>-201.109993365234</c:v>
                </c:pt>
                <c:pt idx="2978">
                  <c:v>-202.15127117454</c:v>
                </c:pt>
                <c:pt idx="2979">
                  <c:v>-202.185762489723</c:v>
                </c:pt>
                <c:pt idx="2980">
                  <c:v>-202.09538129372299</c:v>
                </c:pt>
                <c:pt idx="2981">
                  <c:v>-199.47107029412601</c:v>
                </c:pt>
                <c:pt idx="2982">
                  <c:v>-203.614563755463</c:v>
                </c:pt>
                <c:pt idx="2983">
                  <c:v>-201.28471014512601</c:v>
                </c:pt>
                <c:pt idx="2984">
                  <c:v>-204.89536069754601</c:v>
                </c:pt>
                <c:pt idx="2985">
                  <c:v>-206.164778186738</c:v>
                </c:pt>
                <c:pt idx="2986">
                  <c:v>-204.19163134541</c:v>
                </c:pt>
                <c:pt idx="2987">
                  <c:v>-207.57469230966399</c:v>
                </c:pt>
                <c:pt idx="2988">
                  <c:v>-207.00889339602699</c:v>
                </c:pt>
                <c:pt idx="2989">
                  <c:v>-207.01710039318701</c:v>
                </c:pt>
                <c:pt idx="2990">
                  <c:v>-209.21684945608001</c:v>
                </c:pt>
                <c:pt idx="2991">
                  <c:v>-211.05036469134799</c:v>
                </c:pt>
                <c:pt idx="2992">
                  <c:v>-210.84166630989299</c:v>
                </c:pt>
                <c:pt idx="2993">
                  <c:v>-212.03682484868099</c:v>
                </c:pt>
                <c:pt idx="2994">
                  <c:v>-216.38960767798301</c:v>
                </c:pt>
                <c:pt idx="2995">
                  <c:v>-213.550106712792</c:v>
                </c:pt>
                <c:pt idx="2996">
                  <c:v>-214.973347633922</c:v>
                </c:pt>
                <c:pt idx="2997">
                  <c:v>-217.22279527502499</c:v>
                </c:pt>
                <c:pt idx="2998">
                  <c:v>-216.864483839656</c:v>
                </c:pt>
                <c:pt idx="2999">
                  <c:v>-215.47683437943999</c:v>
                </c:pt>
                <c:pt idx="3000">
                  <c:v>-219.59801410402099</c:v>
                </c:pt>
                <c:pt idx="3001">
                  <c:v>-220.02566580710501</c:v>
                </c:pt>
                <c:pt idx="3002">
                  <c:v>-221.74689960848099</c:v>
                </c:pt>
                <c:pt idx="3003">
                  <c:v>-221.52057413906201</c:v>
                </c:pt>
                <c:pt idx="3004">
                  <c:v>-224.85271855179499</c:v>
                </c:pt>
                <c:pt idx="3005">
                  <c:v>-224.10388614581501</c:v>
                </c:pt>
                <c:pt idx="3006">
                  <c:v>-223.62118000870899</c:v>
                </c:pt>
                <c:pt idx="3007">
                  <c:v>-230.71438843682799</c:v>
                </c:pt>
                <c:pt idx="3008">
                  <c:v>-229.41802636904799</c:v>
                </c:pt>
                <c:pt idx="3009">
                  <c:v>-230.780926483456</c:v>
                </c:pt>
                <c:pt idx="3010">
                  <c:v>-230.69960071819801</c:v>
                </c:pt>
                <c:pt idx="3011">
                  <c:v>-230.70327398607699</c:v>
                </c:pt>
                <c:pt idx="3012">
                  <c:v>-230.14398182524101</c:v>
                </c:pt>
                <c:pt idx="3013">
                  <c:v>-233.03475827541001</c:v>
                </c:pt>
                <c:pt idx="3014">
                  <c:v>-231.83002906369899</c:v>
                </c:pt>
                <c:pt idx="3015">
                  <c:v>-236.441820035576</c:v>
                </c:pt>
                <c:pt idx="3016">
                  <c:v>-238.167441460487</c:v>
                </c:pt>
                <c:pt idx="3017">
                  <c:v>-240.23883305421199</c:v>
                </c:pt>
                <c:pt idx="3018">
                  <c:v>-236.86640401378</c:v>
                </c:pt>
                <c:pt idx="3019">
                  <c:v>-237.98694665324001</c:v>
                </c:pt>
                <c:pt idx="3020">
                  <c:v>-240.23670577270801</c:v>
                </c:pt>
                <c:pt idx="3021">
                  <c:v>-238.346316202949</c:v>
                </c:pt>
                <c:pt idx="3022">
                  <c:v>-240.012366404913</c:v>
                </c:pt>
                <c:pt idx="3023">
                  <c:v>-240.71987234499801</c:v>
                </c:pt>
                <c:pt idx="3024">
                  <c:v>-242.28781593992599</c:v>
                </c:pt>
                <c:pt idx="3025">
                  <c:v>-242.19101207644201</c:v>
                </c:pt>
                <c:pt idx="3026">
                  <c:v>-243.09386129510099</c:v>
                </c:pt>
                <c:pt idx="3027">
                  <c:v>-243.43691843480801</c:v>
                </c:pt>
                <c:pt idx="3028">
                  <c:v>-242.10108790897499</c:v>
                </c:pt>
                <c:pt idx="3029">
                  <c:v>-243.516525988708</c:v>
                </c:pt>
                <c:pt idx="3030">
                  <c:v>-243.36292661320101</c:v>
                </c:pt>
                <c:pt idx="3031">
                  <c:v>-243.88038713659299</c:v>
                </c:pt>
                <c:pt idx="3032">
                  <c:v>-243.56499501914001</c:v>
                </c:pt>
                <c:pt idx="3033">
                  <c:v>-243.58658606164701</c:v>
                </c:pt>
                <c:pt idx="3034">
                  <c:v>-244.44061019544799</c:v>
                </c:pt>
                <c:pt idx="3035">
                  <c:v>-243.027260471885</c:v>
                </c:pt>
                <c:pt idx="3036">
                  <c:v>-241.73799818262901</c:v>
                </c:pt>
                <c:pt idx="3037">
                  <c:v>-243.28618154446499</c:v>
                </c:pt>
                <c:pt idx="3038">
                  <c:v>-243.143766737269</c:v>
                </c:pt>
                <c:pt idx="3039">
                  <c:v>-241.342302004142</c:v>
                </c:pt>
                <c:pt idx="3040">
                  <c:v>-240.64682460215599</c:v>
                </c:pt>
                <c:pt idx="3041">
                  <c:v>-243.35701195323</c:v>
                </c:pt>
                <c:pt idx="3042">
                  <c:v>-241.567269590579</c:v>
                </c:pt>
                <c:pt idx="3043">
                  <c:v>-240.621260025975</c:v>
                </c:pt>
                <c:pt idx="3044">
                  <c:v>-241.596473358411</c:v>
                </c:pt>
                <c:pt idx="3045">
                  <c:v>-240.59998306963399</c:v>
                </c:pt>
                <c:pt idx="3046">
                  <c:v>-239.85093616895199</c:v>
                </c:pt>
                <c:pt idx="3047">
                  <c:v>-238.87786295243299</c:v>
                </c:pt>
                <c:pt idx="3048">
                  <c:v>-237.700163308855</c:v>
                </c:pt>
                <c:pt idx="3049">
                  <c:v>-236.567098995479</c:v>
                </c:pt>
                <c:pt idx="3050">
                  <c:v>-236.36460619647301</c:v>
                </c:pt>
                <c:pt idx="3051">
                  <c:v>-232.11809887003</c:v>
                </c:pt>
                <c:pt idx="3052">
                  <c:v>-231.63775158606001</c:v>
                </c:pt>
                <c:pt idx="3053">
                  <c:v>-231.60584348626699</c:v>
                </c:pt>
                <c:pt idx="3054">
                  <c:v>-232.08853741160101</c:v>
                </c:pt>
                <c:pt idx="3055">
                  <c:v>-229.27946850986899</c:v>
                </c:pt>
                <c:pt idx="3056">
                  <c:v>-230.99747770610401</c:v>
                </c:pt>
                <c:pt idx="3057">
                  <c:v>-226.538215743829</c:v>
                </c:pt>
                <c:pt idx="3058">
                  <c:v>-226.280554711333</c:v>
                </c:pt>
                <c:pt idx="3059">
                  <c:v>-224.041384652869</c:v>
                </c:pt>
                <c:pt idx="3060">
                  <c:v>-223.14530609411401</c:v>
                </c:pt>
                <c:pt idx="3061">
                  <c:v>-224.36706561704301</c:v>
                </c:pt>
                <c:pt idx="3062">
                  <c:v>-221.85011148899099</c:v>
                </c:pt>
                <c:pt idx="3063">
                  <c:v>-222.18520803442701</c:v>
                </c:pt>
                <c:pt idx="3064">
                  <c:v>-219.80609785227799</c:v>
                </c:pt>
                <c:pt idx="3065">
                  <c:v>-218.64938657815</c:v>
                </c:pt>
                <c:pt idx="3066">
                  <c:v>-216.21350827947899</c:v>
                </c:pt>
                <c:pt idx="3067">
                  <c:v>-214.31636010733999</c:v>
                </c:pt>
                <c:pt idx="3068">
                  <c:v>-214.63496008388</c:v>
                </c:pt>
                <c:pt idx="3069">
                  <c:v>-213.528847616386</c:v>
                </c:pt>
                <c:pt idx="3070">
                  <c:v>-211.80374766496101</c:v>
                </c:pt>
                <c:pt idx="3071">
                  <c:v>-208.13155753533701</c:v>
                </c:pt>
                <c:pt idx="3072">
                  <c:v>-207.70770033217599</c:v>
                </c:pt>
                <c:pt idx="3073">
                  <c:v>-208.359185850502</c:v>
                </c:pt>
                <c:pt idx="3074">
                  <c:v>-205.83511322793299</c:v>
                </c:pt>
                <c:pt idx="3075">
                  <c:v>-206.145733856259</c:v>
                </c:pt>
                <c:pt idx="3076">
                  <c:v>-198.47196935260101</c:v>
                </c:pt>
                <c:pt idx="3077">
                  <c:v>-201.04932309625599</c:v>
                </c:pt>
                <c:pt idx="3078">
                  <c:v>-200.05293947140601</c:v>
                </c:pt>
                <c:pt idx="3079">
                  <c:v>-198.49328992235499</c:v>
                </c:pt>
                <c:pt idx="3080">
                  <c:v>-199.25310227343499</c:v>
                </c:pt>
                <c:pt idx="3081">
                  <c:v>-191.77930363697899</c:v>
                </c:pt>
                <c:pt idx="3082">
                  <c:v>-191.559935827619</c:v>
                </c:pt>
                <c:pt idx="3083">
                  <c:v>-191.14425704089101</c:v>
                </c:pt>
                <c:pt idx="3084">
                  <c:v>-189.557294871246</c:v>
                </c:pt>
                <c:pt idx="3085">
                  <c:v>-189.20130483165801</c:v>
                </c:pt>
                <c:pt idx="3086">
                  <c:v>-186.519294127047</c:v>
                </c:pt>
                <c:pt idx="3087">
                  <c:v>-182.18239043748801</c:v>
                </c:pt>
                <c:pt idx="3088">
                  <c:v>-183.492432085589</c:v>
                </c:pt>
                <c:pt idx="3089">
                  <c:v>-183.43329823010501</c:v>
                </c:pt>
                <c:pt idx="3090">
                  <c:v>-181.36636891461799</c:v>
                </c:pt>
                <c:pt idx="3091">
                  <c:v>-176.793458799772</c:v>
                </c:pt>
                <c:pt idx="3092">
                  <c:v>-174.254496852795</c:v>
                </c:pt>
                <c:pt idx="3093">
                  <c:v>-173.813473018656</c:v>
                </c:pt>
                <c:pt idx="3094">
                  <c:v>-171.95343759557201</c:v>
                </c:pt>
                <c:pt idx="3095">
                  <c:v>-169.14276635198499</c:v>
                </c:pt>
                <c:pt idx="3096">
                  <c:v>-169.93503834613699</c:v>
                </c:pt>
                <c:pt idx="3097">
                  <c:v>-166.24343326561899</c:v>
                </c:pt>
                <c:pt idx="3098">
                  <c:v>-160.51396813505301</c:v>
                </c:pt>
                <c:pt idx="3099">
                  <c:v>-160.07680083578001</c:v>
                </c:pt>
                <c:pt idx="3100">
                  <c:v>-159.50554183601699</c:v>
                </c:pt>
                <c:pt idx="3101">
                  <c:v>-157.12430134547901</c:v>
                </c:pt>
                <c:pt idx="3102">
                  <c:v>-153.07805819525601</c:v>
                </c:pt>
                <c:pt idx="3103">
                  <c:v>-150.803192110362</c:v>
                </c:pt>
                <c:pt idx="3104">
                  <c:v>-146.49773181542301</c:v>
                </c:pt>
                <c:pt idx="3105">
                  <c:v>-146.53787612452999</c:v>
                </c:pt>
                <c:pt idx="3106">
                  <c:v>-146.34809327754701</c:v>
                </c:pt>
                <c:pt idx="3107">
                  <c:v>-145.11737054546401</c:v>
                </c:pt>
                <c:pt idx="3108">
                  <c:v>-141.53857088914299</c:v>
                </c:pt>
                <c:pt idx="3109">
                  <c:v>-140.03930633888501</c:v>
                </c:pt>
                <c:pt idx="3110">
                  <c:v>-135.38738088240899</c:v>
                </c:pt>
                <c:pt idx="3111">
                  <c:v>-136.00110692916201</c:v>
                </c:pt>
                <c:pt idx="3112">
                  <c:v>-130.65324728680599</c:v>
                </c:pt>
                <c:pt idx="3113">
                  <c:v>-128.86996508922601</c:v>
                </c:pt>
                <c:pt idx="3114">
                  <c:v>-128.44747997487701</c:v>
                </c:pt>
                <c:pt idx="3115">
                  <c:v>-126.577389696887</c:v>
                </c:pt>
                <c:pt idx="3116">
                  <c:v>-120.91691267140099</c:v>
                </c:pt>
                <c:pt idx="3117">
                  <c:v>-118.20433564638</c:v>
                </c:pt>
                <c:pt idx="3118">
                  <c:v>-118.317686118371</c:v>
                </c:pt>
                <c:pt idx="3119">
                  <c:v>-115.971549042115</c:v>
                </c:pt>
                <c:pt idx="3120">
                  <c:v>-111.06012508659499</c:v>
                </c:pt>
                <c:pt idx="3121">
                  <c:v>-108.772215196879</c:v>
                </c:pt>
                <c:pt idx="3122">
                  <c:v>-106.66516497907401</c:v>
                </c:pt>
                <c:pt idx="3123">
                  <c:v>-106.806550234339</c:v>
                </c:pt>
                <c:pt idx="3124">
                  <c:v>-101.59198248451401</c:v>
                </c:pt>
                <c:pt idx="3125">
                  <c:v>-99.474481388118306</c:v>
                </c:pt>
                <c:pt idx="3126">
                  <c:v>-96.783618942338904</c:v>
                </c:pt>
                <c:pt idx="3127">
                  <c:v>-93.974018553039002</c:v>
                </c:pt>
                <c:pt idx="3128">
                  <c:v>-93.205239825792006</c:v>
                </c:pt>
                <c:pt idx="3129">
                  <c:v>-86.992295865608796</c:v>
                </c:pt>
                <c:pt idx="3130">
                  <c:v>-87.017771475554397</c:v>
                </c:pt>
                <c:pt idx="3131">
                  <c:v>-84.838330146398306</c:v>
                </c:pt>
                <c:pt idx="3132">
                  <c:v>-83.381929333496103</c:v>
                </c:pt>
                <c:pt idx="3133">
                  <c:v>-77.563187243444901</c:v>
                </c:pt>
                <c:pt idx="3134">
                  <c:v>-77.672349624092803</c:v>
                </c:pt>
                <c:pt idx="3135">
                  <c:v>-74.0194481055224</c:v>
                </c:pt>
                <c:pt idx="3136">
                  <c:v>-70.097349146940999</c:v>
                </c:pt>
                <c:pt idx="3137">
                  <c:v>-68.566235791582997</c:v>
                </c:pt>
                <c:pt idx="3138">
                  <c:v>-64.812862773873505</c:v>
                </c:pt>
                <c:pt idx="3139">
                  <c:v>-63.397762604116402</c:v>
                </c:pt>
                <c:pt idx="3140">
                  <c:v>-61.609784820574497</c:v>
                </c:pt>
                <c:pt idx="3141">
                  <c:v>-58.433623740746299</c:v>
                </c:pt>
                <c:pt idx="3142">
                  <c:v>-56.002907283374299</c:v>
                </c:pt>
                <c:pt idx="3143">
                  <c:v>-52.889310580348003</c:v>
                </c:pt>
                <c:pt idx="3144">
                  <c:v>-48.437285435085997</c:v>
                </c:pt>
                <c:pt idx="3145">
                  <c:v>-47.412241903843601</c:v>
                </c:pt>
                <c:pt idx="3146">
                  <c:v>-43.812893941265003</c:v>
                </c:pt>
                <c:pt idx="3147">
                  <c:v>-42.055143485400798</c:v>
                </c:pt>
                <c:pt idx="3148">
                  <c:v>-38.308577828494599</c:v>
                </c:pt>
                <c:pt idx="3149">
                  <c:v>-37.407139799142698</c:v>
                </c:pt>
                <c:pt idx="3150">
                  <c:v>-33.638499849769097</c:v>
                </c:pt>
                <c:pt idx="3151">
                  <c:v>-30.062802844404299</c:v>
                </c:pt>
                <c:pt idx="3152">
                  <c:v>-26.982672682964399</c:v>
                </c:pt>
                <c:pt idx="3153">
                  <c:v>-21.377409759901202</c:v>
                </c:pt>
                <c:pt idx="3154">
                  <c:v>-21.247492461442398</c:v>
                </c:pt>
                <c:pt idx="3155">
                  <c:v>-18.195886749023899</c:v>
                </c:pt>
                <c:pt idx="3156">
                  <c:v>-15.260341711693901</c:v>
                </c:pt>
                <c:pt idx="3157">
                  <c:v>-13.7183326498683</c:v>
                </c:pt>
                <c:pt idx="3158">
                  <c:v>-6.5918502721539696</c:v>
                </c:pt>
                <c:pt idx="3159">
                  <c:v>-5.9247028389441398</c:v>
                </c:pt>
                <c:pt idx="3160">
                  <c:v>-4.8010932196431204</c:v>
                </c:pt>
                <c:pt idx="3161">
                  <c:v>3.6771308624921</c:v>
                </c:pt>
                <c:pt idx="3162">
                  <c:v>4.7878358663257297</c:v>
                </c:pt>
                <c:pt idx="3163">
                  <c:v>2.9107039285819898</c:v>
                </c:pt>
                <c:pt idx="3164">
                  <c:v>8.2330813977823691</c:v>
                </c:pt>
                <c:pt idx="3165">
                  <c:v>11.4161599056405</c:v>
                </c:pt>
                <c:pt idx="3166">
                  <c:v>14.838169516244699</c:v>
                </c:pt>
                <c:pt idx="3167">
                  <c:v>17.516537701638999</c:v>
                </c:pt>
                <c:pt idx="3168">
                  <c:v>22.795923606791099</c:v>
                </c:pt>
                <c:pt idx="3169">
                  <c:v>27.544697253370199</c:v>
                </c:pt>
                <c:pt idx="3170">
                  <c:v>26.993462431765099</c:v>
                </c:pt>
                <c:pt idx="3171">
                  <c:v>26.785027685547501</c:v>
                </c:pt>
                <c:pt idx="3172">
                  <c:v>30.978084851238499</c:v>
                </c:pt>
                <c:pt idx="3173">
                  <c:v>32.672960742771899</c:v>
                </c:pt>
                <c:pt idx="3174">
                  <c:v>34.436704883706597</c:v>
                </c:pt>
                <c:pt idx="3175">
                  <c:v>41.972524004572797</c:v>
                </c:pt>
                <c:pt idx="3176">
                  <c:v>42.438169932118903</c:v>
                </c:pt>
                <c:pt idx="3177">
                  <c:v>43.387757355116797</c:v>
                </c:pt>
                <c:pt idx="3178">
                  <c:v>45.3869643971275</c:v>
                </c:pt>
                <c:pt idx="3179">
                  <c:v>51.653099245722601</c:v>
                </c:pt>
                <c:pt idx="3180">
                  <c:v>51.330265823743197</c:v>
                </c:pt>
                <c:pt idx="3181">
                  <c:v>58.5817721783473</c:v>
                </c:pt>
                <c:pt idx="3182">
                  <c:v>57.771475361469001</c:v>
                </c:pt>
                <c:pt idx="3183">
                  <c:v>59.474799512187502</c:v>
                </c:pt>
                <c:pt idx="3184">
                  <c:v>64.565853097693406</c:v>
                </c:pt>
                <c:pt idx="3185">
                  <c:v>67.944653189472106</c:v>
                </c:pt>
                <c:pt idx="3186">
                  <c:v>69.860277494103201</c:v>
                </c:pt>
                <c:pt idx="3187">
                  <c:v>72.692009816166802</c:v>
                </c:pt>
                <c:pt idx="3188">
                  <c:v>77.733553390486605</c:v>
                </c:pt>
                <c:pt idx="3189">
                  <c:v>77.259845834803897</c:v>
                </c:pt>
                <c:pt idx="3190">
                  <c:v>77.061706575923097</c:v>
                </c:pt>
                <c:pt idx="3191">
                  <c:v>82.272899146625306</c:v>
                </c:pt>
                <c:pt idx="3192">
                  <c:v>83.105382068499495</c:v>
                </c:pt>
                <c:pt idx="3193">
                  <c:v>89.341030705723895</c:v>
                </c:pt>
                <c:pt idx="3194">
                  <c:v>88.742491434748501</c:v>
                </c:pt>
                <c:pt idx="3195">
                  <c:v>87.354772985958505</c:v>
                </c:pt>
                <c:pt idx="3196">
                  <c:v>92.391566658857101</c:v>
                </c:pt>
                <c:pt idx="3197">
                  <c:v>93.213413621305506</c:v>
                </c:pt>
                <c:pt idx="3198">
                  <c:v>100.001105638526</c:v>
                </c:pt>
                <c:pt idx="3199">
                  <c:v>94.907875533428097</c:v>
                </c:pt>
                <c:pt idx="3200">
                  <c:v>99.990507905230402</c:v>
                </c:pt>
                <c:pt idx="3201">
                  <c:v>104.553934500089</c:v>
                </c:pt>
                <c:pt idx="3202">
                  <c:v>102.07410148012001</c:v>
                </c:pt>
                <c:pt idx="3203">
                  <c:v>107.740284308914</c:v>
                </c:pt>
                <c:pt idx="3204">
                  <c:v>108.958433613606</c:v>
                </c:pt>
                <c:pt idx="3205">
                  <c:v>113.790683454983</c:v>
                </c:pt>
                <c:pt idx="3206">
                  <c:v>115.058000506105</c:v>
                </c:pt>
                <c:pt idx="3207">
                  <c:v>110.45462571635299</c:v>
                </c:pt>
                <c:pt idx="3208">
                  <c:v>122.73293019977299</c:v>
                </c:pt>
                <c:pt idx="3209">
                  <c:v>117.086287742222</c:v>
                </c:pt>
                <c:pt idx="3210">
                  <c:v>118.802360972507</c:v>
                </c:pt>
                <c:pt idx="3211">
                  <c:v>118.593725502515</c:v>
                </c:pt>
                <c:pt idx="3212">
                  <c:v>122.824490356835</c:v>
                </c:pt>
                <c:pt idx="3213">
                  <c:v>124.892037160795</c:v>
                </c:pt>
                <c:pt idx="3214">
                  <c:v>124.449662087544</c:v>
                </c:pt>
                <c:pt idx="3215">
                  <c:v>127.950188764396</c:v>
                </c:pt>
                <c:pt idx="3216">
                  <c:v>127.56758268259701</c:v>
                </c:pt>
                <c:pt idx="3217">
                  <c:v>126.521868387963</c:v>
                </c:pt>
                <c:pt idx="3218">
                  <c:v>129.72477796377601</c:v>
                </c:pt>
                <c:pt idx="3219">
                  <c:v>130.03441498915001</c:v>
                </c:pt>
                <c:pt idx="3220">
                  <c:v>130.37748129769801</c:v>
                </c:pt>
                <c:pt idx="3221">
                  <c:v>133.19026458315599</c:v>
                </c:pt>
                <c:pt idx="3222">
                  <c:v>133.26006494393701</c:v>
                </c:pt>
                <c:pt idx="3223">
                  <c:v>135.48522269378199</c:v>
                </c:pt>
                <c:pt idx="3224">
                  <c:v>133.225168308511</c:v>
                </c:pt>
                <c:pt idx="3225">
                  <c:v>133.95903364735599</c:v>
                </c:pt>
                <c:pt idx="3226">
                  <c:v>137.653427891928</c:v>
                </c:pt>
                <c:pt idx="3227">
                  <c:v>135.786232080524</c:v>
                </c:pt>
                <c:pt idx="3228">
                  <c:v>144.41156952218199</c:v>
                </c:pt>
                <c:pt idx="3229">
                  <c:v>141.10502483172499</c:v>
                </c:pt>
                <c:pt idx="3230">
                  <c:v>143.54175156011701</c:v>
                </c:pt>
                <c:pt idx="3231">
                  <c:v>140.75528910319699</c:v>
                </c:pt>
                <c:pt idx="3232">
                  <c:v>142.57422577648001</c:v>
                </c:pt>
                <c:pt idx="3233">
                  <c:v>142.95111607025299</c:v>
                </c:pt>
                <c:pt idx="3234">
                  <c:v>140.643116774536</c:v>
                </c:pt>
                <c:pt idx="3235">
                  <c:v>144.82349743316399</c:v>
                </c:pt>
                <c:pt idx="3236">
                  <c:v>140.61540210031399</c:v>
                </c:pt>
                <c:pt idx="3237">
                  <c:v>145.61390643254299</c:v>
                </c:pt>
                <c:pt idx="3238">
                  <c:v>146.93474512366899</c:v>
                </c:pt>
                <c:pt idx="3239">
                  <c:v>138.74801109177901</c:v>
                </c:pt>
                <c:pt idx="3240">
                  <c:v>141.66028568205201</c:v>
                </c:pt>
                <c:pt idx="3241">
                  <c:v>144.608435652401</c:v>
                </c:pt>
                <c:pt idx="3242">
                  <c:v>144.054138091129</c:v>
                </c:pt>
                <c:pt idx="3243">
                  <c:v>143.378173896291</c:v>
                </c:pt>
                <c:pt idx="3244">
                  <c:v>144.31374077090001</c:v>
                </c:pt>
                <c:pt idx="3245">
                  <c:v>145.901306386713</c:v>
                </c:pt>
                <c:pt idx="3246">
                  <c:v>144.825484800326</c:v>
                </c:pt>
                <c:pt idx="3247">
                  <c:v>142.14446378951999</c:v>
                </c:pt>
                <c:pt idx="3248">
                  <c:v>143.85725346919</c:v>
                </c:pt>
                <c:pt idx="3249">
                  <c:v>145.32349288302501</c:v>
                </c:pt>
                <c:pt idx="3250">
                  <c:v>141.20168472702599</c:v>
                </c:pt>
                <c:pt idx="3251">
                  <c:v>141.68144085521001</c:v>
                </c:pt>
                <c:pt idx="3252">
                  <c:v>143.58049764554499</c:v>
                </c:pt>
                <c:pt idx="3253">
                  <c:v>139.77290341130799</c:v>
                </c:pt>
                <c:pt idx="3254">
                  <c:v>143.462255539864</c:v>
                </c:pt>
                <c:pt idx="3255">
                  <c:v>137.87536918582401</c:v>
                </c:pt>
                <c:pt idx="3256">
                  <c:v>134.211169090212</c:v>
                </c:pt>
                <c:pt idx="3257">
                  <c:v>136.05836521451701</c:v>
                </c:pt>
                <c:pt idx="3258">
                  <c:v>137.60444202924</c:v>
                </c:pt>
                <c:pt idx="3259">
                  <c:v>133.16544611665</c:v>
                </c:pt>
                <c:pt idx="3260">
                  <c:v>131.675719264717</c:v>
                </c:pt>
                <c:pt idx="3261">
                  <c:v>132.89315038091999</c:v>
                </c:pt>
                <c:pt idx="3262">
                  <c:v>130.090716459026</c:v>
                </c:pt>
                <c:pt idx="3263">
                  <c:v>130.144018030778</c:v>
                </c:pt>
                <c:pt idx="3264">
                  <c:v>129.61868431717099</c:v>
                </c:pt>
                <c:pt idx="3265">
                  <c:v>126.094383772558</c:v>
                </c:pt>
                <c:pt idx="3266">
                  <c:v>123.37310459223301</c:v>
                </c:pt>
                <c:pt idx="3267">
                  <c:v>121.669877742567</c:v>
                </c:pt>
                <c:pt idx="3268">
                  <c:v>116.872843096389</c:v>
                </c:pt>
                <c:pt idx="3269">
                  <c:v>117.547811777834</c:v>
                </c:pt>
                <c:pt idx="3270">
                  <c:v>113.066336603077</c:v>
                </c:pt>
                <c:pt idx="3271">
                  <c:v>111.82242525776201</c:v>
                </c:pt>
                <c:pt idx="3272">
                  <c:v>109.682729771436</c:v>
                </c:pt>
                <c:pt idx="3273">
                  <c:v>109.58086147754101</c:v>
                </c:pt>
                <c:pt idx="3274">
                  <c:v>108.452965946283</c:v>
                </c:pt>
                <c:pt idx="3275">
                  <c:v>108.382403114486</c:v>
                </c:pt>
                <c:pt idx="3276">
                  <c:v>108.017083606271</c:v>
                </c:pt>
                <c:pt idx="3277">
                  <c:v>102.72493423722599</c:v>
                </c:pt>
                <c:pt idx="3278">
                  <c:v>99.102944652736994</c:v>
                </c:pt>
                <c:pt idx="3279">
                  <c:v>95.152708217639201</c:v>
                </c:pt>
                <c:pt idx="3280">
                  <c:v>93.415345730709404</c:v>
                </c:pt>
                <c:pt idx="3281">
                  <c:v>92.666276314701904</c:v>
                </c:pt>
                <c:pt idx="3282">
                  <c:v>94.318964283420996</c:v>
                </c:pt>
                <c:pt idx="3283">
                  <c:v>91.422588493270595</c:v>
                </c:pt>
                <c:pt idx="3284">
                  <c:v>83.6511405746148</c:v>
                </c:pt>
                <c:pt idx="3285">
                  <c:v>87.203319779226206</c:v>
                </c:pt>
                <c:pt idx="3286">
                  <c:v>83.493883570937598</c:v>
                </c:pt>
                <c:pt idx="3287">
                  <c:v>78.084927131421097</c:v>
                </c:pt>
                <c:pt idx="3288">
                  <c:v>71.647093876410295</c:v>
                </c:pt>
                <c:pt idx="3289">
                  <c:v>76.535794479761805</c:v>
                </c:pt>
                <c:pt idx="3290">
                  <c:v>69.196015608466197</c:v>
                </c:pt>
                <c:pt idx="3291">
                  <c:v>66.936954760056295</c:v>
                </c:pt>
                <c:pt idx="3292">
                  <c:v>68.959641431363906</c:v>
                </c:pt>
                <c:pt idx="3293">
                  <c:v>64.337453949523507</c:v>
                </c:pt>
                <c:pt idx="3294">
                  <c:v>59.608747423356199</c:v>
                </c:pt>
                <c:pt idx="3295">
                  <c:v>61.120925537076999</c:v>
                </c:pt>
                <c:pt idx="3296">
                  <c:v>60.6572409098601</c:v>
                </c:pt>
                <c:pt idx="3297">
                  <c:v>52.992541067953397</c:v>
                </c:pt>
                <c:pt idx="3298">
                  <c:v>53.5822499023989</c:v>
                </c:pt>
                <c:pt idx="3299">
                  <c:v>50.724313710850602</c:v>
                </c:pt>
                <c:pt idx="3300">
                  <c:v>45.877503220835003</c:v>
                </c:pt>
                <c:pt idx="3301">
                  <c:v>45.506321480917698</c:v>
                </c:pt>
                <c:pt idx="3302">
                  <c:v>44.2817387417372</c:v>
                </c:pt>
                <c:pt idx="3303">
                  <c:v>37.2266040405488</c:v>
                </c:pt>
                <c:pt idx="3304">
                  <c:v>37.028727007310998</c:v>
                </c:pt>
                <c:pt idx="3305">
                  <c:v>34.362781197956203</c:v>
                </c:pt>
                <c:pt idx="3306">
                  <c:v>35.723787419357002</c:v>
                </c:pt>
                <c:pt idx="3307">
                  <c:v>28.468272519161701</c:v>
                </c:pt>
                <c:pt idx="3308">
                  <c:v>28.915074978378101</c:v>
                </c:pt>
                <c:pt idx="3309">
                  <c:v>24.787647766606302</c:v>
                </c:pt>
                <c:pt idx="3310">
                  <c:v>22.779363869684101</c:v>
                </c:pt>
                <c:pt idx="3311">
                  <c:v>18.624079240235101</c:v>
                </c:pt>
                <c:pt idx="3312">
                  <c:v>18.308756771068602</c:v>
                </c:pt>
                <c:pt idx="3313">
                  <c:v>16.138124469199902</c:v>
                </c:pt>
                <c:pt idx="3314">
                  <c:v>12.7247291803768</c:v>
                </c:pt>
                <c:pt idx="3315">
                  <c:v>11.3950223487044</c:v>
                </c:pt>
                <c:pt idx="3316">
                  <c:v>9.7770326083074792</c:v>
                </c:pt>
                <c:pt idx="3317">
                  <c:v>8.9266539151733397</c:v>
                </c:pt>
                <c:pt idx="3318">
                  <c:v>4.0666505348719397</c:v>
                </c:pt>
                <c:pt idx="3319">
                  <c:v>1.73705652134134</c:v>
                </c:pt>
                <c:pt idx="3320">
                  <c:v>-1.38388600721458</c:v>
                </c:pt>
                <c:pt idx="3321">
                  <c:v>-1.9042777356056599</c:v>
                </c:pt>
                <c:pt idx="3322">
                  <c:v>-3.0361413564683599</c:v>
                </c:pt>
                <c:pt idx="3323">
                  <c:v>-4.4253352336448302</c:v>
                </c:pt>
                <c:pt idx="3324">
                  <c:v>-6.7620541810787804</c:v>
                </c:pt>
                <c:pt idx="3325">
                  <c:v>-8.9607608119621798</c:v>
                </c:pt>
                <c:pt idx="3326">
                  <c:v>-12.2517968396706</c:v>
                </c:pt>
                <c:pt idx="3327">
                  <c:v>-11.6620640434273</c:v>
                </c:pt>
                <c:pt idx="3328">
                  <c:v>-13.0152373046481</c:v>
                </c:pt>
                <c:pt idx="3329">
                  <c:v>-21.609283621489102</c:v>
                </c:pt>
                <c:pt idx="3330">
                  <c:v>-19.8425148515995</c:v>
                </c:pt>
                <c:pt idx="3331">
                  <c:v>-19.899743575827198</c:v>
                </c:pt>
                <c:pt idx="3332">
                  <c:v>-20.681107013548999</c:v>
                </c:pt>
                <c:pt idx="3333">
                  <c:v>-20.622435547334401</c:v>
                </c:pt>
                <c:pt idx="3334">
                  <c:v>-26.439439875831098</c:v>
                </c:pt>
                <c:pt idx="3335">
                  <c:v>-27.652275604100101</c:v>
                </c:pt>
                <c:pt idx="3336">
                  <c:v>-28.250433974597399</c:v>
                </c:pt>
                <c:pt idx="3337">
                  <c:v>-30.7618673691316</c:v>
                </c:pt>
                <c:pt idx="3338">
                  <c:v>-29.847741874873801</c:v>
                </c:pt>
                <c:pt idx="3339">
                  <c:v>-33.239835605841598</c:v>
                </c:pt>
                <c:pt idx="3340">
                  <c:v>-32.614432093157703</c:v>
                </c:pt>
                <c:pt idx="3341">
                  <c:v>-35.5202569570328</c:v>
                </c:pt>
                <c:pt idx="3342">
                  <c:v>-36.689470270438697</c:v>
                </c:pt>
                <c:pt idx="3343">
                  <c:v>-37.285580592975599</c:v>
                </c:pt>
                <c:pt idx="3344">
                  <c:v>-37.341951882742102</c:v>
                </c:pt>
                <c:pt idx="3345">
                  <c:v>-38.377305128459</c:v>
                </c:pt>
                <c:pt idx="3346">
                  <c:v>-40.5058795282049</c:v>
                </c:pt>
                <c:pt idx="3347">
                  <c:v>-42.748202576900603</c:v>
                </c:pt>
                <c:pt idx="3348">
                  <c:v>-44.008682536936298</c:v>
                </c:pt>
                <c:pt idx="3349">
                  <c:v>-44.934992452015003</c:v>
                </c:pt>
                <c:pt idx="3350">
                  <c:v>-43.500032328456001</c:v>
                </c:pt>
                <c:pt idx="3351">
                  <c:v>-47.808824161878498</c:v>
                </c:pt>
                <c:pt idx="3352">
                  <c:v>-48.335219840267698</c:v>
                </c:pt>
                <c:pt idx="3353">
                  <c:v>-49.7371882300152</c:v>
                </c:pt>
                <c:pt idx="3354">
                  <c:v>-51.786011574612601</c:v>
                </c:pt>
                <c:pt idx="3355">
                  <c:v>-55.344932355002399</c:v>
                </c:pt>
                <c:pt idx="3356">
                  <c:v>-52.640855256103798</c:v>
                </c:pt>
                <c:pt idx="3357">
                  <c:v>-54.440509559177798</c:v>
                </c:pt>
                <c:pt idx="3358">
                  <c:v>-54.7897690406609</c:v>
                </c:pt>
                <c:pt idx="3359">
                  <c:v>-54.259993775872502</c:v>
                </c:pt>
                <c:pt idx="3360">
                  <c:v>-55.616859985591901</c:v>
                </c:pt>
                <c:pt idx="3361">
                  <c:v>-58.955292145095598</c:v>
                </c:pt>
                <c:pt idx="3362">
                  <c:v>-59.773509156995097</c:v>
                </c:pt>
                <c:pt idx="3363">
                  <c:v>-61.9861020494819</c:v>
                </c:pt>
                <c:pt idx="3364">
                  <c:v>-61.512902284108002</c:v>
                </c:pt>
                <c:pt idx="3365">
                  <c:v>-63.926860831128799</c:v>
                </c:pt>
                <c:pt idx="3366">
                  <c:v>-62.417182222219203</c:v>
                </c:pt>
                <c:pt idx="3367">
                  <c:v>-64.773969420005798</c:v>
                </c:pt>
                <c:pt idx="3368">
                  <c:v>-65.118624182679</c:v>
                </c:pt>
                <c:pt idx="3369">
                  <c:v>-63.966152061573602</c:v>
                </c:pt>
                <c:pt idx="3370">
                  <c:v>-65.693691831061599</c:v>
                </c:pt>
                <c:pt idx="3371">
                  <c:v>-65.719914819139902</c:v>
                </c:pt>
                <c:pt idx="3372">
                  <c:v>-68.622601820933397</c:v>
                </c:pt>
                <c:pt idx="3373">
                  <c:v>-67.713244601872006</c:v>
                </c:pt>
                <c:pt idx="3374">
                  <c:v>-69.556377435621201</c:v>
                </c:pt>
                <c:pt idx="3375">
                  <c:v>-67.214836086503794</c:v>
                </c:pt>
                <c:pt idx="3376">
                  <c:v>-69.212328767309202</c:v>
                </c:pt>
                <c:pt idx="3377">
                  <c:v>-69.594328149005904</c:v>
                </c:pt>
                <c:pt idx="3378">
                  <c:v>-71.768398145212899</c:v>
                </c:pt>
                <c:pt idx="3379">
                  <c:v>-74.395535402701896</c:v>
                </c:pt>
                <c:pt idx="3380">
                  <c:v>-73.613989761062001</c:v>
                </c:pt>
                <c:pt idx="3381">
                  <c:v>-74.758904441081498</c:v>
                </c:pt>
                <c:pt idx="3382">
                  <c:v>-76.388931485194902</c:v>
                </c:pt>
                <c:pt idx="3383">
                  <c:v>-75.650586394061193</c:v>
                </c:pt>
                <c:pt idx="3384">
                  <c:v>-78.154724387322105</c:v>
                </c:pt>
                <c:pt idx="3385">
                  <c:v>-79.042745628255702</c:v>
                </c:pt>
                <c:pt idx="3386">
                  <c:v>-77.803823196192795</c:v>
                </c:pt>
                <c:pt idx="3387">
                  <c:v>-78.014840025648795</c:v>
                </c:pt>
                <c:pt idx="3388">
                  <c:v>-79.798057696278704</c:v>
                </c:pt>
                <c:pt idx="3389">
                  <c:v>-80.633636629347905</c:v>
                </c:pt>
                <c:pt idx="3390">
                  <c:v>-79.378603306167705</c:v>
                </c:pt>
                <c:pt idx="3391">
                  <c:v>-82.074814431095604</c:v>
                </c:pt>
                <c:pt idx="3392">
                  <c:v>-83.197207034164506</c:v>
                </c:pt>
                <c:pt idx="3393">
                  <c:v>-82.612574336756495</c:v>
                </c:pt>
                <c:pt idx="3394">
                  <c:v>-80.4419278678794</c:v>
                </c:pt>
                <c:pt idx="3395">
                  <c:v>-86.548691659867998</c:v>
                </c:pt>
                <c:pt idx="3396">
                  <c:v>-83.523574030405697</c:v>
                </c:pt>
                <c:pt idx="3397">
                  <c:v>-86.411198441756198</c:v>
                </c:pt>
                <c:pt idx="3398">
                  <c:v>-86.596806707971794</c:v>
                </c:pt>
                <c:pt idx="3399">
                  <c:v>-87.090364341435802</c:v>
                </c:pt>
                <c:pt idx="3400">
                  <c:v>-87.615261075992606</c:v>
                </c:pt>
                <c:pt idx="3401">
                  <c:v>-88.293435407508298</c:v>
                </c:pt>
                <c:pt idx="3402">
                  <c:v>-86.983742129212601</c:v>
                </c:pt>
                <c:pt idx="3403">
                  <c:v>-88.619818781201005</c:v>
                </c:pt>
                <c:pt idx="3404">
                  <c:v>-87.7995398367908</c:v>
                </c:pt>
                <c:pt idx="3405">
                  <c:v>-88.796154991164101</c:v>
                </c:pt>
                <c:pt idx="3406">
                  <c:v>-91.588203723525993</c:v>
                </c:pt>
                <c:pt idx="3407">
                  <c:v>-89.694144940789897</c:v>
                </c:pt>
                <c:pt idx="3408">
                  <c:v>-93.212343544591207</c:v>
                </c:pt>
                <c:pt idx="3409">
                  <c:v>-92.134588409405595</c:v>
                </c:pt>
                <c:pt idx="3410">
                  <c:v>-93.356731372495801</c:v>
                </c:pt>
                <c:pt idx="3411">
                  <c:v>-93.025549100680607</c:v>
                </c:pt>
                <c:pt idx="3412">
                  <c:v>-93.042785130870996</c:v>
                </c:pt>
                <c:pt idx="3413">
                  <c:v>-91.870233225852303</c:v>
                </c:pt>
                <c:pt idx="3414">
                  <c:v>-95.002397235607006</c:v>
                </c:pt>
                <c:pt idx="3415">
                  <c:v>-96.421618748865399</c:v>
                </c:pt>
                <c:pt idx="3416">
                  <c:v>-95.953919760451001</c:v>
                </c:pt>
                <c:pt idx="3417">
                  <c:v>-96.765143174550005</c:v>
                </c:pt>
                <c:pt idx="3418">
                  <c:v>-96.826714214498494</c:v>
                </c:pt>
                <c:pt idx="3419">
                  <c:v>-96.106258131688094</c:v>
                </c:pt>
                <c:pt idx="3420">
                  <c:v>-99.151174846740702</c:v>
                </c:pt>
                <c:pt idx="3421">
                  <c:v>-99.3255653519916</c:v>
                </c:pt>
                <c:pt idx="3422">
                  <c:v>-100.503816669676</c:v>
                </c:pt>
                <c:pt idx="3423">
                  <c:v>-101.402620005009</c:v>
                </c:pt>
                <c:pt idx="3424">
                  <c:v>-101.91727170678</c:v>
                </c:pt>
                <c:pt idx="3425">
                  <c:v>-101.27347509288801</c:v>
                </c:pt>
                <c:pt idx="3426">
                  <c:v>-100.253725317687</c:v>
                </c:pt>
                <c:pt idx="3427">
                  <c:v>-102.688267721993</c:v>
                </c:pt>
                <c:pt idx="3428">
                  <c:v>-104.380499005581</c:v>
                </c:pt>
                <c:pt idx="3429">
                  <c:v>-102.595768719953</c:v>
                </c:pt>
                <c:pt idx="3430">
                  <c:v>-105.939726744604</c:v>
                </c:pt>
                <c:pt idx="3431">
                  <c:v>-103.508745205941</c:v>
                </c:pt>
                <c:pt idx="3432">
                  <c:v>-104.84589191224001</c:v>
                </c:pt>
                <c:pt idx="3433">
                  <c:v>-106.14505850981701</c:v>
                </c:pt>
                <c:pt idx="3434">
                  <c:v>-106.139751050944</c:v>
                </c:pt>
                <c:pt idx="3435">
                  <c:v>-107.05485612554099</c:v>
                </c:pt>
                <c:pt idx="3436">
                  <c:v>-109.56891100246899</c:v>
                </c:pt>
                <c:pt idx="3437">
                  <c:v>-108.679625640464</c:v>
                </c:pt>
                <c:pt idx="3438">
                  <c:v>-109.552728675129</c:v>
                </c:pt>
                <c:pt idx="3439">
                  <c:v>-110.141944608502</c:v>
                </c:pt>
                <c:pt idx="3440">
                  <c:v>-111.498647007892</c:v>
                </c:pt>
                <c:pt idx="3441">
                  <c:v>-110.43329944862199</c:v>
                </c:pt>
                <c:pt idx="3442">
                  <c:v>-113.104472726545</c:v>
                </c:pt>
                <c:pt idx="3443">
                  <c:v>-111.56501053073301</c:v>
                </c:pt>
                <c:pt idx="3444">
                  <c:v>-113.11248658887899</c:v>
                </c:pt>
                <c:pt idx="3445">
                  <c:v>-114.072924180502</c:v>
                </c:pt>
                <c:pt idx="3446">
                  <c:v>-112.825249790003</c:v>
                </c:pt>
                <c:pt idx="3447">
                  <c:v>-110.102363032979</c:v>
                </c:pt>
                <c:pt idx="3448">
                  <c:v>-114.58083214314399</c:v>
                </c:pt>
                <c:pt idx="3449">
                  <c:v>-115.98536309535</c:v>
                </c:pt>
                <c:pt idx="3450">
                  <c:v>-116.82328096430901</c:v>
                </c:pt>
                <c:pt idx="3451">
                  <c:v>-118.115636504039</c:v>
                </c:pt>
                <c:pt idx="3452">
                  <c:v>-117.86062688661799</c:v>
                </c:pt>
                <c:pt idx="3453">
                  <c:v>-116.42440572960599</c:v>
                </c:pt>
                <c:pt idx="3454">
                  <c:v>-117.62411895747999</c:v>
                </c:pt>
                <c:pt idx="3455">
                  <c:v>-118.190006463052</c:v>
                </c:pt>
                <c:pt idx="3456">
                  <c:v>-117.31335862930401</c:v>
                </c:pt>
                <c:pt idx="3457">
                  <c:v>-118.995161351146</c:v>
                </c:pt>
                <c:pt idx="3458">
                  <c:v>-118.40939396788001</c:v>
                </c:pt>
                <c:pt idx="3459">
                  <c:v>-118.439051042228</c:v>
                </c:pt>
                <c:pt idx="3460">
                  <c:v>-118.57483870173</c:v>
                </c:pt>
                <c:pt idx="3461">
                  <c:v>-119.367393678846</c:v>
                </c:pt>
                <c:pt idx="3462">
                  <c:v>-119.777716719182</c:v>
                </c:pt>
                <c:pt idx="3463">
                  <c:v>-120.147368966724</c:v>
                </c:pt>
                <c:pt idx="3464">
                  <c:v>-122.24357962524</c:v>
                </c:pt>
                <c:pt idx="3465">
                  <c:v>-123.167326385219</c:v>
                </c:pt>
                <c:pt idx="3466">
                  <c:v>-123.185812904258</c:v>
                </c:pt>
                <c:pt idx="3467">
                  <c:v>-126.35354125860199</c:v>
                </c:pt>
                <c:pt idx="3468">
                  <c:v>-127.51358084902</c:v>
                </c:pt>
                <c:pt idx="3469">
                  <c:v>-125.47122390646</c:v>
                </c:pt>
                <c:pt idx="3470">
                  <c:v>-126.795310804935</c:v>
                </c:pt>
                <c:pt idx="3471">
                  <c:v>-127.635752699823</c:v>
                </c:pt>
                <c:pt idx="3472">
                  <c:v>-125.97100060094201</c:v>
                </c:pt>
                <c:pt idx="3473">
                  <c:v>-132.39790039383499</c:v>
                </c:pt>
                <c:pt idx="3474">
                  <c:v>-132.95771733638799</c:v>
                </c:pt>
                <c:pt idx="3475">
                  <c:v>-133.46698275830201</c:v>
                </c:pt>
                <c:pt idx="3476">
                  <c:v>-133.861065341146</c:v>
                </c:pt>
                <c:pt idx="3477">
                  <c:v>-134.30799047730699</c:v>
                </c:pt>
                <c:pt idx="3478">
                  <c:v>-135.89289254425199</c:v>
                </c:pt>
                <c:pt idx="3479">
                  <c:v>-136.285812537043</c:v>
                </c:pt>
                <c:pt idx="3480">
                  <c:v>-137.88523301074201</c:v>
                </c:pt>
                <c:pt idx="3481">
                  <c:v>-139.0978403723</c:v>
                </c:pt>
                <c:pt idx="3482">
                  <c:v>-141.27375138603</c:v>
                </c:pt>
                <c:pt idx="3483">
                  <c:v>-141.85174695698001</c:v>
                </c:pt>
                <c:pt idx="3484">
                  <c:v>-142.557866495388</c:v>
                </c:pt>
                <c:pt idx="3485">
                  <c:v>-141.546212088115</c:v>
                </c:pt>
                <c:pt idx="3486">
                  <c:v>-142.55360518403501</c:v>
                </c:pt>
                <c:pt idx="3487">
                  <c:v>-146.12819731092401</c:v>
                </c:pt>
                <c:pt idx="3488">
                  <c:v>-149.08273087121199</c:v>
                </c:pt>
                <c:pt idx="3489">
                  <c:v>-149.32169853111901</c:v>
                </c:pt>
                <c:pt idx="3490">
                  <c:v>-149.80799178845399</c:v>
                </c:pt>
                <c:pt idx="3491">
                  <c:v>-149.83662270543201</c:v>
                </c:pt>
                <c:pt idx="3492">
                  <c:v>-153.16692189131601</c:v>
                </c:pt>
                <c:pt idx="3493">
                  <c:v>-152.579364984416</c:v>
                </c:pt>
                <c:pt idx="3494">
                  <c:v>-156.62967529301699</c:v>
                </c:pt>
                <c:pt idx="3495">
                  <c:v>-157.751962873465</c:v>
                </c:pt>
                <c:pt idx="3496">
                  <c:v>-157.25594482054899</c:v>
                </c:pt>
                <c:pt idx="3497">
                  <c:v>-160.47405258484201</c:v>
                </c:pt>
                <c:pt idx="3498">
                  <c:v>-158.38162027674599</c:v>
                </c:pt>
                <c:pt idx="3499">
                  <c:v>-160.78029629521501</c:v>
                </c:pt>
                <c:pt idx="3500">
                  <c:v>-162.13355353334799</c:v>
                </c:pt>
                <c:pt idx="3501">
                  <c:v>-164.22038716163701</c:v>
                </c:pt>
                <c:pt idx="3502">
                  <c:v>-163.60547905476199</c:v>
                </c:pt>
                <c:pt idx="3503">
                  <c:v>-164.111999995791</c:v>
                </c:pt>
                <c:pt idx="3504">
                  <c:v>-167.66205460610001</c:v>
                </c:pt>
                <c:pt idx="3505">
                  <c:v>-166.874033009432</c:v>
                </c:pt>
                <c:pt idx="3506">
                  <c:v>-167.02817362888601</c:v>
                </c:pt>
                <c:pt idx="3507">
                  <c:v>-169.31994031822001</c:v>
                </c:pt>
                <c:pt idx="3508">
                  <c:v>-169.675614252126</c:v>
                </c:pt>
                <c:pt idx="3509">
                  <c:v>-171.80633232519901</c:v>
                </c:pt>
                <c:pt idx="3510">
                  <c:v>-174.54168492381501</c:v>
                </c:pt>
                <c:pt idx="3511">
                  <c:v>-174.230722188443</c:v>
                </c:pt>
                <c:pt idx="3512">
                  <c:v>-175.101997795069</c:v>
                </c:pt>
                <c:pt idx="3513">
                  <c:v>-177.40052380125101</c:v>
                </c:pt>
                <c:pt idx="3514">
                  <c:v>-177.40368457110901</c:v>
                </c:pt>
                <c:pt idx="3515">
                  <c:v>-181.75423696347099</c:v>
                </c:pt>
                <c:pt idx="3516">
                  <c:v>-180.77448310122099</c:v>
                </c:pt>
                <c:pt idx="3517">
                  <c:v>-182.302134210796</c:v>
                </c:pt>
                <c:pt idx="3518">
                  <c:v>-183.573257912396</c:v>
                </c:pt>
                <c:pt idx="3519">
                  <c:v>-185.866226590156</c:v>
                </c:pt>
                <c:pt idx="3520">
                  <c:v>-184.69867273343999</c:v>
                </c:pt>
                <c:pt idx="3521">
                  <c:v>-187.21615208787301</c:v>
                </c:pt>
                <c:pt idx="3522">
                  <c:v>-189.948800617898</c:v>
                </c:pt>
                <c:pt idx="3523">
                  <c:v>-189.919745946549</c:v>
                </c:pt>
                <c:pt idx="3524">
                  <c:v>-191.820534330827</c:v>
                </c:pt>
                <c:pt idx="3525">
                  <c:v>-192.045378480061</c:v>
                </c:pt>
                <c:pt idx="3526">
                  <c:v>-193.64627164070399</c:v>
                </c:pt>
                <c:pt idx="3527">
                  <c:v>-193.19424097101</c:v>
                </c:pt>
                <c:pt idx="3528">
                  <c:v>-195.15313186766599</c:v>
                </c:pt>
                <c:pt idx="3529">
                  <c:v>-196.526936145235</c:v>
                </c:pt>
                <c:pt idx="3530">
                  <c:v>-195.97348845847901</c:v>
                </c:pt>
                <c:pt idx="3531">
                  <c:v>-197.27177557196401</c:v>
                </c:pt>
                <c:pt idx="3532">
                  <c:v>-196.20268738613399</c:v>
                </c:pt>
                <c:pt idx="3533">
                  <c:v>-197.61108895975499</c:v>
                </c:pt>
                <c:pt idx="3534">
                  <c:v>-199.173868191065</c:v>
                </c:pt>
                <c:pt idx="3535">
                  <c:v>-198.55166414851601</c:v>
                </c:pt>
                <c:pt idx="3536">
                  <c:v>-200.78614205343899</c:v>
                </c:pt>
                <c:pt idx="3537">
                  <c:v>-200.30383224060199</c:v>
                </c:pt>
                <c:pt idx="3538">
                  <c:v>-199.90829956040201</c:v>
                </c:pt>
                <c:pt idx="3539">
                  <c:v>-198.47196935260101</c:v>
                </c:pt>
                <c:pt idx="3540">
                  <c:v>-197.540124973487</c:v>
                </c:pt>
                <c:pt idx="3541">
                  <c:v>-198.79643027431499</c:v>
                </c:pt>
                <c:pt idx="3542">
                  <c:v>-200.98352814400499</c:v>
                </c:pt>
                <c:pt idx="3543">
                  <c:v>-201.79908582253299</c:v>
                </c:pt>
                <c:pt idx="3544">
                  <c:v>-201.410340894417</c:v>
                </c:pt>
                <c:pt idx="3545">
                  <c:v>-201.52617416545201</c:v>
                </c:pt>
                <c:pt idx="3546">
                  <c:v>-202.87592231239699</c:v>
                </c:pt>
                <c:pt idx="3547">
                  <c:v>-202.39639665818001</c:v>
                </c:pt>
                <c:pt idx="3548">
                  <c:v>-201.166431962747</c:v>
                </c:pt>
                <c:pt idx="3549">
                  <c:v>-201.484765986252</c:v>
                </c:pt>
                <c:pt idx="3550">
                  <c:v>-203.661060173886</c:v>
                </c:pt>
                <c:pt idx="3551">
                  <c:v>-203.30620163287799</c:v>
                </c:pt>
                <c:pt idx="3552">
                  <c:v>-201.55869739655699</c:v>
                </c:pt>
                <c:pt idx="3553">
                  <c:v>-201.330606666108</c:v>
                </c:pt>
                <c:pt idx="3554">
                  <c:v>-201.19033481557599</c:v>
                </c:pt>
                <c:pt idx="3555">
                  <c:v>-200.22440839472</c:v>
                </c:pt>
                <c:pt idx="3556">
                  <c:v>-201.769164842435</c:v>
                </c:pt>
                <c:pt idx="3557">
                  <c:v>-203.08744378938999</c:v>
                </c:pt>
                <c:pt idx="3558">
                  <c:v>-200.93833205205101</c:v>
                </c:pt>
                <c:pt idx="3559">
                  <c:v>-202.69191480131801</c:v>
                </c:pt>
                <c:pt idx="3560">
                  <c:v>-200.16937657796399</c:v>
                </c:pt>
                <c:pt idx="3561">
                  <c:v>-201.76584695152201</c:v>
                </c:pt>
                <c:pt idx="3562">
                  <c:v>-200.82921216549701</c:v>
                </c:pt>
                <c:pt idx="3563">
                  <c:v>-200.02191503006699</c:v>
                </c:pt>
                <c:pt idx="3564">
                  <c:v>-201.27265109384101</c:v>
                </c:pt>
                <c:pt idx="3565">
                  <c:v>-202.02367294184501</c:v>
                </c:pt>
                <c:pt idx="3566">
                  <c:v>-197.92873079238299</c:v>
                </c:pt>
                <c:pt idx="3567">
                  <c:v>-198.111967176668</c:v>
                </c:pt>
                <c:pt idx="3568">
                  <c:v>-199.881989932435</c:v>
                </c:pt>
                <c:pt idx="3569">
                  <c:v>-200.07528023412499</c:v>
                </c:pt>
                <c:pt idx="3570">
                  <c:v>-200.33684160223501</c:v>
                </c:pt>
                <c:pt idx="3571">
                  <c:v>-200.21286814745801</c:v>
                </c:pt>
                <c:pt idx="3572">
                  <c:v>-199.056579931241</c:v>
                </c:pt>
                <c:pt idx="3573">
                  <c:v>-198.476754602498</c:v>
                </c:pt>
                <c:pt idx="3574">
                  <c:v>-197.853459433241</c:v>
                </c:pt>
                <c:pt idx="3575">
                  <c:v>-198.11691758641501</c:v>
                </c:pt>
                <c:pt idx="3576">
                  <c:v>-196.16372227125501</c:v>
                </c:pt>
                <c:pt idx="3577">
                  <c:v>-196.658777621654</c:v>
                </c:pt>
                <c:pt idx="3578">
                  <c:v>-194.25551130278899</c:v>
                </c:pt>
                <c:pt idx="3579">
                  <c:v>-193.400051774189</c:v>
                </c:pt>
                <c:pt idx="3580">
                  <c:v>-193.17429143843299</c:v>
                </c:pt>
                <c:pt idx="3581">
                  <c:v>-194.98157317714899</c:v>
                </c:pt>
                <c:pt idx="3582">
                  <c:v>-194.95859112678801</c:v>
                </c:pt>
                <c:pt idx="3583">
                  <c:v>-194.60347275696699</c:v>
                </c:pt>
                <c:pt idx="3584">
                  <c:v>-194.33446110580101</c:v>
                </c:pt>
                <c:pt idx="3585">
                  <c:v>-193.300810001553</c:v>
                </c:pt>
                <c:pt idx="3586">
                  <c:v>-192.094897755267</c:v>
                </c:pt>
                <c:pt idx="3587">
                  <c:v>-191.60594941925899</c:v>
                </c:pt>
                <c:pt idx="3588">
                  <c:v>-191.74351049578101</c:v>
                </c:pt>
                <c:pt idx="3589">
                  <c:v>-191.48451284630801</c:v>
                </c:pt>
                <c:pt idx="3590">
                  <c:v>-192.46458220066501</c:v>
                </c:pt>
                <c:pt idx="3591">
                  <c:v>-191.062264092265</c:v>
                </c:pt>
                <c:pt idx="3592">
                  <c:v>-192.57031742172401</c:v>
                </c:pt>
                <c:pt idx="3593">
                  <c:v>-190.17668123465501</c:v>
                </c:pt>
                <c:pt idx="3594">
                  <c:v>-192.142582008055</c:v>
                </c:pt>
                <c:pt idx="3595">
                  <c:v>-193.61244678377901</c:v>
                </c:pt>
                <c:pt idx="3596">
                  <c:v>-193.26705128676801</c:v>
                </c:pt>
                <c:pt idx="3597">
                  <c:v>-190.965871326056</c:v>
                </c:pt>
                <c:pt idx="3598">
                  <c:v>-190.02747917845801</c:v>
                </c:pt>
                <c:pt idx="3599">
                  <c:v>-190.49634535521099</c:v>
                </c:pt>
                <c:pt idx="3600">
                  <c:v>-189.46614701753899</c:v>
                </c:pt>
                <c:pt idx="3601">
                  <c:v>-189.20939410633099</c:v>
                </c:pt>
                <c:pt idx="3602">
                  <c:v>-190.652611988698</c:v>
                </c:pt>
                <c:pt idx="3603">
                  <c:v>-190.90791773209901</c:v>
                </c:pt>
                <c:pt idx="3604">
                  <c:v>-189.79329307840999</c:v>
                </c:pt>
                <c:pt idx="3605">
                  <c:v>-188.876268604557</c:v>
                </c:pt>
                <c:pt idx="3606">
                  <c:v>-188.86526160760599</c:v>
                </c:pt>
                <c:pt idx="3607">
                  <c:v>-190.590197721311</c:v>
                </c:pt>
                <c:pt idx="3608">
                  <c:v>-189.75801745603201</c:v>
                </c:pt>
                <c:pt idx="3609">
                  <c:v>-190.12166122971601</c:v>
                </c:pt>
                <c:pt idx="3610">
                  <c:v>-191.407545752239</c:v>
                </c:pt>
                <c:pt idx="3611">
                  <c:v>-190.31657268326401</c:v>
                </c:pt>
                <c:pt idx="3612">
                  <c:v>-190.54956851452201</c:v>
                </c:pt>
                <c:pt idx="3613">
                  <c:v>-187.989204489001</c:v>
                </c:pt>
                <c:pt idx="3614">
                  <c:v>-191.19976552907099</c:v>
                </c:pt>
                <c:pt idx="3615">
                  <c:v>-191.51270897065399</c:v>
                </c:pt>
                <c:pt idx="3616">
                  <c:v>-190.90908553966199</c:v>
                </c:pt>
                <c:pt idx="3617">
                  <c:v>-192.244315282739</c:v>
                </c:pt>
                <c:pt idx="3618">
                  <c:v>-191.07383174204199</c:v>
                </c:pt>
                <c:pt idx="3619">
                  <c:v>-192.53127520277999</c:v>
                </c:pt>
                <c:pt idx="3620">
                  <c:v>-191.07493580958601</c:v>
                </c:pt>
                <c:pt idx="3621">
                  <c:v>-190.99365376061499</c:v>
                </c:pt>
                <c:pt idx="3622">
                  <c:v>-194.12807678501301</c:v>
                </c:pt>
                <c:pt idx="3623">
                  <c:v>-193.96821533588201</c:v>
                </c:pt>
                <c:pt idx="3624">
                  <c:v>-190.84783240393801</c:v>
                </c:pt>
                <c:pt idx="3625">
                  <c:v>-192.33769125696099</c:v>
                </c:pt>
                <c:pt idx="3626">
                  <c:v>-193.05731029705501</c:v>
                </c:pt>
                <c:pt idx="3627">
                  <c:v>-193.19813945551999</c:v>
                </c:pt>
                <c:pt idx="3628">
                  <c:v>-194.03551588611401</c:v>
                </c:pt>
                <c:pt idx="3629">
                  <c:v>-194.19029090133401</c:v>
                </c:pt>
                <c:pt idx="3630">
                  <c:v>-193.711886104987</c:v>
                </c:pt>
                <c:pt idx="3631">
                  <c:v>-190.958720984623</c:v>
                </c:pt>
                <c:pt idx="3632">
                  <c:v>-194.96361024290701</c:v>
                </c:pt>
                <c:pt idx="3633">
                  <c:v>-192.306916690691</c:v>
                </c:pt>
                <c:pt idx="3634">
                  <c:v>-194.76755974663101</c:v>
                </c:pt>
                <c:pt idx="3635">
                  <c:v>-194.653907710635</c:v>
                </c:pt>
                <c:pt idx="3636">
                  <c:v>-197.46622983489701</c:v>
                </c:pt>
                <c:pt idx="3637">
                  <c:v>-197.69813283836601</c:v>
                </c:pt>
                <c:pt idx="3638">
                  <c:v>-197.963049604491</c:v>
                </c:pt>
                <c:pt idx="3639">
                  <c:v>-197.69813283836601</c:v>
                </c:pt>
                <c:pt idx="3640">
                  <c:v>-198.311666919521</c:v>
                </c:pt>
                <c:pt idx="3641">
                  <c:v>-197.94768891026999</c:v>
                </c:pt>
                <c:pt idx="3642">
                  <c:v>-196.88316070159601</c:v>
                </c:pt>
                <c:pt idx="3643">
                  <c:v>-197.72053459132701</c:v>
                </c:pt>
                <c:pt idx="3644">
                  <c:v>-199.38598310935001</c:v>
                </c:pt>
                <c:pt idx="3645">
                  <c:v>-200.30281323023601</c:v>
                </c:pt>
                <c:pt idx="3646">
                  <c:v>-199.94702888144599</c:v>
                </c:pt>
                <c:pt idx="3647">
                  <c:v>-199.94290476375301</c:v>
                </c:pt>
                <c:pt idx="3648">
                  <c:v>-201.65055271834399</c:v>
                </c:pt>
                <c:pt idx="3649">
                  <c:v>-201.445926199382</c:v>
                </c:pt>
                <c:pt idx="3650">
                  <c:v>-201.65055271834399</c:v>
                </c:pt>
                <c:pt idx="3651">
                  <c:v>-203.78785767969501</c:v>
                </c:pt>
                <c:pt idx="3652">
                  <c:v>-202.180918757977</c:v>
                </c:pt>
                <c:pt idx="3653">
                  <c:v>-202.60887151197599</c:v>
                </c:pt>
                <c:pt idx="3654">
                  <c:v>-204.73725920154601</c:v>
                </c:pt>
                <c:pt idx="3655">
                  <c:v>-205.66402075224499</c:v>
                </c:pt>
                <c:pt idx="3656">
                  <c:v>-205.93657724643799</c:v>
                </c:pt>
                <c:pt idx="3657">
                  <c:v>-206.06146889805601</c:v>
                </c:pt>
                <c:pt idx="3658">
                  <c:v>-206.76724979361501</c:v>
                </c:pt>
                <c:pt idx="3659">
                  <c:v>-206.89224173867601</c:v>
                </c:pt>
                <c:pt idx="3660">
                  <c:v>-207.31110788962499</c:v>
                </c:pt>
                <c:pt idx="3661">
                  <c:v>-208.51429886191599</c:v>
                </c:pt>
                <c:pt idx="3662">
                  <c:v>-207.34657465260199</c:v>
                </c:pt>
                <c:pt idx="3663">
                  <c:v>-210.02299693558399</c:v>
                </c:pt>
                <c:pt idx="3664">
                  <c:v>-212.11868816023201</c:v>
                </c:pt>
                <c:pt idx="3665">
                  <c:v>-211.594603527158</c:v>
                </c:pt>
                <c:pt idx="3666">
                  <c:v>-210.733953149499</c:v>
                </c:pt>
                <c:pt idx="3667">
                  <c:v>-207.57918253831099</c:v>
                </c:pt>
                <c:pt idx="3668">
                  <c:v>-214.05467638977899</c:v>
                </c:pt>
                <c:pt idx="3669">
                  <c:v>-211.13774440536201</c:v>
                </c:pt>
                <c:pt idx="3670">
                  <c:v>-213.48625897339801</c:v>
                </c:pt>
                <c:pt idx="3671">
                  <c:v>-212.83816069349399</c:v>
                </c:pt>
                <c:pt idx="3672">
                  <c:v>-214.52070530698501</c:v>
                </c:pt>
                <c:pt idx="3673">
                  <c:v>-213.97060262783199</c:v>
                </c:pt>
                <c:pt idx="3674">
                  <c:v>-212.98545217154901</c:v>
                </c:pt>
                <c:pt idx="3675">
                  <c:v>-216.05916487530399</c:v>
                </c:pt>
                <c:pt idx="3676">
                  <c:v>-216.206158469733</c:v>
                </c:pt>
                <c:pt idx="3677">
                  <c:v>-215.60498586713899</c:v>
                </c:pt>
                <c:pt idx="3678">
                  <c:v>-215.011688888159</c:v>
                </c:pt>
                <c:pt idx="3679">
                  <c:v>-215.00356168175</c:v>
                </c:pt>
                <c:pt idx="3680">
                  <c:v>-216.70464577734</c:v>
                </c:pt>
                <c:pt idx="3681">
                  <c:v>-217.873505658303</c:v>
                </c:pt>
                <c:pt idx="3682">
                  <c:v>-216.259855092073</c:v>
                </c:pt>
                <c:pt idx="3683">
                  <c:v>-215.39392964020101</c:v>
                </c:pt>
                <c:pt idx="3684">
                  <c:v>-218.01851807281</c:v>
                </c:pt>
                <c:pt idx="3685">
                  <c:v>-219.273101633225</c:v>
                </c:pt>
                <c:pt idx="3686">
                  <c:v>-217.26906515944299</c:v>
                </c:pt>
                <c:pt idx="3687">
                  <c:v>-216.05337678535</c:v>
                </c:pt>
                <c:pt idx="3688">
                  <c:v>-215.02014100969899</c:v>
                </c:pt>
                <c:pt idx="3689">
                  <c:v>-217.18401275429099</c:v>
                </c:pt>
                <c:pt idx="3690">
                  <c:v>-218.69268944684799</c:v>
                </c:pt>
                <c:pt idx="3691">
                  <c:v>-217.09822175610299</c:v>
                </c:pt>
                <c:pt idx="3692">
                  <c:v>-216.93955668560201</c:v>
                </c:pt>
                <c:pt idx="3693">
                  <c:v>-216.99170150217</c:v>
                </c:pt>
                <c:pt idx="3694">
                  <c:v>-218.895110002867</c:v>
                </c:pt>
                <c:pt idx="3695">
                  <c:v>-217.412652289595</c:v>
                </c:pt>
                <c:pt idx="3696">
                  <c:v>-216.12061886728199</c:v>
                </c:pt>
                <c:pt idx="3697">
                  <c:v>-216.826660782912</c:v>
                </c:pt>
                <c:pt idx="3698">
                  <c:v>-214.775749579554</c:v>
                </c:pt>
                <c:pt idx="3699">
                  <c:v>-215.467197049059</c:v>
                </c:pt>
                <c:pt idx="3700">
                  <c:v>-219.15397365132799</c:v>
                </c:pt>
                <c:pt idx="3701">
                  <c:v>-218.915836203086</c:v>
                </c:pt>
                <c:pt idx="3702">
                  <c:v>-219.688286862946</c:v>
                </c:pt>
                <c:pt idx="3703">
                  <c:v>-216.886958413261</c:v>
                </c:pt>
                <c:pt idx="3704">
                  <c:v>-218.69822779486799</c:v>
                </c:pt>
                <c:pt idx="3705">
                  <c:v>-217.78785412191601</c:v>
                </c:pt>
                <c:pt idx="3706">
                  <c:v>-217.629573124491</c:v>
                </c:pt>
                <c:pt idx="3707">
                  <c:v>-216.55360454775399</c:v>
                </c:pt>
                <c:pt idx="3708">
                  <c:v>-217.007129984806</c:v>
                </c:pt>
                <c:pt idx="3709">
                  <c:v>-214.718076178167</c:v>
                </c:pt>
                <c:pt idx="3710">
                  <c:v>-217.997837669212</c:v>
                </c:pt>
                <c:pt idx="3711">
                  <c:v>-217.1740132171</c:v>
                </c:pt>
                <c:pt idx="3712">
                  <c:v>-219.00521926112299</c:v>
                </c:pt>
                <c:pt idx="3713">
                  <c:v>-221.52875513467299</c:v>
                </c:pt>
                <c:pt idx="3714">
                  <c:v>-221.50307028475299</c:v>
                </c:pt>
                <c:pt idx="3715">
                  <c:v>-216.23938535868899</c:v>
                </c:pt>
                <c:pt idx="3716">
                  <c:v>-220.45541449745099</c:v>
                </c:pt>
                <c:pt idx="3717">
                  <c:v>-219.55500866217301</c:v>
                </c:pt>
                <c:pt idx="3718">
                  <c:v>-219.17395670629301</c:v>
                </c:pt>
                <c:pt idx="3719">
                  <c:v>-220.38243930173201</c:v>
                </c:pt>
                <c:pt idx="3720">
                  <c:v>-219.233335038837</c:v>
                </c:pt>
                <c:pt idx="3721">
                  <c:v>-219.43644217824499</c:v>
                </c:pt>
                <c:pt idx="3722">
                  <c:v>-220.29985476346599</c:v>
                </c:pt>
                <c:pt idx="3723">
                  <c:v>-221.73975840977201</c:v>
                </c:pt>
                <c:pt idx="3724">
                  <c:v>-222.75310675797999</c:v>
                </c:pt>
                <c:pt idx="3725">
                  <c:v>-223.13146000523099</c:v>
                </c:pt>
                <c:pt idx="3726">
                  <c:v>-223.84915300024099</c:v>
                </c:pt>
                <c:pt idx="3727">
                  <c:v>-222.793389177672</c:v>
                </c:pt>
                <c:pt idx="3728">
                  <c:v>-221.98597370678999</c:v>
                </c:pt>
                <c:pt idx="3729">
                  <c:v>-223.585700423296</c:v>
                </c:pt>
                <c:pt idx="3730">
                  <c:v>-221.21830731284899</c:v>
                </c:pt>
                <c:pt idx="3731">
                  <c:v>-223.710748516188</c:v>
                </c:pt>
                <c:pt idx="3732">
                  <c:v>-221.363472845768</c:v>
                </c:pt>
                <c:pt idx="3733">
                  <c:v>-226.43638499285001</c:v>
                </c:pt>
                <c:pt idx="3734">
                  <c:v>-224.91765930135099</c:v>
                </c:pt>
                <c:pt idx="3735">
                  <c:v>-226.224077091699</c:v>
                </c:pt>
                <c:pt idx="3736">
                  <c:v>-225.48528811441</c:v>
                </c:pt>
                <c:pt idx="3737">
                  <c:v>-227.14140176626199</c:v>
                </c:pt>
                <c:pt idx="3738">
                  <c:v>-229.514265846868</c:v>
                </c:pt>
                <c:pt idx="3739">
                  <c:v>-224.85265804253899</c:v>
                </c:pt>
                <c:pt idx="3740">
                  <c:v>-225.36507199821199</c:v>
                </c:pt>
                <c:pt idx="3741">
                  <c:v>-227.74465844917401</c:v>
                </c:pt>
                <c:pt idx="3742">
                  <c:v>-225.92062575323399</c:v>
                </c:pt>
                <c:pt idx="3743">
                  <c:v>-229.01832903285401</c:v>
                </c:pt>
                <c:pt idx="3744">
                  <c:v>-228.012523152901</c:v>
                </c:pt>
                <c:pt idx="3745">
                  <c:v>-232.121612895688</c:v>
                </c:pt>
                <c:pt idx="3746">
                  <c:v>-231.566535744454</c:v>
                </c:pt>
                <c:pt idx="3747">
                  <c:v>-231.56784866134899</c:v>
                </c:pt>
                <c:pt idx="3748">
                  <c:v>-231.10087068326001</c:v>
                </c:pt>
                <c:pt idx="3749">
                  <c:v>-231.47497156362601</c:v>
                </c:pt>
                <c:pt idx="3750">
                  <c:v>-234.090356446409</c:v>
                </c:pt>
                <c:pt idx="3751">
                  <c:v>-232.32036820503799</c:v>
                </c:pt>
                <c:pt idx="3752">
                  <c:v>-233.221597978375</c:v>
                </c:pt>
                <c:pt idx="3753">
                  <c:v>-237.36110027437499</c:v>
                </c:pt>
                <c:pt idx="3754">
                  <c:v>-231.757377620569</c:v>
                </c:pt>
                <c:pt idx="3755">
                  <c:v>-234.167560188094</c:v>
                </c:pt>
                <c:pt idx="3756">
                  <c:v>-235.18898584986101</c:v>
                </c:pt>
                <c:pt idx="3757">
                  <c:v>-237.52202474240599</c:v>
                </c:pt>
                <c:pt idx="3758">
                  <c:v>-236.8203485205</c:v>
                </c:pt>
                <c:pt idx="3759">
                  <c:v>-239.60562243499001</c:v>
                </c:pt>
                <c:pt idx="3760">
                  <c:v>-239.14866830039799</c:v>
                </c:pt>
                <c:pt idx="3761">
                  <c:v>-240.830735386914</c:v>
                </c:pt>
                <c:pt idx="3762">
                  <c:v>-239.06265528927901</c:v>
                </c:pt>
                <c:pt idx="3763">
                  <c:v>-239.21560124845001</c:v>
                </c:pt>
                <c:pt idx="3764">
                  <c:v>-242.16612021670099</c:v>
                </c:pt>
                <c:pt idx="3765">
                  <c:v>-242.49290503210801</c:v>
                </c:pt>
                <c:pt idx="3766">
                  <c:v>-239.852413287405</c:v>
                </c:pt>
                <c:pt idx="3767">
                  <c:v>-242.21876622043101</c:v>
                </c:pt>
                <c:pt idx="3768">
                  <c:v>-245.18816556513701</c:v>
                </c:pt>
                <c:pt idx="3769">
                  <c:v>-242.96489606653699</c:v>
                </c:pt>
                <c:pt idx="3770">
                  <c:v>-246.912211616223</c:v>
                </c:pt>
                <c:pt idx="3771">
                  <c:v>-245.54741185448501</c:v>
                </c:pt>
                <c:pt idx="3772">
                  <c:v>-248.16419938742001</c:v>
                </c:pt>
                <c:pt idx="3773">
                  <c:v>-248.237861411409</c:v>
                </c:pt>
                <c:pt idx="3774">
                  <c:v>-250.725630420356</c:v>
                </c:pt>
                <c:pt idx="3775">
                  <c:v>-252.890285698344</c:v>
                </c:pt>
                <c:pt idx="3776">
                  <c:v>-252.382896142889</c:v>
                </c:pt>
                <c:pt idx="3777">
                  <c:v>-254.372649211945</c:v>
                </c:pt>
                <c:pt idx="3778">
                  <c:v>-254.04551229548099</c:v>
                </c:pt>
                <c:pt idx="3779">
                  <c:v>-253.330657226662</c:v>
                </c:pt>
                <c:pt idx="3780">
                  <c:v>-254.90431820630999</c:v>
                </c:pt>
                <c:pt idx="3781">
                  <c:v>-255.116943974214</c:v>
                </c:pt>
                <c:pt idx="3782">
                  <c:v>-256.59954586000401</c:v>
                </c:pt>
                <c:pt idx="3783">
                  <c:v>-258.955176572857</c:v>
                </c:pt>
                <c:pt idx="3784">
                  <c:v>-258.14603971663303</c:v>
                </c:pt>
                <c:pt idx="3785">
                  <c:v>-259.24051902059</c:v>
                </c:pt>
                <c:pt idx="3786">
                  <c:v>-259.64277660025101</c:v>
                </c:pt>
                <c:pt idx="3787">
                  <c:v>-260.73248921085201</c:v>
                </c:pt>
                <c:pt idx="3788">
                  <c:v>-261.03663580780199</c:v>
                </c:pt>
                <c:pt idx="3789">
                  <c:v>-260.59819850046603</c:v>
                </c:pt>
                <c:pt idx="3790">
                  <c:v>-263.56538058566701</c:v>
                </c:pt>
                <c:pt idx="3791">
                  <c:v>-266.92037122679301</c:v>
                </c:pt>
                <c:pt idx="3792">
                  <c:v>-265.14050140025302</c:v>
                </c:pt>
                <c:pt idx="3793">
                  <c:v>-264.50833442747302</c:v>
                </c:pt>
                <c:pt idx="3794">
                  <c:v>-264.82651083457898</c:v>
                </c:pt>
                <c:pt idx="3795">
                  <c:v>-266.18794975337102</c:v>
                </c:pt>
                <c:pt idx="3796">
                  <c:v>-265.10228611541299</c:v>
                </c:pt>
                <c:pt idx="3797">
                  <c:v>-268.28465263269601</c:v>
                </c:pt>
                <c:pt idx="3798">
                  <c:v>-268.180398741592</c:v>
                </c:pt>
                <c:pt idx="3799">
                  <c:v>-266.81700651733098</c:v>
                </c:pt>
                <c:pt idx="3800">
                  <c:v>-268.30244249882998</c:v>
                </c:pt>
                <c:pt idx="3801">
                  <c:v>-272.23153271848702</c:v>
                </c:pt>
                <c:pt idx="3802">
                  <c:v>-271.52993520796099</c:v>
                </c:pt>
                <c:pt idx="3803">
                  <c:v>-271.99974622309799</c:v>
                </c:pt>
                <c:pt idx="3804">
                  <c:v>-271.99974622309799</c:v>
                </c:pt>
                <c:pt idx="3805">
                  <c:v>-272.19940839745902</c:v>
                </c:pt>
                <c:pt idx="3806">
                  <c:v>-274.27175942903199</c:v>
                </c:pt>
                <c:pt idx="3807">
                  <c:v>-275.789149330459</c:v>
                </c:pt>
                <c:pt idx="3808">
                  <c:v>-273.05061048068001</c:v>
                </c:pt>
                <c:pt idx="3809">
                  <c:v>-275.46737411924801</c:v>
                </c:pt>
                <c:pt idx="3810">
                  <c:v>-275.76382511025901</c:v>
                </c:pt>
                <c:pt idx="3811">
                  <c:v>-272.02725496711997</c:v>
                </c:pt>
                <c:pt idx="3812">
                  <c:v>-278.06248505472598</c:v>
                </c:pt>
                <c:pt idx="3813">
                  <c:v>-276.27642751393603</c:v>
                </c:pt>
                <c:pt idx="3814">
                  <c:v>-278.69999229386798</c:v>
                </c:pt>
                <c:pt idx="3815">
                  <c:v>-276.577334732103</c:v>
                </c:pt>
                <c:pt idx="3816">
                  <c:v>-278.30020240683399</c:v>
                </c:pt>
                <c:pt idx="3817">
                  <c:v>-276.68160714174502</c:v>
                </c:pt>
                <c:pt idx="3818">
                  <c:v>-279.64684169821697</c:v>
                </c:pt>
                <c:pt idx="3819">
                  <c:v>-279.11427227633197</c:v>
                </c:pt>
                <c:pt idx="3820">
                  <c:v>-279.58377917177501</c:v>
                </c:pt>
                <c:pt idx="3821">
                  <c:v>-280.54586225857599</c:v>
                </c:pt>
                <c:pt idx="3822">
                  <c:v>-281.35635766681003</c:v>
                </c:pt>
                <c:pt idx="3823">
                  <c:v>-281.85424187834298</c:v>
                </c:pt>
                <c:pt idx="3824">
                  <c:v>-282.70218957693299</c:v>
                </c:pt>
                <c:pt idx="3825">
                  <c:v>-281.41963748106099</c:v>
                </c:pt>
                <c:pt idx="3826">
                  <c:v>-282.93567240210501</c:v>
                </c:pt>
                <c:pt idx="3827">
                  <c:v>-281.84134088144998</c:v>
                </c:pt>
                <c:pt idx="3828">
                  <c:v>-280.01764762026301</c:v>
                </c:pt>
                <c:pt idx="3829">
                  <c:v>-281.349496765548</c:v>
                </c:pt>
                <c:pt idx="3830">
                  <c:v>-282.61828166823102</c:v>
                </c:pt>
                <c:pt idx="3831">
                  <c:v>-283.122911150888</c:v>
                </c:pt>
                <c:pt idx="3832">
                  <c:v>-281.390705885258</c:v>
                </c:pt>
                <c:pt idx="3833">
                  <c:v>-283.13481922427798</c:v>
                </c:pt>
                <c:pt idx="3834">
                  <c:v>-284.42466082768402</c:v>
                </c:pt>
                <c:pt idx="3835">
                  <c:v>-283.48579388390601</c:v>
                </c:pt>
                <c:pt idx="3836">
                  <c:v>-284.113116174129</c:v>
                </c:pt>
                <c:pt idx="3837">
                  <c:v>-284.580709715843</c:v>
                </c:pt>
                <c:pt idx="3838">
                  <c:v>-285.00426599920002</c:v>
                </c:pt>
                <c:pt idx="3839">
                  <c:v>-285.49357072597502</c:v>
                </c:pt>
                <c:pt idx="3840">
                  <c:v>-287.56390918875502</c:v>
                </c:pt>
                <c:pt idx="3841">
                  <c:v>-286.38122039463099</c:v>
                </c:pt>
                <c:pt idx="3842">
                  <c:v>-287.20581769511898</c:v>
                </c:pt>
                <c:pt idx="3843">
                  <c:v>-288.36047607209599</c:v>
                </c:pt>
                <c:pt idx="3844">
                  <c:v>-290.292725776434</c:v>
                </c:pt>
                <c:pt idx="3845">
                  <c:v>-289.855357775904</c:v>
                </c:pt>
                <c:pt idx="3846">
                  <c:v>-288.55231297131502</c:v>
                </c:pt>
                <c:pt idx="3847">
                  <c:v>-289.76604775766702</c:v>
                </c:pt>
                <c:pt idx="3848">
                  <c:v>-290.89045893378301</c:v>
                </c:pt>
                <c:pt idx="3849">
                  <c:v>-290.54435161599702</c:v>
                </c:pt>
                <c:pt idx="3850">
                  <c:v>-288.43551560771402</c:v>
                </c:pt>
                <c:pt idx="3851">
                  <c:v>-287.98310782432799</c:v>
                </c:pt>
                <c:pt idx="3852">
                  <c:v>-291.28929426905597</c:v>
                </c:pt>
                <c:pt idx="3853">
                  <c:v>-287.39660433619002</c:v>
                </c:pt>
                <c:pt idx="3854">
                  <c:v>-287.376238876863</c:v>
                </c:pt>
                <c:pt idx="3855">
                  <c:v>-288.06612125140299</c:v>
                </c:pt>
                <c:pt idx="3856">
                  <c:v>-288.75640478241797</c:v>
                </c:pt>
                <c:pt idx="3857">
                  <c:v>-289.10867349444101</c:v>
                </c:pt>
                <c:pt idx="3858">
                  <c:v>-288.51350578671003</c:v>
                </c:pt>
                <c:pt idx="3859">
                  <c:v>-290.68205573397398</c:v>
                </c:pt>
                <c:pt idx="3860">
                  <c:v>-288.992770833387</c:v>
                </c:pt>
                <c:pt idx="3861">
                  <c:v>-289.08380114970299</c:v>
                </c:pt>
                <c:pt idx="3862">
                  <c:v>-290.04710748682402</c:v>
                </c:pt>
                <c:pt idx="3863">
                  <c:v>-288.83288386932901</c:v>
                </c:pt>
                <c:pt idx="3864">
                  <c:v>-289.83843321951099</c:v>
                </c:pt>
                <c:pt idx="3865">
                  <c:v>-292.32175719503402</c:v>
                </c:pt>
                <c:pt idx="3866">
                  <c:v>-292.62818829474702</c:v>
                </c:pt>
                <c:pt idx="3867">
                  <c:v>-292.98061058754598</c:v>
                </c:pt>
                <c:pt idx="3868">
                  <c:v>-295.81373195863398</c:v>
                </c:pt>
                <c:pt idx="3869">
                  <c:v>-300.535018333106</c:v>
                </c:pt>
                <c:pt idx="3870">
                  <c:v>-301.79560125946603</c:v>
                </c:pt>
                <c:pt idx="3871">
                  <c:v>-305.01944092705099</c:v>
                </c:pt>
                <c:pt idx="3872">
                  <c:v>-303.02074138270802</c:v>
                </c:pt>
                <c:pt idx="3873">
                  <c:v>-306.46449173032698</c:v>
                </c:pt>
                <c:pt idx="3874">
                  <c:v>-306.80440866903899</c:v>
                </c:pt>
                <c:pt idx="3875">
                  <c:v>-305.28399680937002</c:v>
                </c:pt>
                <c:pt idx="3876">
                  <c:v>-305.545389137683</c:v>
                </c:pt>
                <c:pt idx="3877">
                  <c:v>-308.30699513034199</c:v>
                </c:pt>
                <c:pt idx="3878">
                  <c:v>-312.23799654243101</c:v>
                </c:pt>
                <c:pt idx="3879">
                  <c:v>-309.54273201975002</c:v>
                </c:pt>
                <c:pt idx="3880">
                  <c:v>-310.55957669040203</c:v>
                </c:pt>
                <c:pt idx="3881">
                  <c:v>-311.85423488879201</c:v>
                </c:pt>
                <c:pt idx="3882">
                  <c:v>-312.43941714678999</c:v>
                </c:pt>
                <c:pt idx="3883">
                  <c:v>-314.21926515748402</c:v>
                </c:pt>
                <c:pt idx="3884">
                  <c:v>-317.93470423229002</c:v>
                </c:pt>
                <c:pt idx="3885">
                  <c:v>-319.70081462136801</c:v>
                </c:pt>
                <c:pt idx="3886">
                  <c:v>-321.334726909712</c:v>
                </c:pt>
                <c:pt idx="3887">
                  <c:v>-321.80264533519698</c:v>
                </c:pt>
                <c:pt idx="3888">
                  <c:v>-318.90538024441298</c:v>
                </c:pt>
                <c:pt idx="3889">
                  <c:v>-329.71391445285502</c:v>
                </c:pt>
                <c:pt idx="3890">
                  <c:v>-330.34524361683998</c:v>
                </c:pt>
                <c:pt idx="3891">
                  <c:v>-331.24247967140798</c:v>
                </c:pt>
                <c:pt idx="3892">
                  <c:v>-333.69336558606398</c:v>
                </c:pt>
                <c:pt idx="3893">
                  <c:v>-335.31276779644202</c:v>
                </c:pt>
                <c:pt idx="3894">
                  <c:v>-338.14508755692998</c:v>
                </c:pt>
                <c:pt idx="3895">
                  <c:v>-336.39225017892102</c:v>
                </c:pt>
                <c:pt idx="3896">
                  <c:v>-338.44526107926498</c:v>
                </c:pt>
                <c:pt idx="3897">
                  <c:v>-343.42737648686398</c:v>
                </c:pt>
                <c:pt idx="3898">
                  <c:v>-345.14040410667297</c:v>
                </c:pt>
                <c:pt idx="3899">
                  <c:v>-344.98423941017199</c:v>
                </c:pt>
                <c:pt idx="3900">
                  <c:v>-344.330523296553</c:v>
                </c:pt>
                <c:pt idx="3901">
                  <c:v>-347.36599570937301</c:v>
                </c:pt>
                <c:pt idx="3902">
                  <c:v>-355.287243398052</c:v>
                </c:pt>
                <c:pt idx="3903">
                  <c:v>-358.21101249189098</c:v>
                </c:pt>
                <c:pt idx="3904">
                  <c:v>-363.21404574179201</c:v>
                </c:pt>
                <c:pt idx="3905">
                  <c:v>-361.70450317265102</c:v>
                </c:pt>
                <c:pt idx="3906">
                  <c:v>-361.06210240446802</c:v>
                </c:pt>
                <c:pt idx="3907">
                  <c:v>-361.03198852029499</c:v>
                </c:pt>
                <c:pt idx="3908">
                  <c:v>-365.72327346189002</c:v>
                </c:pt>
                <c:pt idx="3909">
                  <c:v>-366.56501858820099</c:v>
                </c:pt>
                <c:pt idx="3910">
                  <c:v>-368.30737359032798</c:v>
                </c:pt>
                <c:pt idx="3911">
                  <c:v>-366.77269476423498</c:v>
                </c:pt>
                <c:pt idx="3912">
                  <c:v>-368.96709789334602</c:v>
                </c:pt>
                <c:pt idx="3913">
                  <c:v>-372.75684450083702</c:v>
                </c:pt>
                <c:pt idx="3914">
                  <c:v>-370.53548727690099</c:v>
                </c:pt>
                <c:pt idx="3915">
                  <c:v>-375.36278629237898</c:v>
                </c:pt>
                <c:pt idx="3916">
                  <c:v>-377.50168173218702</c:v>
                </c:pt>
                <c:pt idx="3917">
                  <c:v>-377.27700459022998</c:v>
                </c:pt>
                <c:pt idx="3918">
                  <c:v>-377.78719592166402</c:v>
                </c:pt>
                <c:pt idx="3919">
                  <c:v>-379.94129388304498</c:v>
                </c:pt>
                <c:pt idx="3920">
                  <c:v>-381.35489780493202</c:v>
                </c:pt>
                <c:pt idx="3921">
                  <c:v>-381.26513910767801</c:v>
                </c:pt>
                <c:pt idx="3922">
                  <c:v>-382.69109491388502</c:v>
                </c:pt>
                <c:pt idx="3923">
                  <c:v>-384.29823997739601</c:v>
                </c:pt>
                <c:pt idx="3924">
                  <c:v>-381.21638767518499</c:v>
                </c:pt>
                <c:pt idx="3925">
                  <c:v>-384.19274908657502</c:v>
                </c:pt>
                <c:pt idx="3926">
                  <c:v>-383.51740603769099</c:v>
                </c:pt>
                <c:pt idx="3927">
                  <c:v>-384.09787800599599</c:v>
                </c:pt>
                <c:pt idx="3928">
                  <c:v>-383.056429479531</c:v>
                </c:pt>
                <c:pt idx="3929">
                  <c:v>-379.23682796178201</c:v>
                </c:pt>
                <c:pt idx="3930">
                  <c:v>-379.78098377578101</c:v>
                </c:pt>
                <c:pt idx="3931">
                  <c:v>-378.810293697372</c:v>
                </c:pt>
                <c:pt idx="3932">
                  <c:v>-380.43338943955598</c:v>
                </c:pt>
                <c:pt idx="3933">
                  <c:v>-382.842575742262</c:v>
                </c:pt>
                <c:pt idx="3934">
                  <c:v>-379.67840976135301</c:v>
                </c:pt>
                <c:pt idx="3935">
                  <c:v>-379.505879750227</c:v>
                </c:pt>
                <c:pt idx="3936">
                  <c:v>-382.55497122621699</c:v>
                </c:pt>
                <c:pt idx="3937">
                  <c:v>-380.85394735788401</c:v>
                </c:pt>
                <c:pt idx="3938">
                  <c:v>-381.11183280598198</c:v>
                </c:pt>
                <c:pt idx="3939">
                  <c:v>-379.444503365446</c:v>
                </c:pt>
                <c:pt idx="3940">
                  <c:v>-379.85735034641903</c:v>
                </c:pt>
                <c:pt idx="3941">
                  <c:v>-377.00972595661898</c:v>
                </c:pt>
                <c:pt idx="3942">
                  <c:v>-375.91960906161398</c:v>
                </c:pt>
                <c:pt idx="3943">
                  <c:v>-374.53382264292799</c:v>
                </c:pt>
                <c:pt idx="3944">
                  <c:v>-373.75585569848801</c:v>
                </c:pt>
                <c:pt idx="3945">
                  <c:v>-374.57108170292003</c:v>
                </c:pt>
                <c:pt idx="3946">
                  <c:v>-375.58247959576698</c:v>
                </c:pt>
                <c:pt idx="3947">
                  <c:v>-373.28887007278303</c:v>
                </c:pt>
                <c:pt idx="3948">
                  <c:v>-376.750391193361</c:v>
                </c:pt>
                <c:pt idx="3949">
                  <c:v>-371.47046865109098</c:v>
                </c:pt>
                <c:pt idx="3950">
                  <c:v>-372.20821723148703</c:v>
                </c:pt>
                <c:pt idx="3951">
                  <c:v>-366.98971618868802</c:v>
                </c:pt>
                <c:pt idx="3952">
                  <c:v>-367.95851510984397</c:v>
                </c:pt>
                <c:pt idx="3953">
                  <c:v>-364.85166505444698</c:v>
                </c:pt>
                <c:pt idx="3954">
                  <c:v>-368.37425826348499</c:v>
                </c:pt>
                <c:pt idx="3955">
                  <c:v>-366.903687102189</c:v>
                </c:pt>
                <c:pt idx="3956">
                  <c:v>-363.856617297566</c:v>
                </c:pt>
                <c:pt idx="3957">
                  <c:v>-362.78323163823399</c:v>
                </c:pt>
                <c:pt idx="3958">
                  <c:v>-360.30273944506598</c:v>
                </c:pt>
                <c:pt idx="3959">
                  <c:v>-357.45984048449202</c:v>
                </c:pt>
                <c:pt idx="3960">
                  <c:v>-354.93360774819803</c:v>
                </c:pt>
                <c:pt idx="3961">
                  <c:v>-351.19126675612199</c:v>
                </c:pt>
                <c:pt idx="3962">
                  <c:v>-349.35567808914698</c:v>
                </c:pt>
                <c:pt idx="3963">
                  <c:v>-351.47043354892799</c:v>
                </c:pt>
                <c:pt idx="3964">
                  <c:v>-343.85570098649902</c:v>
                </c:pt>
                <c:pt idx="3965">
                  <c:v>-342.79448571706598</c:v>
                </c:pt>
                <c:pt idx="3966">
                  <c:v>-344.38125273525401</c:v>
                </c:pt>
                <c:pt idx="3967">
                  <c:v>-341.61934582572798</c:v>
                </c:pt>
                <c:pt idx="3968">
                  <c:v>-342.10216738375499</c:v>
                </c:pt>
                <c:pt idx="3969">
                  <c:v>-340.31572387315202</c:v>
                </c:pt>
                <c:pt idx="3970">
                  <c:v>-337.92675954007802</c:v>
                </c:pt>
                <c:pt idx="3971">
                  <c:v>-336.01461189909401</c:v>
                </c:pt>
                <c:pt idx="3972">
                  <c:v>-335.57202612613497</c:v>
                </c:pt>
                <c:pt idx="3973">
                  <c:v>-331.44816952300499</c:v>
                </c:pt>
                <c:pt idx="3974">
                  <c:v>-329.72305773720097</c:v>
                </c:pt>
                <c:pt idx="3975">
                  <c:v>-327.48561485068399</c:v>
                </c:pt>
                <c:pt idx="3976">
                  <c:v>-330.91878409732902</c:v>
                </c:pt>
                <c:pt idx="3977">
                  <c:v>-328.93778785512097</c:v>
                </c:pt>
                <c:pt idx="3978">
                  <c:v>-329.88133561305301</c:v>
                </c:pt>
                <c:pt idx="3979">
                  <c:v>-327.57526758627603</c:v>
                </c:pt>
                <c:pt idx="3980">
                  <c:v>-324.94229338050297</c:v>
                </c:pt>
                <c:pt idx="3981">
                  <c:v>-323.98831841504898</c:v>
                </c:pt>
                <c:pt idx="3982">
                  <c:v>-323.81839148296001</c:v>
                </c:pt>
                <c:pt idx="3983">
                  <c:v>-321.92199513049002</c:v>
                </c:pt>
                <c:pt idx="3984">
                  <c:v>-322.037840560154</c:v>
                </c:pt>
                <c:pt idx="3985">
                  <c:v>-319.593889096834</c:v>
                </c:pt>
                <c:pt idx="3986">
                  <c:v>-319.292778792825</c:v>
                </c:pt>
                <c:pt idx="3987">
                  <c:v>-320.00378687610203</c:v>
                </c:pt>
                <c:pt idx="3988">
                  <c:v>-317.04931018420302</c:v>
                </c:pt>
                <c:pt idx="3989">
                  <c:v>-315.470108817849</c:v>
                </c:pt>
                <c:pt idx="3990">
                  <c:v>-314.706744715752</c:v>
                </c:pt>
                <c:pt idx="3991">
                  <c:v>-313.59163387048199</c:v>
                </c:pt>
                <c:pt idx="3992">
                  <c:v>-311.15499001906602</c:v>
                </c:pt>
                <c:pt idx="3993">
                  <c:v>-313.13572248610302</c:v>
                </c:pt>
                <c:pt idx="3994">
                  <c:v>-314.36786120555399</c:v>
                </c:pt>
                <c:pt idx="3995">
                  <c:v>-309.53738401308402</c:v>
                </c:pt>
                <c:pt idx="3996">
                  <c:v>-311.22863687662402</c:v>
                </c:pt>
                <c:pt idx="3997">
                  <c:v>-304.938999271466</c:v>
                </c:pt>
                <c:pt idx="3998">
                  <c:v>-303.83191602910398</c:v>
                </c:pt>
                <c:pt idx="3999">
                  <c:v>-304.92166618541398</c:v>
                </c:pt>
                <c:pt idx="4000">
                  <c:v>-302.13945612458298</c:v>
                </c:pt>
                <c:pt idx="4001">
                  <c:v>-305.28986037587902</c:v>
                </c:pt>
                <c:pt idx="4002">
                  <c:v>-297.57787243863697</c:v>
                </c:pt>
                <c:pt idx="4003">
                  <c:v>-297.206903829564</c:v>
                </c:pt>
                <c:pt idx="4004">
                  <c:v>-296.72639571543698</c:v>
                </c:pt>
                <c:pt idx="4005">
                  <c:v>-296.31019492349799</c:v>
                </c:pt>
                <c:pt idx="4006">
                  <c:v>-298.41100847645498</c:v>
                </c:pt>
                <c:pt idx="4007">
                  <c:v>-295.12762005507398</c:v>
                </c:pt>
                <c:pt idx="4008">
                  <c:v>-294.83837963439203</c:v>
                </c:pt>
                <c:pt idx="4009">
                  <c:v>-289.55172475859899</c:v>
                </c:pt>
                <c:pt idx="4010">
                  <c:v>-289.84238114488699</c:v>
                </c:pt>
                <c:pt idx="4011">
                  <c:v>-289.81247412970902</c:v>
                </c:pt>
                <c:pt idx="4012">
                  <c:v>-287.52892231586998</c:v>
                </c:pt>
                <c:pt idx="4013">
                  <c:v>-285.815459518539</c:v>
                </c:pt>
                <c:pt idx="4014">
                  <c:v>-284.587303994276</c:v>
                </c:pt>
                <c:pt idx="4015">
                  <c:v>-281.29620797089899</c:v>
                </c:pt>
                <c:pt idx="4016">
                  <c:v>-281.03471227228198</c:v>
                </c:pt>
                <c:pt idx="4017">
                  <c:v>-281.38554988954701</c:v>
                </c:pt>
                <c:pt idx="4018">
                  <c:v>-277.05326913619098</c:v>
                </c:pt>
                <c:pt idx="4019">
                  <c:v>-274.24932927001902</c:v>
                </c:pt>
                <c:pt idx="4020">
                  <c:v>-274.84177267942198</c:v>
                </c:pt>
                <c:pt idx="4021">
                  <c:v>-273.10769752441502</c:v>
                </c:pt>
                <c:pt idx="4022">
                  <c:v>-271.50360947803898</c:v>
                </c:pt>
                <c:pt idx="4023">
                  <c:v>-270.75850854435203</c:v>
                </c:pt>
                <c:pt idx="4024">
                  <c:v>-270.27319359712698</c:v>
                </c:pt>
                <c:pt idx="4025">
                  <c:v>-265.24694851811302</c:v>
                </c:pt>
                <c:pt idx="4026">
                  <c:v>-265.26956615924399</c:v>
                </c:pt>
                <c:pt idx="4027">
                  <c:v>-263.834292181725</c:v>
                </c:pt>
                <c:pt idx="4028">
                  <c:v>-262.592213322193</c:v>
                </c:pt>
                <c:pt idx="4029">
                  <c:v>-259.42111918726403</c:v>
                </c:pt>
                <c:pt idx="4030">
                  <c:v>-256.84410386810202</c:v>
                </c:pt>
                <c:pt idx="4031">
                  <c:v>-251.01537707120701</c:v>
                </c:pt>
                <c:pt idx="4032">
                  <c:v>-248.63498467437699</c:v>
                </c:pt>
                <c:pt idx="4033">
                  <c:v>-247.35163459881301</c:v>
                </c:pt>
                <c:pt idx="4034">
                  <c:v>-245.942787432003</c:v>
                </c:pt>
                <c:pt idx="4035">
                  <c:v>-241.84811380605601</c:v>
                </c:pt>
                <c:pt idx="4036">
                  <c:v>-240.17792713234201</c:v>
                </c:pt>
                <c:pt idx="4037">
                  <c:v>-235.43602429079201</c:v>
                </c:pt>
                <c:pt idx="4038">
                  <c:v>-233.14477390557701</c:v>
                </c:pt>
                <c:pt idx="4039">
                  <c:v>-235.56550540635001</c:v>
                </c:pt>
                <c:pt idx="4040">
                  <c:v>-231.82600679289001</c:v>
                </c:pt>
                <c:pt idx="4041">
                  <c:v>-226.952683327328</c:v>
                </c:pt>
                <c:pt idx="4042">
                  <c:v>-225.21400747001201</c:v>
                </c:pt>
                <c:pt idx="4043">
                  <c:v>-226.08873039679901</c:v>
                </c:pt>
                <c:pt idx="4044">
                  <c:v>-217.88900529919701</c:v>
                </c:pt>
                <c:pt idx="4045">
                  <c:v>-216.221584708535</c:v>
                </c:pt>
                <c:pt idx="4046">
                  <c:v>-219.20451097483601</c:v>
                </c:pt>
                <c:pt idx="4047">
                  <c:v>-215.25439722579799</c:v>
                </c:pt>
                <c:pt idx="4048">
                  <c:v>-211.948229152392</c:v>
                </c:pt>
                <c:pt idx="4049">
                  <c:v>-209.88039560929599</c:v>
                </c:pt>
                <c:pt idx="4050">
                  <c:v>-205.82731761117299</c:v>
                </c:pt>
                <c:pt idx="4051">
                  <c:v>-203.70890007095801</c:v>
                </c:pt>
                <c:pt idx="4052">
                  <c:v>-202.62980599724301</c:v>
                </c:pt>
                <c:pt idx="4053">
                  <c:v>-199.374221348822</c:v>
                </c:pt>
                <c:pt idx="4054">
                  <c:v>-193.58716315883899</c:v>
                </c:pt>
                <c:pt idx="4055">
                  <c:v>-190.768081516298</c:v>
                </c:pt>
                <c:pt idx="4056">
                  <c:v>-189.58834001116799</c:v>
                </c:pt>
                <c:pt idx="4057">
                  <c:v>-184.69867273343999</c:v>
                </c:pt>
                <c:pt idx="4058">
                  <c:v>-184.10230292840899</c:v>
                </c:pt>
                <c:pt idx="4059">
                  <c:v>-182.08231936590201</c:v>
                </c:pt>
                <c:pt idx="4060">
                  <c:v>-177.44030022984501</c:v>
                </c:pt>
                <c:pt idx="4061">
                  <c:v>-177.94026293789301</c:v>
                </c:pt>
                <c:pt idx="4062">
                  <c:v>-172.613127769329</c:v>
                </c:pt>
                <c:pt idx="4063">
                  <c:v>-169.612067115374</c:v>
                </c:pt>
                <c:pt idx="4064">
                  <c:v>-170.111842106816</c:v>
                </c:pt>
                <c:pt idx="4065">
                  <c:v>-167.102928019069</c:v>
                </c:pt>
                <c:pt idx="4066">
                  <c:v>-164.012518763093</c:v>
                </c:pt>
                <c:pt idx="4067">
                  <c:v>-160.829310286225</c:v>
                </c:pt>
                <c:pt idx="4068">
                  <c:v>-157.87275060598699</c:v>
                </c:pt>
                <c:pt idx="4069">
                  <c:v>-156.90648301595601</c:v>
                </c:pt>
                <c:pt idx="4070">
                  <c:v>-153.94976175441201</c:v>
                </c:pt>
                <c:pt idx="4071">
                  <c:v>-151.29011484136299</c:v>
                </c:pt>
                <c:pt idx="4072">
                  <c:v>-150.71910579447899</c:v>
                </c:pt>
                <c:pt idx="4073">
                  <c:v>-147.910982498149</c:v>
                </c:pt>
                <c:pt idx="4074">
                  <c:v>-142.82198428295899</c:v>
                </c:pt>
                <c:pt idx="4075">
                  <c:v>-142.08502017140901</c:v>
                </c:pt>
                <c:pt idx="4076">
                  <c:v>-140.17411289463399</c:v>
                </c:pt>
                <c:pt idx="4077">
                  <c:v>-132.37322577296001</c:v>
                </c:pt>
                <c:pt idx="4078">
                  <c:v>-132.485560996527</c:v>
                </c:pt>
                <c:pt idx="4079">
                  <c:v>-123.51634450901599</c:v>
                </c:pt>
                <c:pt idx="4080">
                  <c:v>-121.853057959273</c:v>
                </c:pt>
                <c:pt idx="4081">
                  <c:v>-121.265950428282</c:v>
                </c:pt>
                <c:pt idx="4082">
                  <c:v>-118.55231478388799</c:v>
                </c:pt>
                <c:pt idx="4083">
                  <c:v>-116.891739405601</c:v>
                </c:pt>
                <c:pt idx="4084">
                  <c:v>-113.83163859705699</c:v>
                </c:pt>
                <c:pt idx="4085">
                  <c:v>-112.93554876165901</c:v>
                </c:pt>
                <c:pt idx="4086">
                  <c:v>-109.193553863294</c:v>
                </c:pt>
                <c:pt idx="4087">
                  <c:v>-108.145878370018</c:v>
                </c:pt>
                <c:pt idx="4088">
                  <c:v>-107.972571780122</c:v>
                </c:pt>
                <c:pt idx="4089">
                  <c:v>-103.976351164294</c:v>
                </c:pt>
                <c:pt idx="4090">
                  <c:v>-100.461970231763</c:v>
                </c:pt>
                <c:pt idx="4091">
                  <c:v>-101.326007443653</c:v>
                </c:pt>
                <c:pt idx="4092">
                  <c:v>-96.455761368893903</c:v>
                </c:pt>
                <c:pt idx="4093">
                  <c:v>-95.491326043449106</c:v>
                </c:pt>
                <c:pt idx="4094">
                  <c:v>-94.532807014024002</c:v>
                </c:pt>
                <c:pt idx="4095">
                  <c:v>-93.853401212257197</c:v>
                </c:pt>
                <c:pt idx="4096">
                  <c:v>-89.547035284901298</c:v>
                </c:pt>
                <c:pt idx="4097">
                  <c:v>-85.879838832647295</c:v>
                </c:pt>
                <c:pt idx="4098">
                  <c:v>-87.136911783311206</c:v>
                </c:pt>
                <c:pt idx="4099">
                  <c:v>-84.584395761755601</c:v>
                </c:pt>
                <c:pt idx="4100">
                  <c:v>-83.390466782963301</c:v>
                </c:pt>
                <c:pt idx="4101">
                  <c:v>-83.093018349028199</c:v>
                </c:pt>
                <c:pt idx="4102">
                  <c:v>-78.067086470002096</c:v>
                </c:pt>
                <c:pt idx="4103">
                  <c:v>-76.196744491968502</c:v>
                </c:pt>
                <c:pt idx="4104">
                  <c:v>-75.523805327177897</c:v>
                </c:pt>
                <c:pt idx="4105">
                  <c:v>-75.151949758134407</c:v>
                </c:pt>
                <c:pt idx="4106">
                  <c:v>-71.662910431167504</c:v>
                </c:pt>
                <c:pt idx="4107">
                  <c:v>-69.597417684519996</c:v>
                </c:pt>
                <c:pt idx="4108">
                  <c:v>-67.350591377840701</c:v>
                </c:pt>
                <c:pt idx="4109">
                  <c:v>-68.645612872571903</c:v>
                </c:pt>
                <c:pt idx="4110">
                  <c:v>-67.887249520857594</c:v>
                </c:pt>
                <c:pt idx="4111">
                  <c:v>-62.988357413687702</c:v>
                </c:pt>
                <c:pt idx="4112">
                  <c:v>-60.667712651064697</c:v>
                </c:pt>
                <c:pt idx="4113">
                  <c:v>-59.906173440582798</c:v>
                </c:pt>
                <c:pt idx="4114">
                  <c:v>-61.035628721155</c:v>
                </c:pt>
                <c:pt idx="4115">
                  <c:v>-54.838322323240597</c:v>
                </c:pt>
                <c:pt idx="4116">
                  <c:v>-54.871083214044297</c:v>
                </c:pt>
                <c:pt idx="4117">
                  <c:v>-53.518018480000499</c:v>
                </c:pt>
                <c:pt idx="4118">
                  <c:v>-52.493141380591901</c:v>
                </c:pt>
                <c:pt idx="4119">
                  <c:v>-51.417113404424398</c:v>
                </c:pt>
                <c:pt idx="4120">
                  <c:v>-49.240181684158699</c:v>
                </c:pt>
                <c:pt idx="4121">
                  <c:v>-46.2928944718265</c:v>
                </c:pt>
                <c:pt idx="4122">
                  <c:v>-47.282451841393701</c:v>
                </c:pt>
                <c:pt idx="4123">
                  <c:v>-46.806030890602003</c:v>
                </c:pt>
                <c:pt idx="4124">
                  <c:v>-47.287849967478401</c:v>
                </c:pt>
                <c:pt idx="4125">
                  <c:v>-43.519807972077501</c:v>
                </c:pt>
                <c:pt idx="4126">
                  <c:v>-38.127919695338598</c:v>
                </c:pt>
                <c:pt idx="4127">
                  <c:v>-37.588723571604703</c:v>
                </c:pt>
                <c:pt idx="4128">
                  <c:v>-37.8740714046208</c:v>
                </c:pt>
                <c:pt idx="4129">
                  <c:v>-34.958469076544603</c:v>
                </c:pt>
                <c:pt idx="4130">
                  <c:v>-35.450131125794798</c:v>
                </c:pt>
                <c:pt idx="4131">
                  <c:v>-31.938852766258499</c:v>
                </c:pt>
                <c:pt idx="4132">
                  <c:v>-31.8632506073237</c:v>
                </c:pt>
                <c:pt idx="4133">
                  <c:v>-30.2237335422925</c:v>
                </c:pt>
                <c:pt idx="4134">
                  <c:v>-29.809129673645302</c:v>
                </c:pt>
                <c:pt idx="4135">
                  <c:v>-25.799099368196298</c:v>
                </c:pt>
                <c:pt idx="4136">
                  <c:v>-29.5467049673513</c:v>
                </c:pt>
                <c:pt idx="4137">
                  <c:v>-28.146746363367001</c:v>
                </c:pt>
                <c:pt idx="4138">
                  <c:v>-24.709501952263899</c:v>
                </c:pt>
                <c:pt idx="4139">
                  <c:v>-19.576057872576001</c:v>
                </c:pt>
                <c:pt idx="4140">
                  <c:v>-22.630754691342901</c:v>
                </c:pt>
                <c:pt idx="4141">
                  <c:v>-19.460098281330598</c:v>
                </c:pt>
                <c:pt idx="4142">
                  <c:v>-19.968045348009099</c:v>
                </c:pt>
                <c:pt idx="4143">
                  <c:v>-14.603883827933201</c:v>
                </c:pt>
                <c:pt idx="4144">
                  <c:v>-12.869501308287999</c:v>
                </c:pt>
                <c:pt idx="4145">
                  <c:v>-14.387376678726</c:v>
                </c:pt>
                <c:pt idx="4146">
                  <c:v>-12.510097436810399</c:v>
                </c:pt>
                <c:pt idx="4147">
                  <c:v>-9.23284659982499</c:v>
                </c:pt>
                <c:pt idx="4148">
                  <c:v>-7.3156443340853299</c:v>
                </c:pt>
                <c:pt idx="4149">
                  <c:v>-6.6486072237282698</c:v>
                </c:pt>
                <c:pt idx="4150">
                  <c:v>-8.8814967597474492</c:v>
                </c:pt>
                <c:pt idx="4151">
                  <c:v>-0.59237546591714296</c:v>
                </c:pt>
                <c:pt idx="4152">
                  <c:v>-0.258383146441588</c:v>
                </c:pt>
                <c:pt idx="4153">
                  <c:v>-3.2524870434670499</c:v>
                </c:pt>
                <c:pt idx="4154">
                  <c:v>-2.8459484446512899</c:v>
                </c:pt>
                <c:pt idx="4155">
                  <c:v>5.8482093460311804</c:v>
                </c:pt>
                <c:pt idx="4156">
                  <c:v>4.2733312212997703</c:v>
                </c:pt>
                <c:pt idx="4157">
                  <c:v>3.83476578588829</c:v>
                </c:pt>
                <c:pt idx="4158">
                  <c:v>1.9291941839409701</c:v>
                </c:pt>
                <c:pt idx="4159">
                  <c:v>5.9135635290246</c:v>
                </c:pt>
                <c:pt idx="4160">
                  <c:v>11.495705299636001</c:v>
                </c:pt>
                <c:pt idx="4161">
                  <c:v>12.078032787116401</c:v>
                </c:pt>
                <c:pt idx="4162">
                  <c:v>11.9062177763207</c:v>
                </c:pt>
                <c:pt idx="4163">
                  <c:v>14.4088315261793</c:v>
                </c:pt>
                <c:pt idx="4164">
                  <c:v>16.5142826878078</c:v>
                </c:pt>
                <c:pt idx="4165">
                  <c:v>14.904428031954</c:v>
                </c:pt>
                <c:pt idx="4166">
                  <c:v>21.618137985191101</c:v>
                </c:pt>
                <c:pt idx="4167">
                  <c:v>22.0454748181937</c:v>
                </c:pt>
                <c:pt idx="4168">
                  <c:v>25.6107413026877</c:v>
                </c:pt>
                <c:pt idx="4169">
                  <c:v>25.480415744955</c:v>
                </c:pt>
                <c:pt idx="4170">
                  <c:v>27.829168700931898</c:v>
                </c:pt>
                <c:pt idx="4171">
                  <c:v>27.938672674963801</c:v>
                </c:pt>
                <c:pt idx="4172">
                  <c:v>33.588571909939802</c:v>
                </c:pt>
                <c:pt idx="4173">
                  <c:v>32.493360350694402</c:v>
                </c:pt>
                <c:pt idx="4174">
                  <c:v>37.496299140586103</c:v>
                </c:pt>
                <c:pt idx="4175">
                  <c:v>38.113350331159097</c:v>
                </c:pt>
                <c:pt idx="4176">
                  <c:v>33.834422256916604</c:v>
                </c:pt>
                <c:pt idx="4177">
                  <c:v>38.377098259941299</c:v>
                </c:pt>
                <c:pt idx="4178">
                  <c:v>42.961642352580597</c:v>
                </c:pt>
                <c:pt idx="4179">
                  <c:v>46.713815780312899</c:v>
                </c:pt>
                <c:pt idx="4180">
                  <c:v>45.596326003323497</c:v>
                </c:pt>
                <c:pt idx="4181">
                  <c:v>46.833110798452303</c:v>
                </c:pt>
                <c:pt idx="4182">
                  <c:v>48.7402142551936</c:v>
                </c:pt>
                <c:pt idx="4183">
                  <c:v>52.847977941050601</c:v>
                </c:pt>
                <c:pt idx="4184">
                  <c:v>52.470941843777702</c:v>
                </c:pt>
                <c:pt idx="4185">
                  <c:v>53.879635307207302</c:v>
                </c:pt>
                <c:pt idx="4186">
                  <c:v>58.832074705417398</c:v>
                </c:pt>
                <c:pt idx="4187">
                  <c:v>62.7648061624786</c:v>
                </c:pt>
                <c:pt idx="4188">
                  <c:v>62.091503086222801</c:v>
                </c:pt>
                <c:pt idx="4189">
                  <c:v>62.329375617526097</c:v>
                </c:pt>
                <c:pt idx="4190">
                  <c:v>64.965140637638498</c:v>
                </c:pt>
                <c:pt idx="4191">
                  <c:v>70.150838599141693</c:v>
                </c:pt>
                <c:pt idx="4192">
                  <c:v>63.374707160776801</c:v>
                </c:pt>
                <c:pt idx="4193">
                  <c:v>69.158194305203196</c:v>
                </c:pt>
                <c:pt idx="4194">
                  <c:v>73.424902593802202</c:v>
                </c:pt>
                <c:pt idx="4195">
                  <c:v>74.713540230586304</c:v>
                </c:pt>
                <c:pt idx="4196">
                  <c:v>79.549176850938693</c:v>
                </c:pt>
                <c:pt idx="4197">
                  <c:v>80.344058944564594</c:v>
                </c:pt>
                <c:pt idx="4198">
                  <c:v>81.066283686851705</c:v>
                </c:pt>
                <c:pt idx="4199">
                  <c:v>83.818588686073099</c:v>
                </c:pt>
                <c:pt idx="4200">
                  <c:v>83.981377166160897</c:v>
                </c:pt>
                <c:pt idx="4201">
                  <c:v>86.499512653796899</c:v>
                </c:pt>
                <c:pt idx="4202">
                  <c:v>87.729869678958295</c:v>
                </c:pt>
                <c:pt idx="4203">
                  <c:v>90.864844229099305</c:v>
                </c:pt>
                <c:pt idx="4204">
                  <c:v>96.078604201574294</c:v>
                </c:pt>
                <c:pt idx="4205">
                  <c:v>98.155050190341797</c:v>
                </c:pt>
                <c:pt idx="4206">
                  <c:v>94.387757689903196</c:v>
                </c:pt>
                <c:pt idx="4207">
                  <c:v>96.956764030960201</c:v>
                </c:pt>
                <c:pt idx="4208">
                  <c:v>103.623158057401</c:v>
                </c:pt>
                <c:pt idx="4209">
                  <c:v>105.43314937100899</c:v>
                </c:pt>
                <c:pt idx="4210">
                  <c:v>103.932712169458</c:v>
                </c:pt>
                <c:pt idx="4211">
                  <c:v>110.64229922118299</c:v>
                </c:pt>
                <c:pt idx="4212">
                  <c:v>112.969558666441</c:v>
                </c:pt>
                <c:pt idx="4213">
                  <c:v>110.053681359666</c:v>
                </c:pt>
                <c:pt idx="4214">
                  <c:v>116.257666271514</c:v>
                </c:pt>
                <c:pt idx="4215">
                  <c:v>122.69010602998701</c:v>
                </c:pt>
                <c:pt idx="4216">
                  <c:v>124.10867723323599</c:v>
                </c:pt>
                <c:pt idx="4217">
                  <c:v>117.62500039443201</c:v>
                </c:pt>
                <c:pt idx="4218">
                  <c:v>124.719936431582</c:v>
                </c:pt>
                <c:pt idx="4219">
                  <c:v>125.78439219156</c:v>
                </c:pt>
                <c:pt idx="4220">
                  <c:v>130.51443634328101</c:v>
                </c:pt>
                <c:pt idx="4221">
                  <c:v>127.56758268259701</c:v>
                </c:pt>
                <c:pt idx="4222">
                  <c:v>134.35136928738001</c:v>
                </c:pt>
                <c:pt idx="4223">
                  <c:v>133.755690267191</c:v>
                </c:pt>
                <c:pt idx="4224">
                  <c:v>136.222015137017</c:v>
                </c:pt>
                <c:pt idx="4225">
                  <c:v>143.13708745040699</c:v>
                </c:pt>
                <c:pt idx="4226">
                  <c:v>139.573512686339</c:v>
                </c:pt>
                <c:pt idx="4227">
                  <c:v>143.55049710806799</c:v>
                </c:pt>
                <c:pt idx="4228">
                  <c:v>146.776786201005</c:v>
                </c:pt>
                <c:pt idx="4229">
                  <c:v>147.32294900746399</c:v>
                </c:pt>
                <c:pt idx="4230">
                  <c:v>148.181214518057</c:v>
                </c:pt>
                <c:pt idx="4231">
                  <c:v>154.56438745007</c:v>
                </c:pt>
                <c:pt idx="4232">
                  <c:v>154.21918784586299</c:v>
                </c:pt>
                <c:pt idx="4233">
                  <c:v>156.749915800975</c:v>
                </c:pt>
                <c:pt idx="4234">
                  <c:v>159.302924887226</c:v>
                </c:pt>
                <c:pt idx="4235">
                  <c:v>163.00532889759199</c:v>
                </c:pt>
                <c:pt idx="4236">
                  <c:v>163.54498665261099</c:v>
                </c:pt>
                <c:pt idx="4237">
                  <c:v>169.52616936525101</c:v>
                </c:pt>
                <c:pt idx="4238">
                  <c:v>167.01898064318101</c:v>
                </c:pt>
                <c:pt idx="4239">
                  <c:v>172.62608939914</c:v>
                </c:pt>
                <c:pt idx="4240">
                  <c:v>175.67843503760599</c:v>
                </c:pt>
                <c:pt idx="4241">
                  <c:v>174.13178368614501</c:v>
                </c:pt>
                <c:pt idx="4242">
                  <c:v>181.66957247953999</c:v>
                </c:pt>
                <c:pt idx="4243">
                  <c:v>184.723949156575</c:v>
                </c:pt>
                <c:pt idx="4244">
                  <c:v>185.17292865530899</c:v>
                </c:pt>
                <c:pt idx="4245">
                  <c:v>185.95705869003601</c:v>
                </c:pt>
                <c:pt idx="4246">
                  <c:v>186.79775759428301</c:v>
                </c:pt>
                <c:pt idx="4247">
                  <c:v>187.59636985761</c:v>
                </c:pt>
                <c:pt idx="4248">
                  <c:v>194.17353002585699</c:v>
                </c:pt>
                <c:pt idx="4249">
                  <c:v>193.87707876603201</c:v>
                </c:pt>
                <c:pt idx="4250">
                  <c:v>199.542881391539</c:v>
                </c:pt>
                <c:pt idx="4251">
                  <c:v>198.35634709626501</c:v>
                </c:pt>
                <c:pt idx="4252">
                  <c:v>207.50468653729499</c:v>
                </c:pt>
                <c:pt idx="4253">
                  <c:v>206.33638197153601</c:v>
                </c:pt>
                <c:pt idx="4254">
                  <c:v>207.62741391840001</c:v>
                </c:pt>
                <c:pt idx="4255">
                  <c:v>212.305226124402</c:v>
                </c:pt>
                <c:pt idx="4256">
                  <c:v>211.76638563176201</c:v>
                </c:pt>
                <c:pt idx="4257">
                  <c:v>215.662377898724</c:v>
                </c:pt>
                <c:pt idx="4258">
                  <c:v>213.353534679343</c:v>
                </c:pt>
                <c:pt idx="4259">
                  <c:v>226.278215287802</c:v>
                </c:pt>
                <c:pt idx="4260">
                  <c:v>223.91112765664599</c:v>
                </c:pt>
                <c:pt idx="4261">
                  <c:v>228.14993361009601</c:v>
                </c:pt>
                <c:pt idx="4262">
                  <c:v>232.034372286863</c:v>
                </c:pt>
                <c:pt idx="4263">
                  <c:v>229.06868829820399</c:v>
                </c:pt>
                <c:pt idx="4264">
                  <c:v>234.621064161726</c:v>
                </c:pt>
                <c:pt idx="4265">
                  <c:v>243.00400044767801</c:v>
                </c:pt>
                <c:pt idx="4266">
                  <c:v>240.23603233822499</c:v>
                </c:pt>
                <c:pt idx="4267">
                  <c:v>244.60408546183501</c:v>
                </c:pt>
                <c:pt idx="4268">
                  <c:v>247.47855509717701</c:v>
                </c:pt>
                <c:pt idx="4269">
                  <c:v>251.106839959425</c:v>
                </c:pt>
                <c:pt idx="4270">
                  <c:v>255.35403154766399</c:v>
                </c:pt>
                <c:pt idx="4271">
                  <c:v>257.87550642807099</c:v>
                </c:pt>
                <c:pt idx="4272">
                  <c:v>259.44058710532403</c:v>
                </c:pt>
                <c:pt idx="4273">
                  <c:v>263.34294881596901</c:v>
                </c:pt>
                <c:pt idx="4274">
                  <c:v>261.93815411826398</c:v>
                </c:pt>
                <c:pt idx="4275">
                  <c:v>266.44515166167201</c:v>
                </c:pt>
                <c:pt idx="4276">
                  <c:v>269.09613201396098</c:v>
                </c:pt>
                <c:pt idx="4277">
                  <c:v>270.38741413082101</c:v>
                </c:pt>
                <c:pt idx="4278">
                  <c:v>276.08233454869003</c:v>
                </c:pt>
                <c:pt idx="4279">
                  <c:v>275.10236900366101</c:v>
                </c:pt>
                <c:pt idx="4280">
                  <c:v>279.710045089223</c:v>
                </c:pt>
                <c:pt idx="4281">
                  <c:v>281.93915635701302</c:v>
                </c:pt>
                <c:pt idx="4282">
                  <c:v>282.13887452672498</c:v>
                </c:pt>
                <c:pt idx="4283">
                  <c:v>291.56929990416597</c:v>
                </c:pt>
                <c:pt idx="4284">
                  <c:v>294.40265240023399</c:v>
                </c:pt>
                <c:pt idx="4285">
                  <c:v>293.731024402863</c:v>
                </c:pt>
                <c:pt idx="4286">
                  <c:v>300.70586337587099</c:v>
                </c:pt>
                <c:pt idx="4287">
                  <c:v>300.92870157928598</c:v>
                </c:pt>
                <c:pt idx="4288">
                  <c:v>306.251887942846</c:v>
                </c:pt>
                <c:pt idx="4289">
                  <c:v>301.92506762497698</c:v>
                </c:pt>
                <c:pt idx="4290">
                  <c:v>312.16744495928998</c:v>
                </c:pt>
                <c:pt idx="4291">
                  <c:v>312.17435401649101</c:v>
                </c:pt>
                <c:pt idx="4292">
                  <c:v>320.39074850550202</c:v>
                </c:pt>
                <c:pt idx="4293">
                  <c:v>316.84926251867699</c:v>
                </c:pt>
                <c:pt idx="4294">
                  <c:v>323.42939432797101</c:v>
                </c:pt>
                <c:pt idx="4295">
                  <c:v>327.25074706960402</c:v>
                </c:pt>
                <c:pt idx="4296">
                  <c:v>328.22915500178402</c:v>
                </c:pt>
                <c:pt idx="4297">
                  <c:v>337.86270248404702</c:v>
                </c:pt>
                <c:pt idx="4298">
                  <c:v>335.28342576813998</c:v>
                </c:pt>
                <c:pt idx="4299">
                  <c:v>338.06538553961201</c:v>
                </c:pt>
                <c:pt idx="4300">
                  <c:v>343.36948807411301</c:v>
                </c:pt>
                <c:pt idx="4301">
                  <c:v>340.528398771789</c:v>
                </c:pt>
                <c:pt idx="4302">
                  <c:v>350.10057041464898</c:v>
                </c:pt>
                <c:pt idx="4303">
                  <c:v>352.06063884235101</c:v>
                </c:pt>
                <c:pt idx="4304">
                  <c:v>349.53256724401399</c:v>
                </c:pt>
                <c:pt idx="4305">
                  <c:v>351.81261339132499</c:v>
                </c:pt>
                <c:pt idx="4306">
                  <c:v>357.26602301348498</c:v>
                </c:pt>
                <c:pt idx="4307">
                  <c:v>351.856866220097</c:v>
                </c:pt>
                <c:pt idx="4308">
                  <c:v>366.760952678026</c:v>
                </c:pt>
                <c:pt idx="4309">
                  <c:v>369.17361868223099</c:v>
                </c:pt>
                <c:pt idx="4310">
                  <c:v>369.47929334704497</c:v>
                </c:pt>
                <c:pt idx="4311">
                  <c:v>378.60894497613901</c:v>
                </c:pt>
                <c:pt idx="4312">
                  <c:v>378.03648917912199</c:v>
                </c:pt>
                <c:pt idx="4313">
                  <c:v>380.901907039592</c:v>
                </c:pt>
                <c:pt idx="4314">
                  <c:v>381.15245264802502</c:v>
                </c:pt>
                <c:pt idx="4315">
                  <c:v>381.331379578407</c:v>
                </c:pt>
                <c:pt idx="4316">
                  <c:v>388.87711945297298</c:v>
                </c:pt>
                <c:pt idx="4317">
                  <c:v>386.74723688116302</c:v>
                </c:pt>
                <c:pt idx="4318">
                  <c:v>390.81042997715502</c:v>
                </c:pt>
                <c:pt idx="4319">
                  <c:v>389.84763668101601</c:v>
                </c:pt>
                <c:pt idx="4320">
                  <c:v>404.39736082950998</c:v>
                </c:pt>
                <c:pt idx="4321">
                  <c:v>400.957610625911</c:v>
                </c:pt>
                <c:pt idx="4322">
                  <c:v>404.39736082950998</c:v>
                </c:pt>
                <c:pt idx="4323">
                  <c:v>405.06969578859599</c:v>
                </c:pt>
                <c:pt idx="4324">
                  <c:v>407.20023384780001</c:v>
                </c:pt>
                <c:pt idx="4325">
                  <c:v>406.996999574612</c:v>
                </c:pt>
                <c:pt idx="4326">
                  <c:v>410.77685380494398</c:v>
                </c:pt>
                <c:pt idx="4327">
                  <c:v>409.73258088556599</c:v>
                </c:pt>
                <c:pt idx="4328">
                  <c:v>405.44267735630399</c:v>
                </c:pt>
                <c:pt idx="4329">
                  <c:v>402.85963552010401</c:v>
                </c:pt>
                <c:pt idx="4330">
                  <c:v>413.266910410756</c:v>
                </c:pt>
                <c:pt idx="4331">
                  <c:v>402.20706665079598</c:v>
                </c:pt>
                <c:pt idx="4332">
                  <c:v>412.95073861823101</c:v>
                </c:pt>
                <c:pt idx="4333">
                  <c:v>413.59242534135802</c:v>
                </c:pt>
                <c:pt idx="4334">
                  <c:v>419.06774584759</c:v>
                </c:pt>
                <c:pt idx="4335">
                  <c:v>416.18507138111102</c:v>
                </c:pt>
                <c:pt idx="4336">
                  <c:v>414.04105013130999</c:v>
                </c:pt>
                <c:pt idx="4337">
                  <c:v>419.14179657616899</c:v>
                </c:pt>
                <c:pt idx="4338">
                  <c:v>412.76919997034298</c:v>
                </c:pt>
                <c:pt idx="4339">
                  <c:v>420.79983947148298</c:v>
                </c:pt>
                <c:pt idx="4340">
                  <c:v>419.30882771659702</c:v>
                </c:pt>
                <c:pt idx="4341">
                  <c:v>418.34448955191601</c:v>
                </c:pt>
                <c:pt idx="4342">
                  <c:v>418.74936528426298</c:v>
                </c:pt>
                <c:pt idx="4343">
                  <c:v>412.54143540005299</c:v>
                </c:pt>
                <c:pt idx="4344">
                  <c:v>417.896062048896</c:v>
                </c:pt>
                <c:pt idx="4345">
                  <c:v>417.34696799606098</c:v>
                </c:pt>
                <c:pt idx="4346">
                  <c:v>416.72377441973498</c:v>
                </c:pt>
                <c:pt idx="4347">
                  <c:v>416.00922501567698</c:v>
                </c:pt>
                <c:pt idx="4348">
                  <c:v>414.06218729202601</c:v>
                </c:pt>
                <c:pt idx="4349">
                  <c:v>416.82641091211599</c:v>
                </c:pt>
                <c:pt idx="4350">
                  <c:v>418.12496353015501</c:v>
                </c:pt>
                <c:pt idx="4351">
                  <c:v>414.86530464173597</c:v>
                </c:pt>
                <c:pt idx="4352">
                  <c:v>413.01422440559702</c:v>
                </c:pt>
                <c:pt idx="4353">
                  <c:v>408.08473140230598</c:v>
                </c:pt>
                <c:pt idx="4354">
                  <c:v>405.82295295310797</c:v>
                </c:pt>
                <c:pt idx="4355">
                  <c:v>410.777394211086</c:v>
                </c:pt>
                <c:pt idx="4356">
                  <c:v>404.38213109550202</c:v>
                </c:pt>
                <c:pt idx="4357">
                  <c:v>398.081193394602</c:v>
                </c:pt>
                <c:pt idx="4358">
                  <c:v>401.54287934464702</c:v>
                </c:pt>
                <c:pt idx="4359">
                  <c:v>387.30685324747799</c:v>
                </c:pt>
                <c:pt idx="4360">
                  <c:v>396.432900288989</c:v>
                </c:pt>
                <c:pt idx="4361">
                  <c:v>394.71437453321801</c:v>
                </c:pt>
                <c:pt idx="4362">
                  <c:v>389.49243236251601</c:v>
                </c:pt>
                <c:pt idx="4363">
                  <c:v>386.40684561508601</c:v>
                </c:pt>
                <c:pt idx="4364">
                  <c:v>392.68636413431699</c:v>
                </c:pt>
                <c:pt idx="4365">
                  <c:v>383.700323278062</c:v>
                </c:pt>
                <c:pt idx="4366">
                  <c:v>383.34223838379</c:v>
                </c:pt>
                <c:pt idx="4367">
                  <c:v>381.133976813061</c:v>
                </c:pt>
                <c:pt idx="4368">
                  <c:v>377.204115897002</c:v>
                </c:pt>
                <c:pt idx="4369">
                  <c:v>373.66530727392302</c:v>
                </c:pt>
                <c:pt idx="4370">
                  <c:v>374.38107109398601</c:v>
                </c:pt>
                <c:pt idx="4371">
                  <c:v>369.84665501303402</c:v>
                </c:pt>
                <c:pt idx="4372">
                  <c:v>368.21480213961502</c:v>
                </c:pt>
                <c:pt idx="4373">
                  <c:v>363.43266945058798</c:v>
                </c:pt>
                <c:pt idx="4374">
                  <c:v>364.68488997842201</c:v>
                </c:pt>
                <c:pt idx="4375">
                  <c:v>355.11757316534198</c:v>
                </c:pt>
                <c:pt idx="4376">
                  <c:v>354.48606903428202</c:v>
                </c:pt>
                <c:pt idx="4377">
                  <c:v>349.83128810363598</c:v>
                </c:pt>
                <c:pt idx="4378">
                  <c:v>347.97387417064101</c:v>
                </c:pt>
                <c:pt idx="4379">
                  <c:v>345.356599363903</c:v>
                </c:pt>
                <c:pt idx="4380">
                  <c:v>343.26639895022498</c:v>
                </c:pt>
                <c:pt idx="4381">
                  <c:v>337.39818221085602</c:v>
                </c:pt>
                <c:pt idx="4382">
                  <c:v>338.25727334006399</c:v>
                </c:pt>
                <c:pt idx="4383">
                  <c:v>328.83138693887099</c:v>
                </c:pt>
                <c:pt idx="4384">
                  <c:v>327.63973125216103</c:v>
                </c:pt>
                <c:pt idx="4385">
                  <c:v>326.56746222125997</c:v>
                </c:pt>
                <c:pt idx="4386">
                  <c:v>318.68271644005898</c:v>
                </c:pt>
                <c:pt idx="4387">
                  <c:v>315.09072601385401</c:v>
                </c:pt>
                <c:pt idx="4388">
                  <c:v>313.511295418614</c:v>
                </c:pt>
                <c:pt idx="4389">
                  <c:v>306.17110786682701</c:v>
                </c:pt>
                <c:pt idx="4390">
                  <c:v>308.23900635327198</c:v>
                </c:pt>
                <c:pt idx="4391">
                  <c:v>301.55539704250799</c:v>
                </c:pt>
                <c:pt idx="4392">
                  <c:v>298.89043768644598</c:v>
                </c:pt>
                <c:pt idx="4393">
                  <c:v>292.87764425247502</c:v>
                </c:pt>
                <c:pt idx="4394">
                  <c:v>286.15711618277402</c:v>
                </c:pt>
                <c:pt idx="4395">
                  <c:v>282.24352757729702</c:v>
                </c:pt>
                <c:pt idx="4396">
                  <c:v>278.24166521594901</c:v>
                </c:pt>
                <c:pt idx="4397">
                  <c:v>275.762453188763</c:v>
                </c:pt>
                <c:pt idx="4398">
                  <c:v>272.639832879013</c:v>
                </c:pt>
                <c:pt idx="4399">
                  <c:v>262.29315119220502</c:v>
                </c:pt>
                <c:pt idx="4400">
                  <c:v>262.64903956866101</c:v>
                </c:pt>
                <c:pt idx="4401">
                  <c:v>255.51454906580599</c:v>
                </c:pt>
                <c:pt idx="4402">
                  <c:v>246.83628051814799</c:v>
                </c:pt>
                <c:pt idx="4403">
                  <c:v>245.01816846385699</c:v>
                </c:pt>
                <c:pt idx="4404">
                  <c:v>244.47207416509201</c:v>
                </c:pt>
                <c:pt idx="4405">
                  <c:v>235.66772393986301</c:v>
                </c:pt>
                <c:pt idx="4406">
                  <c:v>230.45396449290899</c:v>
                </c:pt>
                <c:pt idx="4407">
                  <c:v>225.39842045379501</c:v>
                </c:pt>
                <c:pt idx="4408">
                  <c:v>221.865954803465</c:v>
                </c:pt>
                <c:pt idx="4409">
                  <c:v>217.927890985696</c:v>
                </c:pt>
                <c:pt idx="4410">
                  <c:v>212.434578065311</c:v>
                </c:pt>
                <c:pt idx="4411">
                  <c:v>207.72705043740501</c:v>
                </c:pt>
                <c:pt idx="4412">
                  <c:v>203.13022854486201</c:v>
                </c:pt>
                <c:pt idx="4413">
                  <c:v>198.27232095889599</c:v>
                </c:pt>
                <c:pt idx="4414">
                  <c:v>192.51130341456499</c:v>
                </c:pt>
                <c:pt idx="4415">
                  <c:v>190.622824019436</c:v>
                </c:pt>
                <c:pt idx="4416">
                  <c:v>186.21703228324199</c:v>
                </c:pt>
                <c:pt idx="4417">
                  <c:v>180.57371566486799</c:v>
                </c:pt>
                <c:pt idx="4418">
                  <c:v>174.186947657519</c:v>
                </c:pt>
                <c:pt idx="4419">
                  <c:v>166.86631059628701</c:v>
                </c:pt>
                <c:pt idx="4420">
                  <c:v>166.449365155941</c:v>
                </c:pt>
                <c:pt idx="4421">
                  <c:v>161.04747892862801</c:v>
                </c:pt>
                <c:pt idx="4422">
                  <c:v>155.83385142966199</c:v>
                </c:pt>
                <c:pt idx="4423">
                  <c:v>151.848512414092</c:v>
                </c:pt>
                <c:pt idx="4424">
                  <c:v>146.58553626527799</c:v>
                </c:pt>
                <c:pt idx="4425">
                  <c:v>141.55585207092199</c:v>
                </c:pt>
                <c:pt idx="4426">
                  <c:v>139.89852419675401</c:v>
                </c:pt>
                <c:pt idx="4427">
                  <c:v>131.65570800143701</c:v>
                </c:pt>
                <c:pt idx="4428">
                  <c:v>126.534614593904</c:v>
                </c:pt>
                <c:pt idx="4429">
                  <c:v>121.141256483982</c:v>
                </c:pt>
                <c:pt idx="4430">
                  <c:v>118.81441388402099</c:v>
                </c:pt>
                <c:pt idx="4431">
                  <c:v>113.506736030613</c:v>
                </c:pt>
                <c:pt idx="4432">
                  <c:v>107.276605584891</c:v>
                </c:pt>
                <c:pt idx="4433">
                  <c:v>102.271911180221</c:v>
                </c:pt>
                <c:pt idx="4434">
                  <c:v>102.217403291038</c:v>
                </c:pt>
                <c:pt idx="4435">
                  <c:v>92.073872171831795</c:v>
                </c:pt>
                <c:pt idx="4436">
                  <c:v>93.8504579612177</c:v>
                </c:pt>
                <c:pt idx="4437">
                  <c:v>83.174287227174204</c:v>
                </c:pt>
                <c:pt idx="4438">
                  <c:v>83.214754315496506</c:v>
                </c:pt>
                <c:pt idx="4439">
                  <c:v>76.7186487827109</c:v>
                </c:pt>
                <c:pt idx="4440">
                  <c:v>70.2997577433826</c:v>
                </c:pt>
                <c:pt idx="4441">
                  <c:v>65.308602306503502</c:v>
                </c:pt>
                <c:pt idx="4442">
                  <c:v>59.038673712959103</c:v>
                </c:pt>
                <c:pt idx="4443">
                  <c:v>56.617741529203897</c:v>
                </c:pt>
                <c:pt idx="4444">
                  <c:v>53.408484160793101</c:v>
                </c:pt>
                <c:pt idx="4445">
                  <c:v>48.814172655597503</c:v>
                </c:pt>
                <c:pt idx="4446">
                  <c:v>41.856067286790399</c:v>
                </c:pt>
                <c:pt idx="4447">
                  <c:v>34.411024631112298</c:v>
                </c:pt>
                <c:pt idx="4448">
                  <c:v>27.298874333156199</c:v>
                </c:pt>
                <c:pt idx="4449">
                  <c:v>22.9945127864125</c:v>
                </c:pt>
                <c:pt idx="4450">
                  <c:v>17.858257343048301</c:v>
                </c:pt>
                <c:pt idx="4451">
                  <c:v>14.9164765318982</c:v>
                </c:pt>
                <c:pt idx="4452">
                  <c:v>8.9871038640832204</c:v>
                </c:pt>
                <c:pt idx="4453">
                  <c:v>5.5747102603698897</c:v>
                </c:pt>
                <c:pt idx="4454">
                  <c:v>1.7746310468378901</c:v>
                </c:pt>
                <c:pt idx="4455">
                  <c:v>-7.4817232699334602</c:v>
                </c:pt>
                <c:pt idx="4456">
                  <c:v>-12.5304066238629</c:v>
                </c:pt>
                <c:pt idx="4457">
                  <c:v>-15.8337012813474</c:v>
                </c:pt>
                <c:pt idx="4458">
                  <c:v>-20.938691552459201</c:v>
                </c:pt>
                <c:pt idx="4459">
                  <c:v>-22.978207642833901</c:v>
                </c:pt>
                <c:pt idx="4460">
                  <c:v>-28.855334712121099</c:v>
                </c:pt>
                <c:pt idx="4461">
                  <c:v>-33.528842290035897</c:v>
                </c:pt>
                <c:pt idx="4462">
                  <c:v>-36.963495848540397</c:v>
                </c:pt>
                <c:pt idx="4463">
                  <c:v>-36.066885873584802</c:v>
                </c:pt>
                <c:pt idx="4464">
                  <c:v>-46.573190043177298</c:v>
                </c:pt>
                <c:pt idx="4465">
                  <c:v>-46.504342785492199</c:v>
                </c:pt>
                <c:pt idx="4466">
                  <c:v>-54.071542220065297</c:v>
                </c:pt>
                <c:pt idx="4467">
                  <c:v>-55.7944475973582</c:v>
                </c:pt>
                <c:pt idx="4468">
                  <c:v>-61.215126624436003</c:v>
                </c:pt>
                <c:pt idx="4469">
                  <c:v>-61.146682299746203</c:v>
                </c:pt>
                <c:pt idx="4470">
                  <c:v>-65.987348909393504</c:v>
                </c:pt>
                <c:pt idx="4471">
                  <c:v>-69.801953890803304</c:v>
                </c:pt>
                <c:pt idx="4472">
                  <c:v>-73.579016999027402</c:v>
                </c:pt>
                <c:pt idx="4473">
                  <c:v>-77.278284027359902</c:v>
                </c:pt>
                <c:pt idx="4474">
                  <c:v>-80.7921287268192</c:v>
                </c:pt>
                <c:pt idx="4475">
                  <c:v>-82.709390783211305</c:v>
                </c:pt>
                <c:pt idx="4476">
                  <c:v>-87.264712116240602</c:v>
                </c:pt>
                <c:pt idx="4477">
                  <c:v>-88.853448349681599</c:v>
                </c:pt>
                <c:pt idx="4478">
                  <c:v>-93.399095992769105</c:v>
                </c:pt>
                <c:pt idx="4479">
                  <c:v>-96.253479950983802</c:v>
                </c:pt>
                <c:pt idx="4480">
                  <c:v>-99.495466571684204</c:v>
                </c:pt>
                <c:pt idx="4481">
                  <c:v>-101.627268108571</c:v>
                </c:pt>
                <c:pt idx="4482">
                  <c:v>-105.833147168043</c:v>
                </c:pt>
                <c:pt idx="4483">
                  <c:v>-110.323133157915</c:v>
                </c:pt>
                <c:pt idx="4484">
                  <c:v>-112.042742198704</c:v>
                </c:pt>
                <c:pt idx="4485">
                  <c:v>-112.95055581763199</c:v>
                </c:pt>
                <c:pt idx="4486">
                  <c:v>-118.406829793784</c:v>
                </c:pt>
                <c:pt idx="4487">
                  <c:v>-117.55919812920099</c:v>
                </c:pt>
                <c:pt idx="4488">
                  <c:v>-120.16148720082001</c:v>
                </c:pt>
                <c:pt idx="4489">
                  <c:v>-125.23801982160199</c:v>
                </c:pt>
                <c:pt idx="4490">
                  <c:v>-124.844137212771</c:v>
                </c:pt>
                <c:pt idx="4491">
                  <c:v>-127.387003624709</c:v>
                </c:pt>
                <c:pt idx="4492">
                  <c:v>-130.548572935892</c:v>
                </c:pt>
                <c:pt idx="4493">
                  <c:v>-132.108796132713</c:v>
                </c:pt>
                <c:pt idx="4494">
                  <c:v>-134.69150943647799</c:v>
                </c:pt>
                <c:pt idx="4495">
                  <c:v>-135.284867123232</c:v>
                </c:pt>
                <c:pt idx="4496">
                  <c:v>-138.41871210207199</c:v>
                </c:pt>
                <c:pt idx="4497">
                  <c:v>-140.912785733932</c:v>
                </c:pt>
                <c:pt idx="4498">
                  <c:v>-145.64740754498899</c:v>
                </c:pt>
                <c:pt idx="4499">
                  <c:v>-145.90600546422399</c:v>
                </c:pt>
                <c:pt idx="4500">
                  <c:v>-148.057875119382</c:v>
                </c:pt>
                <c:pt idx="4501">
                  <c:v>-150.58056655424099</c:v>
                </c:pt>
                <c:pt idx="4502">
                  <c:v>-150.37309366824101</c:v>
                </c:pt>
                <c:pt idx="4503">
                  <c:v>-154.660248208794</c:v>
                </c:pt>
                <c:pt idx="4504">
                  <c:v>-154.52659119787501</c:v>
                </c:pt>
                <c:pt idx="4505">
                  <c:v>-157.28318688831899</c:v>
                </c:pt>
                <c:pt idx="4506">
                  <c:v>-157.74754359894001</c:v>
                </c:pt>
                <c:pt idx="4507">
                  <c:v>-159.69590144714601</c:v>
                </c:pt>
                <c:pt idx="4508">
                  <c:v>-159.97043487015</c:v>
                </c:pt>
                <c:pt idx="4509">
                  <c:v>-160.648045016841</c:v>
                </c:pt>
                <c:pt idx="4510">
                  <c:v>-160.94189053017999</c:v>
                </c:pt>
                <c:pt idx="4511">
                  <c:v>-162.12635391856401</c:v>
                </c:pt>
                <c:pt idx="4512">
                  <c:v>-164.470060095826</c:v>
                </c:pt>
                <c:pt idx="4513">
                  <c:v>-165.81094754669601</c:v>
                </c:pt>
                <c:pt idx="4514">
                  <c:v>-168.389964503779</c:v>
                </c:pt>
                <c:pt idx="4515">
                  <c:v>-166.69539532056001</c:v>
                </c:pt>
                <c:pt idx="4516">
                  <c:v>-166.02148602791499</c:v>
                </c:pt>
                <c:pt idx="4517">
                  <c:v>-169.78031605217001</c:v>
                </c:pt>
                <c:pt idx="4518">
                  <c:v>-172.904770625183</c:v>
                </c:pt>
                <c:pt idx="4519">
                  <c:v>-171.81538683753499</c:v>
                </c:pt>
                <c:pt idx="4520">
                  <c:v>-175.191305138518</c:v>
                </c:pt>
                <c:pt idx="4521">
                  <c:v>-175.299113961232</c:v>
                </c:pt>
                <c:pt idx="4522">
                  <c:v>-175.27141079692501</c:v>
                </c:pt>
                <c:pt idx="4523">
                  <c:v>-175.02012379156901</c:v>
                </c:pt>
                <c:pt idx="4524">
                  <c:v>-174.88147659036801</c:v>
                </c:pt>
                <c:pt idx="4525">
                  <c:v>-176.00107044806899</c:v>
                </c:pt>
                <c:pt idx="4526">
                  <c:v>-174.57886348454301</c:v>
                </c:pt>
                <c:pt idx="4527">
                  <c:v>-179.252320548988</c:v>
                </c:pt>
                <c:pt idx="4528">
                  <c:v>-180.45207102255301</c:v>
                </c:pt>
                <c:pt idx="4529">
                  <c:v>-178.766433838621</c:v>
                </c:pt>
                <c:pt idx="4530">
                  <c:v>-177.594502222225</c:v>
                </c:pt>
                <c:pt idx="4531">
                  <c:v>-178.46973236458601</c:v>
                </c:pt>
                <c:pt idx="4532">
                  <c:v>-177.82910924199899</c:v>
                </c:pt>
                <c:pt idx="4533">
                  <c:v>-178.763866391096</c:v>
                </c:pt>
                <c:pt idx="4534">
                  <c:v>-179.90167379559401</c:v>
                </c:pt>
                <c:pt idx="4535">
                  <c:v>-178.786640432094</c:v>
                </c:pt>
                <c:pt idx="4536">
                  <c:v>-177.68370711875099</c:v>
                </c:pt>
                <c:pt idx="4537">
                  <c:v>-178.958315837246</c:v>
                </c:pt>
                <c:pt idx="4538">
                  <c:v>-176.63562931901899</c:v>
                </c:pt>
                <c:pt idx="4539">
                  <c:v>-175.01449804423299</c:v>
                </c:pt>
                <c:pt idx="4540">
                  <c:v>-174.86818335539999</c:v>
                </c:pt>
                <c:pt idx="4541">
                  <c:v>-175.37421410180301</c:v>
                </c:pt>
                <c:pt idx="4542">
                  <c:v>-175.03811101372699</c:v>
                </c:pt>
                <c:pt idx="4543">
                  <c:v>-175.170424675134</c:v>
                </c:pt>
                <c:pt idx="4544">
                  <c:v>-172.278858371018</c:v>
                </c:pt>
                <c:pt idx="4545">
                  <c:v>-171.389929537966</c:v>
                </c:pt>
                <c:pt idx="4546">
                  <c:v>-173.43192617984499</c:v>
                </c:pt>
                <c:pt idx="4547">
                  <c:v>-172.08577445275</c:v>
                </c:pt>
                <c:pt idx="4548">
                  <c:v>-168.62995103701101</c:v>
                </c:pt>
                <c:pt idx="4549">
                  <c:v>-168.77843389419601</c:v>
                </c:pt>
                <c:pt idx="4550">
                  <c:v>-168.381858686501</c:v>
                </c:pt>
                <c:pt idx="4551">
                  <c:v>-165.74554537098001</c:v>
                </c:pt>
                <c:pt idx="4552">
                  <c:v>-162.53817865880899</c:v>
                </c:pt>
                <c:pt idx="4553">
                  <c:v>-162.71375340799301</c:v>
                </c:pt>
                <c:pt idx="4554">
                  <c:v>-162.98831124773099</c:v>
                </c:pt>
                <c:pt idx="4555">
                  <c:v>-161.791128460007</c:v>
                </c:pt>
                <c:pt idx="4556">
                  <c:v>-160.76655858233499</c:v>
                </c:pt>
                <c:pt idx="4557">
                  <c:v>-159.50053326193901</c:v>
                </c:pt>
                <c:pt idx="4558">
                  <c:v>-155.71797135414101</c:v>
                </c:pt>
                <c:pt idx="4559">
                  <c:v>-157.87471018884401</c:v>
                </c:pt>
                <c:pt idx="4560">
                  <c:v>-156.36700068964001</c:v>
                </c:pt>
                <c:pt idx="4561">
                  <c:v>-155.92025055557201</c:v>
                </c:pt>
                <c:pt idx="4562">
                  <c:v>-155.065992576296</c:v>
                </c:pt>
                <c:pt idx="4563">
                  <c:v>-150.16447213818299</c:v>
                </c:pt>
                <c:pt idx="4564">
                  <c:v>-147.261681548691</c:v>
                </c:pt>
                <c:pt idx="4565">
                  <c:v>-146.860927577822</c:v>
                </c:pt>
                <c:pt idx="4566">
                  <c:v>-145.384526809547</c:v>
                </c:pt>
                <c:pt idx="4567">
                  <c:v>-142.36970417044401</c:v>
                </c:pt>
                <c:pt idx="4568">
                  <c:v>-140.23491742943199</c:v>
                </c:pt>
                <c:pt idx="4569">
                  <c:v>-136.97436501658601</c:v>
                </c:pt>
                <c:pt idx="4570">
                  <c:v>-136.70038924866799</c:v>
                </c:pt>
                <c:pt idx="4571">
                  <c:v>-130.94975886741099</c:v>
                </c:pt>
                <c:pt idx="4572">
                  <c:v>-132.40438615748999</c:v>
                </c:pt>
                <c:pt idx="4573">
                  <c:v>-130.710916909758</c:v>
                </c:pt>
                <c:pt idx="4574">
                  <c:v>-129.66892779611601</c:v>
                </c:pt>
                <c:pt idx="4575">
                  <c:v>-125.702469368618</c:v>
                </c:pt>
                <c:pt idx="4576">
                  <c:v>-123.394903074128</c:v>
                </c:pt>
                <c:pt idx="4577">
                  <c:v>-122.466068030776</c:v>
                </c:pt>
                <c:pt idx="4578">
                  <c:v>-121.70287944990601</c:v>
                </c:pt>
                <c:pt idx="4579">
                  <c:v>-122.63296237123301</c:v>
                </c:pt>
                <c:pt idx="4580">
                  <c:v>-119.429741916802</c:v>
                </c:pt>
                <c:pt idx="4581">
                  <c:v>-117.501432186432</c:v>
                </c:pt>
                <c:pt idx="4582">
                  <c:v>-116.569940167968</c:v>
                </c:pt>
                <c:pt idx="4583">
                  <c:v>-113.830369112241</c:v>
                </c:pt>
                <c:pt idx="4584">
                  <c:v>-111.45012879759</c:v>
                </c:pt>
                <c:pt idx="4585">
                  <c:v>-108.38646452061499</c:v>
                </c:pt>
                <c:pt idx="4586">
                  <c:v>-109.730483449584</c:v>
                </c:pt>
                <c:pt idx="4587">
                  <c:v>-110.29764026137801</c:v>
                </c:pt>
                <c:pt idx="4588">
                  <c:v>-102.824824586869</c:v>
                </c:pt>
                <c:pt idx="4589">
                  <c:v>-100.120440028601</c:v>
                </c:pt>
                <c:pt idx="4590">
                  <c:v>-101.33452580591801</c:v>
                </c:pt>
                <c:pt idx="4591">
                  <c:v>-97.295742241420001</c:v>
                </c:pt>
                <c:pt idx="4592">
                  <c:v>-96.462726806552595</c:v>
                </c:pt>
                <c:pt idx="4593">
                  <c:v>-91.735192871127595</c:v>
                </c:pt>
                <c:pt idx="4594">
                  <c:v>-91.339306748862199</c:v>
                </c:pt>
                <c:pt idx="4595">
                  <c:v>-89.387687928022999</c:v>
                </c:pt>
                <c:pt idx="4596">
                  <c:v>-88.559372679538399</c:v>
                </c:pt>
                <c:pt idx="4597">
                  <c:v>-84.6539316019349</c:v>
                </c:pt>
                <c:pt idx="4598">
                  <c:v>-83.555886662178096</c:v>
                </c:pt>
                <c:pt idx="4599">
                  <c:v>-80.655445606070799</c:v>
                </c:pt>
                <c:pt idx="4600">
                  <c:v>-78.189808372330901</c:v>
                </c:pt>
                <c:pt idx="4601">
                  <c:v>-77.756291030760906</c:v>
                </c:pt>
                <c:pt idx="4602">
                  <c:v>-75.843422418204199</c:v>
                </c:pt>
                <c:pt idx="4603">
                  <c:v>-72.524137954982095</c:v>
                </c:pt>
                <c:pt idx="4604">
                  <c:v>-72.703904531762007</c:v>
                </c:pt>
                <c:pt idx="4605">
                  <c:v>-68.547979817466697</c:v>
                </c:pt>
                <c:pt idx="4606">
                  <c:v>-65.579366923665205</c:v>
                </c:pt>
                <c:pt idx="4607">
                  <c:v>-66.447606934365496</c:v>
                </c:pt>
                <c:pt idx="4608">
                  <c:v>-63.625472149912802</c:v>
                </c:pt>
                <c:pt idx="4609">
                  <c:v>-63.609628320373503</c:v>
                </c:pt>
                <c:pt idx="4610">
                  <c:v>-60.319975148501797</c:v>
                </c:pt>
                <c:pt idx="4611">
                  <c:v>-61.5626329409249</c:v>
                </c:pt>
                <c:pt idx="4612">
                  <c:v>-59.0489388353637</c:v>
                </c:pt>
                <c:pt idx="4613">
                  <c:v>-54.285575059421902</c:v>
                </c:pt>
                <c:pt idx="4614">
                  <c:v>-53.959091281983703</c:v>
                </c:pt>
                <c:pt idx="4615">
                  <c:v>-53.724573883034601</c:v>
                </c:pt>
                <c:pt idx="4616">
                  <c:v>-51.309457734028797</c:v>
                </c:pt>
                <c:pt idx="4617">
                  <c:v>-48.159346100419903</c:v>
                </c:pt>
                <c:pt idx="4618">
                  <c:v>-45.981347247710602</c:v>
                </c:pt>
                <c:pt idx="4619">
                  <c:v>-45.755998527417603</c:v>
                </c:pt>
                <c:pt idx="4620">
                  <c:v>-44.328668348457299</c:v>
                </c:pt>
                <c:pt idx="4621">
                  <c:v>-42.494648449360703</c:v>
                </c:pt>
                <c:pt idx="4622">
                  <c:v>-41.254813533959897</c:v>
                </c:pt>
                <c:pt idx="4623">
                  <c:v>-41.716215814073003</c:v>
                </c:pt>
                <c:pt idx="4624">
                  <c:v>-36.885315774244397</c:v>
                </c:pt>
                <c:pt idx="4625">
                  <c:v>-33.850754579757997</c:v>
                </c:pt>
                <c:pt idx="4626">
                  <c:v>-34.109714110837103</c:v>
                </c:pt>
                <c:pt idx="4627">
                  <c:v>-35.148183937705298</c:v>
                </c:pt>
                <c:pt idx="4628">
                  <c:v>-29.873251063014798</c:v>
                </c:pt>
                <c:pt idx="4629">
                  <c:v>-29.710482155089899</c:v>
                </c:pt>
                <c:pt idx="4630">
                  <c:v>-28.413549884504299</c:v>
                </c:pt>
                <c:pt idx="4631">
                  <c:v>-30.129660501692701</c:v>
                </c:pt>
                <c:pt idx="4632">
                  <c:v>-28.7438195002448</c:v>
                </c:pt>
                <c:pt idx="4633">
                  <c:v>-24.908339114721599</c:v>
                </c:pt>
                <c:pt idx="4634">
                  <c:v>-21.547241358523301</c:v>
                </c:pt>
                <c:pt idx="4635">
                  <c:v>-23.398936525145398</c:v>
                </c:pt>
                <c:pt idx="4636">
                  <c:v>-21.393275279775999</c:v>
                </c:pt>
                <c:pt idx="4637">
                  <c:v>-18.620359533144001</c:v>
                </c:pt>
                <c:pt idx="4638">
                  <c:v>-19.728125814854302</c:v>
                </c:pt>
                <c:pt idx="4639">
                  <c:v>-18.842548611628199</c:v>
                </c:pt>
                <c:pt idx="4640">
                  <c:v>-17.856599627573399</c:v>
                </c:pt>
                <c:pt idx="4641">
                  <c:v>-16.308141776906002</c:v>
                </c:pt>
                <c:pt idx="4642">
                  <c:v>-19.052980116374201</c:v>
                </c:pt>
                <c:pt idx="4643">
                  <c:v>-15.975980849166399</c:v>
                </c:pt>
                <c:pt idx="4644">
                  <c:v>-13.4357231054819</c:v>
                </c:pt>
                <c:pt idx="4645">
                  <c:v>-14.869844961009001</c:v>
                </c:pt>
                <c:pt idx="4646">
                  <c:v>-13.5568308968599</c:v>
                </c:pt>
                <c:pt idx="4647">
                  <c:v>-13.9134562711334</c:v>
                </c:pt>
                <c:pt idx="4648">
                  <c:v>-11.5000411301769</c:v>
                </c:pt>
                <c:pt idx="4649">
                  <c:v>-12.2287843530085</c:v>
                </c:pt>
                <c:pt idx="4650">
                  <c:v>-11.9638827920251</c:v>
                </c:pt>
                <c:pt idx="4651">
                  <c:v>-12.241748078947399</c:v>
                </c:pt>
                <c:pt idx="4652">
                  <c:v>-10.8851175665051</c:v>
                </c:pt>
                <c:pt idx="4653">
                  <c:v>-12.969032414519001</c:v>
                </c:pt>
                <c:pt idx="4654">
                  <c:v>-11.961180399486601</c:v>
                </c:pt>
                <c:pt idx="4655">
                  <c:v>-8.98524784057639</c:v>
                </c:pt>
                <c:pt idx="4656">
                  <c:v>-11.8404902227904</c:v>
                </c:pt>
                <c:pt idx="4657">
                  <c:v>-11.017047488390199</c:v>
                </c:pt>
                <c:pt idx="4658">
                  <c:v>-9.0986135317640393</c:v>
                </c:pt>
                <c:pt idx="4659">
                  <c:v>-10.045852482265101</c:v>
                </c:pt>
                <c:pt idx="4660">
                  <c:v>-12.7314930798705</c:v>
                </c:pt>
                <c:pt idx="4661">
                  <c:v>-11.8071908959782</c:v>
                </c:pt>
                <c:pt idx="4662">
                  <c:v>-9.9898161122362694</c:v>
                </c:pt>
                <c:pt idx="4663">
                  <c:v>-11.415600603028199</c:v>
                </c:pt>
                <c:pt idx="4664">
                  <c:v>-12.0085687224593</c:v>
                </c:pt>
                <c:pt idx="4665">
                  <c:v>-13.513886432561801</c:v>
                </c:pt>
                <c:pt idx="4666">
                  <c:v>-15.423230878082601</c:v>
                </c:pt>
                <c:pt idx="4667">
                  <c:v>-11.4660960538988</c:v>
                </c:pt>
                <c:pt idx="4668">
                  <c:v>-10.813292287017401</c:v>
                </c:pt>
                <c:pt idx="4669">
                  <c:v>-14.5359024867527</c:v>
                </c:pt>
                <c:pt idx="4670">
                  <c:v>-14.0524376494765</c:v>
                </c:pt>
                <c:pt idx="4671">
                  <c:v>-16.218499655883601</c:v>
                </c:pt>
                <c:pt idx="4672">
                  <c:v>-15.4260247363743</c:v>
                </c:pt>
                <c:pt idx="4673">
                  <c:v>-15.9022006249882</c:v>
                </c:pt>
                <c:pt idx="4674">
                  <c:v>-17.964596259270699</c:v>
                </c:pt>
                <c:pt idx="4675">
                  <c:v>-15.011718477268399</c:v>
                </c:pt>
                <c:pt idx="4676">
                  <c:v>-19.9061276438342</c:v>
                </c:pt>
                <c:pt idx="4677">
                  <c:v>-20.1557131339184</c:v>
                </c:pt>
                <c:pt idx="4678">
                  <c:v>-22.6079075473844</c:v>
                </c:pt>
                <c:pt idx="4679">
                  <c:v>-21.3778340165067</c:v>
                </c:pt>
                <c:pt idx="4680">
                  <c:v>-23.308361020327201</c:v>
                </c:pt>
                <c:pt idx="4681">
                  <c:v>-22.984551963991802</c:v>
                </c:pt>
                <c:pt idx="4682">
                  <c:v>-23.538745562005001</c:v>
                </c:pt>
                <c:pt idx="4683">
                  <c:v>-22.223936853095399</c:v>
                </c:pt>
                <c:pt idx="4684">
                  <c:v>-25.077263626479802</c:v>
                </c:pt>
                <c:pt idx="4685">
                  <c:v>-25.983126104370399</c:v>
                </c:pt>
                <c:pt idx="4686">
                  <c:v>-25.7253645711383</c:v>
                </c:pt>
                <c:pt idx="4687">
                  <c:v>-26.856610766539301</c:v>
                </c:pt>
                <c:pt idx="4688">
                  <c:v>-29.423151272882599</c:v>
                </c:pt>
                <c:pt idx="4689">
                  <c:v>-29.581630069815901</c:v>
                </c:pt>
                <c:pt idx="4690">
                  <c:v>-30.292510042645301</c:v>
                </c:pt>
                <c:pt idx="4691">
                  <c:v>-31.7906056313223</c:v>
                </c:pt>
                <c:pt idx="4692">
                  <c:v>-34.378027617722701</c:v>
                </c:pt>
                <c:pt idx="4693">
                  <c:v>-34.588659042714802</c:v>
                </c:pt>
                <c:pt idx="4694">
                  <c:v>-34.541335187933498</c:v>
                </c:pt>
                <c:pt idx="4695">
                  <c:v>-35.640628882509503</c:v>
                </c:pt>
                <c:pt idx="4696">
                  <c:v>-36.390309996627103</c:v>
                </c:pt>
                <c:pt idx="4697">
                  <c:v>-39.508905413133903</c:v>
                </c:pt>
                <c:pt idx="4698">
                  <c:v>-40.745643654886599</c:v>
                </c:pt>
                <c:pt idx="4699">
                  <c:v>-39.371438334826898</c:v>
                </c:pt>
                <c:pt idx="4700">
                  <c:v>-40.888235801869499</c:v>
                </c:pt>
                <c:pt idx="4701">
                  <c:v>-42.154738234692999</c:v>
                </c:pt>
                <c:pt idx="4702">
                  <c:v>-44.3467616815377</c:v>
                </c:pt>
                <c:pt idx="4703">
                  <c:v>-47.437922438693398</c:v>
                </c:pt>
                <c:pt idx="4704">
                  <c:v>-48.409381762982598</c:v>
                </c:pt>
                <c:pt idx="4705">
                  <c:v>-44.832380613730997</c:v>
                </c:pt>
                <c:pt idx="4706">
                  <c:v>-48.149120450848898</c:v>
                </c:pt>
                <c:pt idx="4707">
                  <c:v>-50.082366439615797</c:v>
                </c:pt>
                <c:pt idx="4708">
                  <c:v>-50.0275150298814</c:v>
                </c:pt>
                <c:pt idx="4709">
                  <c:v>-50.548980251036298</c:v>
                </c:pt>
                <c:pt idx="4710">
                  <c:v>-51.580414371798199</c:v>
                </c:pt>
                <c:pt idx="4711">
                  <c:v>-51.368738138281699</c:v>
                </c:pt>
                <c:pt idx="4712">
                  <c:v>-56.182541300932698</c:v>
                </c:pt>
                <c:pt idx="4713">
                  <c:v>-56.937685532051702</c:v>
                </c:pt>
                <c:pt idx="4714">
                  <c:v>-57.137181322773003</c:v>
                </c:pt>
                <c:pt idx="4715">
                  <c:v>-58.939129893739498</c:v>
                </c:pt>
                <c:pt idx="4716">
                  <c:v>-60.036029123068197</c:v>
                </c:pt>
                <c:pt idx="4717">
                  <c:v>-61.435923355364501</c:v>
                </c:pt>
                <c:pt idx="4718">
                  <c:v>-63.814179769371997</c:v>
                </c:pt>
                <c:pt idx="4719">
                  <c:v>-64.599422684188298</c:v>
                </c:pt>
                <c:pt idx="4720">
                  <c:v>-68.086950693213595</c:v>
                </c:pt>
                <c:pt idx="4721">
                  <c:v>-64.752692845630506</c:v>
                </c:pt>
                <c:pt idx="4722">
                  <c:v>-66.479635919527396</c:v>
                </c:pt>
                <c:pt idx="4723">
                  <c:v>-69.035947720224101</c:v>
                </c:pt>
                <c:pt idx="4724">
                  <c:v>-71.766551397584394</c:v>
                </c:pt>
                <c:pt idx="4725">
                  <c:v>-72.279106305942094</c:v>
                </c:pt>
                <c:pt idx="4726">
                  <c:v>-72.652421903626902</c:v>
                </c:pt>
                <c:pt idx="4727">
                  <c:v>-74.624418191983906</c:v>
                </c:pt>
                <c:pt idx="4728">
                  <c:v>-74.151859042742501</c:v>
                </c:pt>
                <c:pt idx="4729">
                  <c:v>-77.102189899473899</c:v>
                </c:pt>
                <c:pt idx="4730">
                  <c:v>-78.118047841568995</c:v>
                </c:pt>
                <c:pt idx="4731">
                  <c:v>-78.505610749545596</c:v>
                </c:pt>
                <c:pt idx="4732">
                  <c:v>-79.362713477059003</c:v>
                </c:pt>
                <c:pt idx="4733">
                  <c:v>-78.634851432143194</c:v>
                </c:pt>
                <c:pt idx="4734">
                  <c:v>-81.689155399680999</c:v>
                </c:pt>
                <c:pt idx="4735">
                  <c:v>-81.872940029453105</c:v>
                </c:pt>
                <c:pt idx="4736">
                  <c:v>-82.799291996351101</c:v>
                </c:pt>
                <c:pt idx="4737">
                  <c:v>-84.913280577551006</c:v>
                </c:pt>
                <c:pt idx="4738">
                  <c:v>-85.226915714431897</c:v>
                </c:pt>
                <c:pt idx="4739">
                  <c:v>-86.867282323585798</c:v>
                </c:pt>
                <c:pt idx="4740">
                  <c:v>-88.113209185265802</c:v>
                </c:pt>
                <c:pt idx="4741">
                  <c:v>-88.924463814559601</c:v>
                </c:pt>
                <c:pt idx="4742">
                  <c:v>-88.941714050019598</c:v>
                </c:pt>
                <c:pt idx="4743">
                  <c:v>-88.629168762099496</c:v>
                </c:pt>
                <c:pt idx="4744">
                  <c:v>-89.482854965947496</c:v>
                </c:pt>
                <c:pt idx="4745">
                  <c:v>-90.899432465681102</c:v>
                </c:pt>
                <c:pt idx="4746">
                  <c:v>-94.447521445696495</c:v>
                </c:pt>
                <c:pt idx="4747">
                  <c:v>-94.198319712583</c:v>
                </c:pt>
                <c:pt idx="4748">
                  <c:v>-95.753733944636593</c:v>
                </c:pt>
                <c:pt idx="4749">
                  <c:v>-97.831922310493596</c:v>
                </c:pt>
                <c:pt idx="4750">
                  <c:v>-98.801925660569594</c:v>
                </c:pt>
                <c:pt idx="4751">
                  <c:v>-97.905684008277603</c:v>
                </c:pt>
                <c:pt idx="4752">
                  <c:v>-98.982535059866194</c:v>
                </c:pt>
                <c:pt idx="4753">
                  <c:v>-97.900355935570204</c:v>
                </c:pt>
                <c:pt idx="4754">
                  <c:v>-98.411119274472497</c:v>
                </c:pt>
                <c:pt idx="4755">
                  <c:v>-100.357244917589</c:v>
                </c:pt>
                <c:pt idx="4756">
                  <c:v>-102.662898393904</c:v>
                </c:pt>
                <c:pt idx="4757">
                  <c:v>-101.704687840266</c:v>
                </c:pt>
                <c:pt idx="4758">
                  <c:v>-102.365494384044</c:v>
                </c:pt>
                <c:pt idx="4759">
                  <c:v>-102.469563214535</c:v>
                </c:pt>
                <c:pt idx="4760">
                  <c:v>-102.59505874193199</c:v>
                </c:pt>
                <c:pt idx="4761">
                  <c:v>-104.971982552447</c:v>
                </c:pt>
                <c:pt idx="4762">
                  <c:v>-103.16494226293599</c:v>
                </c:pt>
                <c:pt idx="4763">
                  <c:v>-102.51131083296001</c:v>
                </c:pt>
                <c:pt idx="4764">
                  <c:v>-104.004227821269</c:v>
                </c:pt>
                <c:pt idx="4765">
                  <c:v>-105.924644060159</c:v>
                </c:pt>
                <c:pt idx="4766">
                  <c:v>-103.94291670081201</c:v>
                </c:pt>
                <c:pt idx="4767">
                  <c:v>-106.93139687001</c:v>
                </c:pt>
                <c:pt idx="4768">
                  <c:v>-107.10487957856</c:v>
                </c:pt>
                <c:pt idx="4769">
                  <c:v>-106.321482123862</c:v>
                </c:pt>
                <c:pt idx="4770">
                  <c:v>-106.85801353145401</c:v>
                </c:pt>
                <c:pt idx="4771">
                  <c:v>-104.69939924153</c:v>
                </c:pt>
                <c:pt idx="4772">
                  <c:v>-106.321482123862</c:v>
                </c:pt>
                <c:pt idx="4773">
                  <c:v>-109.365747116629</c:v>
                </c:pt>
                <c:pt idx="4774">
                  <c:v>-108.170662155041</c:v>
                </c:pt>
                <c:pt idx="4775">
                  <c:v>-107.58277305476901</c:v>
                </c:pt>
                <c:pt idx="4776">
                  <c:v>-108.623272472968</c:v>
                </c:pt>
                <c:pt idx="4777">
                  <c:v>-109.223680808019</c:v>
                </c:pt>
                <c:pt idx="4778">
                  <c:v>-108.325429418708</c:v>
                </c:pt>
                <c:pt idx="4779">
                  <c:v>-107.426330799433</c:v>
                </c:pt>
                <c:pt idx="4780">
                  <c:v>-107.192369201492</c:v>
                </c:pt>
                <c:pt idx="4781">
                  <c:v>-107.009391379833</c:v>
                </c:pt>
                <c:pt idx="4782">
                  <c:v>-105.118869211299</c:v>
                </c:pt>
                <c:pt idx="4783">
                  <c:v>-106.851261770929</c:v>
                </c:pt>
                <c:pt idx="4784">
                  <c:v>-108.793492419182</c:v>
                </c:pt>
                <c:pt idx="4785">
                  <c:v>-107.5846808595</c:v>
                </c:pt>
                <c:pt idx="4786">
                  <c:v>-109.39454255020399</c:v>
                </c:pt>
                <c:pt idx="4787">
                  <c:v>-108.12436353339</c:v>
                </c:pt>
                <c:pt idx="4788">
                  <c:v>-106.640050232484</c:v>
                </c:pt>
                <c:pt idx="4789">
                  <c:v>-107.727155465322</c:v>
                </c:pt>
                <c:pt idx="4790">
                  <c:v>-105.90877889914501</c:v>
                </c:pt>
                <c:pt idx="4791">
                  <c:v>-104.60853897536199</c:v>
                </c:pt>
                <c:pt idx="4792">
                  <c:v>-105.13777988122899</c:v>
                </c:pt>
                <c:pt idx="4793">
                  <c:v>-106.899232188545</c:v>
                </c:pt>
                <c:pt idx="4794">
                  <c:v>-105.207314098358</c:v>
                </c:pt>
                <c:pt idx="4795">
                  <c:v>-104.32913427486</c:v>
                </c:pt>
                <c:pt idx="4796">
                  <c:v>-103.296999791052</c:v>
                </c:pt>
                <c:pt idx="4797">
                  <c:v>-103.74423536945299</c:v>
                </c:pt>
                <c:pt idx="4798">
                  <c:v>-103.986883638272</c:v>
                </c:pt>
                <c:pt idx="4799">
                  <c:v>-104.49385267522101</c:v>
                </c:pt>
                <c:pt idx="4800">
                  <c:v>-104.084196003748</c:v>
                </c:pt>
                <c:pt idx="4801">
                  <c:v>-105.32749681714201</c:v>
                </c:pt>
                <c:pt idx="4802">
                  <c:v>-105.4262026861</c:v>
                </c:pt>
                <c:pt idx="4803">
                  <c:v>-102.462292385441</c:v>
                </c:pt>
                <c:pt idx="4804">
                  <c:v>-100.791844888245</c:v>
                </c:pt>
                <c:pt idx="4805">
                  <c:v>-105.53327766229999</c:v>
                </c:pt>
                <c:pt idx="4806">
                  <c:v>-104.089790145066</c:v>
                </c:pt>
                <c:pt idx="4807">
                  <c:v>-101.202743303361</c:v>
                </c:pt>
                <c:pt idx="4808">
                  <c:v>-101.676362814184</c:v>
                </c:pt>
                <c:pt idx="4809">
                  <c:v>-100.500826955346</c:v>
                </c:pt>
                <c:pt idx="4810">
                  <c:v>-98.459647819995695</c:v>
                </c:pt>
                <c:pt idx="4811">
                  <c:v>-97.9103688198702</c:v>
                </c:pt>
                <c:pt idx="4812">
                  <c:v>-96.755150842911505</c:v>
                </c:pt>
                <c:pt idx="4813">
                  <c:v>-97.876787474042303</c:v>
                </c:pt>
                <c:pt idx="4814">
                  <c:v>-95.625675742326393</c:v>
                </c:pt>
                <c:pt idx="4815">
                  <c:v>-95.578811073273499</c:v>
                </c:pt>
                <c:pt idx="4816">
                  <c:v>-95.179689495940494</c:v>
                </c:pt>
                <c:pt idx="4817">
                  <c:v>-95.488907785628101</c:v>
                </c:pt>
                <c:pt idx="4818">
                  <c:v>-95.251970791646897</c:v>
                </c:pt>
                <c:pt idx="4819">
                  <c:v>-93.832982755330903</c:v>
                </c:pt>
                <c:pt idx="4820">
                  <c:v>-94.384144113180895</c:v>
                </c:pt>
                <c:pt idx="4821">
                  <c:v>-90.004153902032201</c:v>
                </c:pt>
                <c:pt idx="4822">
                  <c:v>-92.290993020190797</c:v>
                </c:pt>
                <c:pt idx="4823">
                  <c:v>-90.894320942937796</c:v>
                </c:pt>
                <c:pt idx="4824">
                  <c:v>-93.494796417574307</c:v>
                </c:pt>
                <c:pt idx="4825">
                  <c:v>-90.350953667804205</c:v>
                </c:pt>
                <c:pt idx="4826">
                  <c:v>-89.936720028983103</c:v>
                </c:pt>
                <c:pt idx="4827">
                  <c:v>-91.190386292300403</c:v>
                </c:pt>
                <c:pt idx="4828">
                  <c:v>-89.962971365934095</c:v>
                </c:pt>
                <c:pt idx="4829">
                  <c:v>-87.287696146277696</c:v>
                </c:pt>
                <c:pt idx="4830">
                  <c:v>-89.121322338195597</c:v>
                </c:pt>
                <c:pt idx="4831">
                  <c:v>-87.776663662388799</c:v>
                </c:pt>
                <c:pt idx="4832">
                  <c:v>-87.384080046976294</c:v>
                </c:pt>
                <c:pt idx="4833">
                  <c:v>-89.278764807620007</c:v>
                </c:pt>
                <c:pt idx="4834">
                  <c:v>-86.425937516463705</c:v>
                </c:pt>
                <c:pt idx="4835">
                  <c:v>-84.371858789631602</c:v>
                </c:pt>
                <c:pt idx="4836">
                  <c:v>-83.077956319004898</c:v>
                </c:pt>
                <c:pt idx="4837">
                  <c:v>-82.291719070658104</c:v>
                </c:pt>
                <c:pt idx="4838">
                  <c:v>-83.978114978060901</c:v>
                </c:pt>
                <c:pt idx="4839">
                  <c:v>-80.683429988394806</c:v>
                </c:pt>
                <c:pt idx="4840">
                  <c:v>-81.6263360069008</c:v>
                </c:pt>
                <c:pt idx="4841">
                  <c:v>-82.037839809958399</c:v>
                </c:pt>
                <c:pt idx="4842">
                  <c:v>-82.156864837568307</c:v>
                </c:pt>
                <c:pt idx="4843">
                  <c:v>-81.049715161107301</c:v>
                </c:pt>
                <c:pt idx="4844">
                  <c:v>-78.933420896273901</c:v>
                </c:pt>
                <c:pt idx="4845">
                  <c:v>-81.771576513109494</c:v>
                </c:pt>
                <c:pt idx="4846">
                  <c:v>-80.405036961805493</c:v>
                </c:pt>
                <c:pt idx="4847">
                  <c:v>-82.911084832704205</c:v>
                </c:pt>
                <c:pt idx="4848">
                  <c:v>-79.151068184174505</c:v>
                </c:pt>
                <c:pt idx="4849">
                  <c:v>-80.364906212611203</c:v>
                </c:pt>
                <c:pt idx="4850">
                  <c:v>-76.171286131054103</c:v>
                </c:pt>
                <c:pt idx="4851">
                  <c:v>-75.128774750368095</c:v>
                </c:pt>
                <c:pt idx="4852">
                  <c:v>-73.273797708209699</c:v>
                </c:pt>
                <c:pt idx="4853">
                  <c:v>-74.532638946060104</c:v>
                </c:pt>
                <c:pt idx="4854">
                  <c:v>-73.999708012119399</c:v>
                </c:pt>
                <c:pt idx="4855">
                  <c:v>-75.246803453562606</c:v>
                </c:pt>
                <c:pt idx="4856">
                  <c:v>-73.446255588717804</c:v>
                </c:pt>
                <c:pt idx="4857">
                  <c:v>-73.722034917607104</c:v>
                </c:pt>
                <c:pt idx="4858">
                  <c:v>-72.184714005484906</c:v>
                </c:pt>
                <c:pt idx="4859">
                  <c:v>-71.475134036994405</c:v>
                </c:pt>
                <c:pt idx="4860">
                  <c:v>-71.4545013451919</c:v>
                </c:pt>
                <c:pt idx="4861">
                  <c:v>-71.974796376318693</c:v>
                </c:pt>
                <c:pt idx="4862">
                  <c:v>-70.426121601455506</c:v>
                </c:pt>
                <c:pt idx="4863">
                  <c:v>-71.244047725074296</c:v>
                </c:pt>
                <c:pt idx="4864">
                  <c:v>-71.317035005462301</c:v>
                </c:pt>
                <c:pt idx="4865">
                  <c:v>-69.444799294498694</c:v>
                </c:pt>
                <c:pt idx="4866">
                  <c:v>-70.421152242635401</c:v>
                </c:pt>
                <c:pt idx="4867">
                  <c:v>-70.727059602916299</c:v>
                </c:pt>
                <c:pt idx="4868">
                  <c:v>-70.807809982066303</c:v>
                </c:pt>
                <c:pt idx="4869">
                  <c:v>-68.607290882307296</c:v>
                </c:pt>
                <c:pt idx="4870">
                  <c:v>-68.574337023204706</c:v>
                </c:pt>
                <c:pt idx="4871">
                  <c:v>-73.0505943362175</c:v>
                </c:pt>
                <c:pt idx="4872">
                  <c:v>-68.392108813739199</c:v>
                </c:pt>
                <c:pt idx="4873">
                  <c:v>-66.6187984720396</c:v>
                </c:pt>
                <c:pt idx="4874">
                  <c:v>-66.649000275159096</c:v>
                </c:pt>
                <c:pt idx="4875">
                  <c:v>-65.9150475506692</c:v>
                </c:pt>
                <c:pt idx="4876">
                  <c:v>-64.851088409347597</c:v>
                </c:pt>
                <c:pt idx="4877">
                  <c:v>-66.559900748708998</c:v>
                </c:pt>
                <c:pt idx="4878">
                  <c:v>-66.610781103957294</c:v>
                </c:pt>
                <c:pt idx="4879">
                  <c:v>-65.844400074499802</c:v>
                </c:pt>
                <c:pt idx="4880">
                  <c:v>-65.639421501333203</c:v>
                </c:pt>
                <c:pt idx="4881">
                  <c:v>-64.933022480873703</c:v>
                </c:pt>
                <c:pt idx="4882">
                  <c:v>-64.169753111213296</c:v>
                </c:pt>
                <c:pt idx="4883">
                  <c:v>-64.060340430299703</c:v>
                </c:pt>
                <c:pt idx="4884">
                  <c:v>-64.491017751592494</c:v>
                </c:pt>
                <c:pt idx="4885">
                  <c:v>-61.973517547983</c:v>
                </c:pt>
                <c:pt idx="4886">
                  <c:v>-63.9750530231141</c:v>
                </c:pt>
                <c:pt idx="4887">
                  <c:v>-63.322076634896803</c:v>
                </c:pt>
                <c:pt idx="4888">
                  <c:v>-65.070715886688603</c:v>
                </c:pt>
                <c:pt idx="4889">
                  <c:v>-64.950185970972001</c:v>
                </c:pt>
                <c:pt idx="4890">
                  <c:v>-64.047126622247703</c:v>
                </c:pt>
                <c:pt idx="4891">
                  <c:v>-63.947237851630902</c:v>
                </c:pt>
                <c:pt idx="4892">
                  <c:v>-63.2989487750853</c:v>
                </c:pt>
                <c:pt idx="4893">
                  <c:v>-62.0132055678448</c:v>
                </c:pt>
                <c:pt idx="4894">
                  <c:v>-63.795446548956399</c:v>
                </c:pt>
                <c:pt idx="4895">
                  <c:v>-63.165001944380798</c:v>
                </c:pt>
                <c:pt idx="4896">
                  <c:v>-64.117258501699297</c:v>
                </c:pt>
                <c:pt idx="4897">
                  <c:v>-63.7107401849021</c:v>
                </c:pt>
                <c:pt idx="4898">
                  <c:v>-60.871493332908997</c:v>
                </c:pt>
                <c:pt idx="4899">
                  <c:v>-63.705676591996799</c:v>
                </c:pt>
                <c:pt idx="4900">
                  <c:v>-62.897627230523597</c:v>
                </c:pt>
                <c:pt idx="4901">
                  <c:v>-64.099827045337804</c:v>
                </c:pt>
                <c:pt idx="4902">
                  <c:v>-62.816414110987601</c:v>
                </c:pt>
                <c:pt idx="4903">
                  <c:v>-62.647896669678602</c:v>
                </c:pt>
                <c:pt idx="4904">
                  <c:v>-62.107244202768698</c:v>
                </c:pt>
                <c:pt idx="4905">
                  <c:v>-61.390245214803699</c:v>
                </c:pt>
                <c:pt idx="4906">
                  <c:v>-64.318267437979898</c:v>
                </c:pt>
                <c:pt idx="4907">
                  <c:v>-63.847290783024803</c:v>
                </c:pt>
                <c:pt idx="4908">
                  <c:v>-62.6047012892328</c:v>
                </c:pt>
                <c:pt idx="4909">
                  <c:v>-63.553005534157201</c:v>
                </c:pt>
                <c:pt idx="4910">
                  <c:v>-63.078834788804102</c:v>
                </c:pt>
                <c:pt idx="4911">
                  <c:v>-62.929885383320602</c:v>
                </c:pt>
                <c:pt idx="4912">
                  <c:v>-63.968846879544401</c:v>
                </c:pt>
                <c:pt idx="4913">
                  <c:v>-63.165565041525198</c:v>
                </c:pt>
                <c:pt idx="4914">
                  <c:v>-64.309825802522795</c:v>
                </c:pt>
                <c:pt idx="4915">
                  <c:v>-66.148782011452198</c:v>
                </c:pt>
                <c:pt idx="4916">
                  <c:v>-64.004344041169105</c:v>
                </c:pt>
                <c:pt idx="4917">
                  <c:v>-62.5585807158973</c:v>
                </c:pt>
                <c:pt idx="4918">
                  <c:v>-62.674557100205703</c:v>
                </c:pt>
                <c:pt idx="4919">
                  <c:v>-66.177341825291293</c:v>
                </c:pt>
                <c:pt idx="4920">
                  <c:v>-65.438705626809394</c:v>
                </c:pt>
                <c:pt idx="4921">
                  <c:v>-64.648019856578102</c:v>
                </c:pt>
                <c:pt idx="4922">
                  <c:v>-65.649976026155699</c:v>
                </c:pt>
                <c:pt idx="4923">
                  <c:v>-68.568486438863999</c:v>
                </c:pt>
                <c:pt idx="4924">
                  <c:v>-66.118113313082901</c:v>
                </c:pt>
                <c:pt idx="4925">
                  <c:v>-68.584751564334894</c:v>
                </c:pt>
                <c:pt idx="4926">
                  <c:v>-68.376984365266907</c:v>
                </c:pt>
                <c:pt idx="4927">
                  <c:v>-66.716541722968003</c:v>
                </c:pt>
                <c:pt idx="4928">
                  <c:v>-67.701047626028696</c:v>
                </c:pt>
                <c:pt idx="4929">
                  <c:v>-68.156107237225498</c:v>
                </c:pt>
                <c:pt idx="4930">
                  <c:v>-68.761657745086893</c:v>
                </c:pt>
                <c:pt idx="4931">
                  <c:v>-68.787936473087001</c:v>
                </c:pt>
                <c:pt idx="4932">
                  <c:v>-68.966571138388503</c:v>
                </c:pt>
                <c:pt idx="4933">
                  <c:v>-71.852381931027296</c:v>
                </c:pt>
                <c:pt idx="4934">
                  <c:v>-69.8539324733255</c:v>
                </c:pt>
                <c:pt idx="4935">
                  <c:v>-71.998618452100104</c:v>
                </c:pt>
                <c:pt idx="4936">
                  <c:v>-71.232531826952794</c:v>
                </c:pt>
                <c:pt idx="4937">
                  <c:v>-71.421160704691303</c:v>
                </c:pt>
                <c:pt idx="4938">
                  <c:v>-72.478369608208396</c:v>
                </c:pt>
                <c:pt idx="4939">
                  <c:v>-74.805969793124902</c:v>
                </c:pt>
                <c:pt idx="4940">
                  <c:v>-72.595810275478001</c:v>
                </c:pt>
                <c:pt idx="4941">
                  <c:v>-72.109766383817799</c:v>
                </c:pt>
                <c:pt idx="4942">
                  <c:v>-75.529961263493504</c:v>
                </c:pt>
                <c:pt idx="4943">
                  <c:v>-76.861477081578599</c:v>
                </c:pt>
                <c:pt idx="4944">
                  <c:v>-78.166146795122799</c:v>
                </c:pt>
                <c:pt idx="4945">
                  <c:v>-75.960004398009104</c:v>
                </c:pt>
                <c:pt idx="4946">
                  <c:v>-79.421481779597798</c:v>
                </c:pt>
                <c:pt idx="4947">
                  <c:v>-80.353822113499504</c:v>
                </c:pt>
                <c:pt idx="4948">
                  <c:v>-79.208146447317006</c:v>
                </c:pt>
                <c:pt idx="4949">
                  <c:v>-77.969096342670397</c:v>
                </c:pt>
                <c:pt idx="4950">
                  <c:v>-79.928307058704206</c:v>
                </c:pt>
                <c:pt idx="4951">
                  <c:v>-78.479705806925494</c:v>
                </c:pt>
                <c:pt idx="4952">
                  <c:v>-80.051967045394505</c:v>
                </c:pt>
                <c:pt idx="4953">
                  <c:v>-81.334205439877195</c:v>
                </c:pt>
                <c:pt idx="4954">
                  <c:v>-80.335846090709893</c:v>
                </c:pt>
                <c:pt idx="4955">
                  <c:v>-83.721360366569996</c:v>
                </c:pt>
                <c:pt idx="4956">
                  <c:v>-80.537677763980398</c:v>
                </c:pt>
                <c:pt idx="4957">
                  <c:v>-85.792655031136405</c:v>
                </c:pt>
                <c:pt idx="4958">
                  <c:v>-86.272441281148303</c:v>
                </c:pt>
                <c:pt idx="4959">
                  <c:v>-86.093715599652995</c:v>
                </c:pt>
                <c:pt idx="4960">
                  <c:v>-86.743875335288607</c:v>
                </c:pt>
                <c:pt idx="4961">
                  <c:v>-87.851271667567005</c:v>
                </c:pt>
                <c:pt idx="4962">
                  <c:v>-87.157182408956004</c:v>
                </c:pt>
                <c:pt idx="4963">
                  <c:v>-85.981217896843702</c:v>
                </c:pt>
                <c:pt idx="4964">
                  <c:v>-88.095498282492997</c:v>
                </c:pt>
                <c:pt idx="4965">
                  <c:v>-89.555067395490099</c:v>
                </c:pt>
                <c:pt idx="4966">
                  <c:v>-89.441419531802197</c:v>
                </c:pt>
                <c:pt idx="4967">
                  <c:v>-93.142225019900906</c:v>
                </c:pt>
                <c:pt idx="4968">
                  <c:v>-90.561491010292897</c:v>
                </c:pt>
                <c:pt idx="4969">
                  <c:v>-91.445156972487993</c:v>
                </c:pt>
                <c:pt idx="4970">
                  <c:v>-93.890109887269801</c:v>
                </c:pt>
                <c:pt idx="4971">
                  <c:v>-94.643485346838304</c:v>
                </c:pt>
                <c:pt idx="4972">
                  <c:v>-92.874981766371803</c:v>
                </c:pt>
                <c:pt idx="4973">
                  <c:v>-96.025657508915103</c:v>
                </c:pt>
                <c:pt idx="4974">
                  <c:v>-97.256556786227193</c:v>
                </c:pt>
                <c:pt idx="4975">
                  <c:v>-95.527050208584797</c:v>
                </c:pt>
                <c:pt idx="4976">
                  <c:v>-94.316318997171905</c:v>
                </c:pt>
                <c:pt idx="4977">
                  <c:v>-95.799372840900304</c:v>
                </c:pt>
                <c:pt idx="4978">
                  <c:v>-98.790477807095002</c:v>
                </c:pt>
                <c:pt idx="4979">
                  <c:v>-100.35598036955</c:v>
                </c:pt>
                <c:pt idx="4980">
                  <c:v>-102.456532319535</c:v>
                </c:pt>
                <c:pt idx="4981">
                  <c:v>-103.106803134133</c:v>
                </c:pt>
                <c:pt idx="4982">
                  <c:v>-103.44087253813601</c:v>
                </c:pt>
                <c:pt idx="4983">
                  <c:v>-101.712578333922</c:v>
                </c:pt>
                <c:pt idx="4984">
                  <c:v>-102.8990031905</c:v>
                </c:pt>
                <c:pt idx="4985">
                  <c:v>-104.537854462212</c:v>
                </c:pt>
                <c:pt idx="4986">
                  <c:v>-104.24406581846701</c:v>
                </c:pt>
                <c:pt idx="4987">
                  <c:v>-105.281331726465</c:v>
                </c:pt>
                <c:pt idx="4988">
                  <c:v>-105.126988022795</c:v>
                </c:pt>
                <c:pt idx="4989">
                  <c:v>-107.494701387948</c:v>
                </c:pt>
                <c:pt idx="4990">
                  <c:v>-107.915872383224</c:v>
                </c:pt>
                <c:pt idx="4991">
                  <c:v>-107.96705314592199</c:v>
                </c:pt>
                <c:pt idx="4992">
                  <c:v>-108.951195186025</c:v>
                </c:pt>
                <c:pt idx="4993">
                  <c:v>-109.888838964738</c:v>
                </c:pt>
                <c:pt idx="4994">
                  <c:v>-111.767074768334</c:v>
                </c:pt>
                <c:pt idx="4995">
                  <c:v>-112.626909938715</c:v>
                </c:pt>
                <c:pt idx="4996">
                  <c:v>-111.388972144848</c:v>
                </c:pt>
                <c:pt idx="4997">
                  <c:v>-111.71747242169999</c:v>
                </c:pt>
                <c:pt idx="4998">
                  <c:v>-116.62508701547</c:v>
                </c:pt>
                <c:pt idx="4999">
                  <c:v>-117.210898028817</c:v>
                </c:pt>
                <c:pt idx="5000">
                  <c:v>-115.392887988515</c:v>
                </c:pt>
                <c:pt idx="5001">
                  <c:v>-119.853938629144</c:v>
                </c:pt>
                <c:pt idx="5002">
                  <c:v>-119.45255305764699</c:v>
                </c:pt>
                <c:pt idx="5003">
                  <c:v>-118.48197372975299</c:v>
                </c:pt>
                <c:pt idx="5004">
                  <c:v>-118.34826404271</c:v>
                </c:pt>
                <c:pt idx="5005">
                  <c:v>-120.168877956703</c:v>
                </c:pt>
                <c:pt idx="5006">
                  <c:v>-119.935509496108</c:v>
                </c:pt>
                <c:pt idx="5007">
                  <c:v>-120.381690363468</c:v>
                </c:pt>
                <c:pt idx="5008">
                  <c:v>-120.56822602549499</c:v>
                </c:pt>
                <c:pt idx="5009">
                  <c:v>-122.68626427101</c:v>
                </c:pt>
                <c:pt idx="5010">
                  <c:v>-123.217282862659</c:v>
                </c:pt>
                <c:pt idx="5011">
                  <c:v>-126.274996943017</c:v>
                </c:pt>
                <c:pt idx="5012">
                  <c:v>-125.073341623407</c:v>
                </c:pt>
                <c:pt idx="5013">
                  <c:v>-124.62081493613999</c:v>
                </c:pt>
                <c:pt idx="5014">
                  <c:v>-125.943697621529</c:v>
                </c:pt>
                <c:pt idx="5015">
                  <c:v>-125.665812662561</c:v>
                </c:pt>
                <c:pt idx="5016">
                  <c:v>-125.43024707332199</c:v>
                </c:pt>
                <c:pt idx="5017">
                  <c:v>-126.330438424691</c:v>
                </c:pt>
                <c:pt idx="5018">
                  <c:v>-125.12106931724701</c:v>
                </c:pt>
                <c:pt idx="5019">
                  <c:v>-128.732898281866</c:v>
                </c:pt>
                <c:pt idx="5020">
                  <c:v>-126.733906175681</c:v>
                </c:pt>
                <c:pt idx="5021">
                  <c:v>-130.74466704794099</c:v>
                </c:pt>
                <c:pt idx="5022">
                  <c:v>-127.312020492619</c:v>
                </c:pt>
                <c:pt idx="5023">
                  <c:v>-130.021791237901</c:v>
                </c:pt>
                <c:pt idx="5024">
                  <c:v>-129.49266864267699</c:v>
                </c:pt>
                <c:pt idx="5025">
                  <c:v>-128.95067966297901</c:v>
                </c:pt>
                <c:pt idx="5026">
                  <c:v>-129.92729954543699</c:v>
                </c:pt>
                <c:pt idx="5027">
                  <c:v>-129.616785348787</c:v>
                </c:pt>
                <c:pt idx="5028">
                  <c:v>-130.44553044760099</c:v>
                </c:pt>
                <c:pt idx="5029">
                  <c:v>-130.16039395198899</c:v>
                </c:pt>
                <c:pt idx="5030">
                  <c:v>-130.47888376561801</c:v>
                </c:pt>
                <c:pt idx="5031">
                  <c:v>-131.93108006146699</c:v>
                </c:pt>
                <c:pt idx="5032">
                  <c:v>-131.583406799805</c:v>
                </c:pt>
                <c:pt idx="5033">
                  <c:v>-131.97656928848701</c:v>
                </c:pt>
                <c:pt idx="5034">
                  <c:v>-131.644864537475</c:v>
                </c:pt>
                <c:pt idx="5035">
                  <c:v>-129.289065681208</c:v>
                </c:pt>
                <c:pt idx="5036">
                  <c:v>-129.90190423303801</c:v>
                </c:pt>
                <c:pt idx="5037">
                  <c:v>-131.39832389515399</c:v>
                </c:pt>
                <c:pt idx="5038">
                  <c:v>-132.57139608647199</c:v>
                </c:pt>
                <c:pt idx="5039">
                  <c:v>-131.47843770948199</c:v>
                </c:pt>
                <c:pt idx="5040">
                  <c:v>-132.95134863491501</c:v>
                </c:pt>
                <c:pt idx="5041">
                  <c:v>-133.066361035255</c:v>
                </c:pt>
                <c:pt idx="5042">
                  <c:v>-130.30926533525101</c:v>
                </c:pt>
                <c:pt idx="5043">
                  <c:v>-132.874763622183</c:v>
                </c:pt>
                <c:pt idx="5044">
                  <c:v>-130.72869714466901</c:v>
                </c:pt>
                <c:pt idx="5045">
                  <c:v>-133.34023116605101</c:v>
                </c:pt>
                <c:pt idx="5046">
                  <c:v>-131.83414606888201</c:v>
                </c:pt>
                <c:pt idx="5047">
                  <c:v>-132.073023599653</c:v>
                </c:pt>
                <c:pt idx="5048">
                  <c:v>-130.69886515515901</c:v>
                </c:pt>
                <c:pt idx="5049">
                  <c:v>-131.606653991277</c:v>
                </c:pt>
                <c:pt idx="5050">
                  <c:v>-131.644864537475</c:v>
                </c:pt>
                <c:pt idx="5051">
                  <c:v>-131.08581920960299</c:v>
                </c:pt>
                <c:pt idx="5052">
                  <c:v>-130.36810126265701</c:v>
                </c:pt>
                <c:pt idx="5053">
                  <c:v>-131.89098029267799</c:v>
                </c:pt>
                <c:pt idx="5054">
                  <c:v>-128.39285901858801</c:v>
                </c:pt>
                <c:pt idx="5055">
                  <c:v>-131.01128783028</c:v>
                </c:pt>
                <c:pt idx="5056">
                  <c:v>-131.30656274267699</c:v>
                </c:pt>
                <c:pt idx="5057">
                  <c:v>-128.87319750349101</c:v>
                </c:pt>
                <c:pt idx="5058">
                  <c:v>-131.40300474776501</c:v>
                </c:pt>
                <c:pt idx="5059">
                  <c:v>-128.02233125462499</c:v>
                </c:pt>
                <c:pt idx="5060">
                  <c:v>-127.066028627704</c:v>
                </c:pt>
                <c:pt idx="5061">
                  <c:v>-133.264335306129</c:v>
                </c:pt>
                <c:pt idx="5062">
                  <c:v>-129.07263740727601</c:v>
                </c:pt>
                <c:pt idx="5063">
                  <c:v>-126.529380909018</c:v>
                </c:pt>
                <c:pt idx="5064">
                  <c:v>-130.06159897796601</c:v>
                </c:pt>
                <c:pt idx="5065">
                  <c:v>-130.515444116103</c:v>
                </c:pt>
                <c:pt idx="5066">
                  <c:v>-130.90584149466599</c:v>
                </c:pt>
                <c:pt idx="5067">
                  <c:v>-130.18561115406601</c:v>
                </c:pt>
                <c:pt idx="5068">
                  <c:v>-129.82464383732301</c:v>
                </c:pt>
                <c:pt idx="5069">
                  <c:v>-128.976944880312</c:v>
                </c:pt>
                <c:pt idx="5070">
                  <c:v>-128.311498815037</c:v>
                </c:pt>
                <c:pt idx="5071">
                  <c:v>-128.647831034614</c:v>
                </c:pt>
                <c:pt idx="5072">
                  <c:v>-128.77262652718099</c:v>
                </c:pt>
                <c:pt idx="5073">
                  <c:v>-128.915680217692</c:v>
                </c:pt>
                <c:pt idx="5074">
                  <c:v>-127.237491702696</c:v>
                </c:pt>
                <c:pt idx="5075">
                  <c:v>-128.876017809822</c:v>
                </c:pt>
                <c:pt idx="5076">
                  <c:v>-129.16826567421501</c:v>
                </c:pt>
                <c:pt idx="5077">
                  <c:v>-128.99611798203199</c:v>
                </c:pt>
                <c:pt idx="5078">
                  <c:v>-127.35580776318101</c:v>
                </c:pt>
                <c:pt idx="5079">
                  <c:v>-129.271269549409</c:v>
                </c:pt>
                <c:pt idx="5080">
                  <c:v>-126.538292440943</c:v>
                </c:pt>
                <c:pt idx="5081">
                  <c:v>-130.127999846676</c:v>
                </c:pt>
                <c:pt idx="5082">
                  <c:v>-127.83222924393201</c:v>
                </c:pt>
                <c:pt idx="5083">
                  <c:v>-126.77412955306301</c:v>
                </c:pt>
                <c:pt idx="5084">
                  <c:v>-125.65425002596101</c:v>
                </c:pt>
                <c:pt idx="5085">
                  <c:v>-124.824355604781</c:v>
                </c:pt>
                <c:pt idx="5086">
                  <c:v>-123.927910894463</c:v>
                </c:pt>
                <c:pt idx="5087">
                  <c:v>-124.52690292083901</c:v>
                </c:pt>
                <c:pt idx="5088">
                  <c:v>-121.86694235055499</c:v>
                </c:pt>
                <c:pt idx="5089">
                  <c:v>-123.02724929596801</c:v>
                </c:pt>
                <c:pt idx="5090">
                  <c:v>-120.277679054701</c:v>
                </c:pt>
                <c:pt idx="5091">
                  <c:v>-120.208857796179</c:v>
                </c:pt>
                <c:pt idx="5092">
                  <c:v>-118.063776938757</c:v>
                </c:pt>
                <c:pt idx="5093">
                  <c:v>-119.63754096880299</c:v>
                </c:pt>
                <c:pt idx="5094">
                  <c:v>-118.102109533007</c:v>
                </c:pt>
                <c:pt idx="5095">
                  <c:v>-117.281142855597</c:v>
                </c:pt>
                <c:pt idx="5096">
                  <c:v>-119.107807947675</c:v>
                </c:pt>
                <c:pt idx="5097">
                  <c:v>-115.052650086553</c:v>
                </c:pt>
                <c:pt idx="5098">
                  <c:v>-114.455819817407</c:v>
                </c:pt>
                <c:pt idx="5099">
                  <c:v>-113.19190389993599</c:v>
                </c:pt>
                <c:pt idx="5100">
                  <c:v>-111.22895713929699</c:v>
                </c:pt>
                <c:pt idx="5101">
                  <c:v>-112.610902250645</c:v>
                </c:pt>
                <c:pt idx="5102">
                  <c:v>-109.61659254386301</c:v>
                </c:pt>
                <c:pt idx="5103">
                  <c:v>-106.556288056586</c:v>
                </c:pt>
                <c:pt idx="5104">
                  <c:v>-103.278911710477</c:v>
                </c:pt>
                <c:pt idx="5105">
                  <c:v>-105.800455155893</c:v>
                </c:pt>
                <c:pt idx="5106">
                  <c:v>-102.746490597273</c:v>
                </c:pt>
                <c:pt idx="5107">
                  <c:v>-105.466198005647</c:v>
                </c:pt>
                <c:pt idx="5108">
                  <c:v>-101.964388280511</c:v>
                </c:pt>
                <c:pt idx="5109">
                  <c:v>-98.031379794777195</c:v>
                </c:pt>
                <c:pt idx="5110">
                  <c:v>-98.076008789178204</c:v>
                </c:pt>
                <c:pt idx="5111">
                  <c:v>-95.3628853542576</c:v>
                </c:pt>
                <c:pt idx="5112">
                  <c:v>-98.605386594416302</c:v>
                </c:pt>
                <c:pt idx="5113">
                  <c:v>-93.078577482386194</c:v>
                </c:pt>
                <c:pt idx="5114">
                  <c:v>-93.326968391067794</c:v>
                </c:pt>
                <c:pt idx="5115">
                  <c:v>-92.692865224319902</c:v>
                </c:pt>
                <c:pt idx="5116">
                  <c:v>-91.7143090758168</c:v>
                </c:pt>
                <c:pt idx="5117">
                  <c:v>-87.400714616149898</c:v>
                </c:pt>
                <c:pt idx="5118">
                  <c:v>-88.145114529422202</c:v>
                </c:pt>
                <c:pt idx="5119">
                  <c:v>-85.273565534425302</c:v>
                </c:pt>
                <c:pt idx="5120">
                  <c:v>-85.765961327577003</c:v>
                </c:pt>
                <c:pt idx="5121">
                  <c:v>-85.600419814472801</c:v>
                </c:pt>
                <c:pt idx="5122">
                  <c:v>-84.201978379415493</c:v>
                </c:pt>
                <c:pt idx="5123">
                  <c:v>-83.837031530835205</c:v>
                </c:pt>
                <c:pt idx="5124">
                  <c:v>-80.568751578863896</c:v>
                </c:pt>
                <c:pt idx="5125">
                  <c:v>-79.604977778966798</c:v>
                </c:pt>
                <c:pt idx="5126">
                  <c:v>-77.433221149766595</c:v>
                </c:pt>
                <c:pt idx="5127">
                  <c:v>-76.380345559981293</c:v>
                </c:pt>
                <c:pt idx="5128">
                  <c:v>-76.012503372610496</c:v>
                </c:pt>
                <c:pt idx="5129">
                  <c:v>-71.201298127853093</c:v>
                </c:pt>
                <c:pt idx="5130">
                  <c:v>-72.148902796880293</c:v>
                </c:pt>
                <c:pt idx="5131">
                  <c:v>-70.3748441673212</c:v>
                </c:pt>
                <c:pt idx="5132">
                  <c:v>-69.3429233244442</c:v>
                </c:pt>
                <c:pt idx="5133">
                  <c:v>-67.009801499193401</c:v>
                </c:pt>
                <c:pt idx="5134">
                  <c:v>-62.6776506842589</c:v>
                </c:pt>
                <c:pt idx="5135">
                  <c:v>-62.657730100941698</c:v>
                </c:pt>
                <c:pt idx="5136">
                  <c:v>-63.2989487750853</c:v>
                </c:pt>
                <c:pt idx="5137">
                  <c:v>-59.758463504507802</c:v>
                </c:pt>
                <c:pt idx="5138">
                  <c:v>-59.721078321198704</c:v>
                </c:pt>
                <c:pt idx="5139">
                  <c:v>-53.5668240163956</c:v>
                </c:pt>
                <c:pt idx="5140">
                  <c:v>-53.9668426208924</c:v>
                </c:pt>
                <c:pt idx="5141">
                  <c:v>-53.291698070850998</c:v>
                </c:pt>
                <c:pt idx="5142">
                  <c:v>-49.9763099837282</c:v>
                </c:pt>
                <c:pt idx="5143">
                  <c:v>-48.371752588462897</c:v>
                </c:pt>
                <c:pt idx="5144">
                  <c:v>-45.179160758199203</c:v>
                </c:pt>
                <c:pt idx="5145">
                  <c:v>-45.699428610529097</c:v>
                </c:pt>
                <c:pt idx="5146">
                  <c:v>-43.556124879725701</c:v>
                </c:pt>
                <c:pt idx="5147">
                  <c:v>-38.672851811078999</c:v>
                </c:pt>
                <c:pt idx="5148">
                  <c:v>-37.634465627448201</c:v>
                </c:pt>
                <c:pt idx="5149">
                  <c:v>-36.136732379695303</c:v>
                </c:pt>
                <c:pt idx="5150">
                  <c:v>-36.895878472940197</c:v>
                </c:pt>
                <c:pt idx="5151">
                  <c:v>-31.3696387754736</c:v>
                </c:pt>
                <c:pt idx="5152">
                  <c:v>-30.600596282469599</c:v>
                </c:pt>
                <c:pt idx="5153">
                  <c:v>-29.240276264574302</c:v>
                </c:pt>
                <c:pt idx="5154">
                  <c:v>-26.531905457578901</c:v>
                </c:pt>
                <c:pt idx="5155">
                  <c:v>-23.632952439429999</c:v>
                </c:pt>
                <c:pt idx="5156">
                  <c:v>-19.912118918606598</c:v>
                </c:pt>
                <c:pt idx="5157">
                  <c:v>-19.843359209369499</c:v>
                </c:pt>
                <c:pt idx="5158">
                  <c:v>-11.7442845164763</c:v>
                </c:pt>
                <c:pt idx="5159">
                  <c:v>-9.8243539739009904</c:v>
                </c:pt>
                <c:pt idx="5160">
                  <c:v>-10.194442954111199</c:v>
                </c:pt>
                <c:pt idx="5161">
                  <c:v>-7.9015867664966697</c:v>
                </c:pt>
                <c:pt idx="5162">
                  <c:v>-5.7765808974571602</c:v>
                </c:pt>
                <c:pt idx="5163">
                  <c:v>-4.7855265961134696</c:v>
                </c:pt>
                <c:pt idx="5164">
                  <c:v>0.85545461078743301</c:v>
                </c:pt>
                <c:pt idx="5165">
                  <c:v>2.7279482870259799</c:v>
                </c:pt>
                <c:pt idx="5166">
                  <c:v>8.3770397262955996</c:v>
                </c:pt>
                <c:pt idx="5167">
                  <c:v>11.547550019942801</c:v>
                </c:pt>
                <c:pt idx="5168">
                  <c:v>10.3613944528012</c:v>
                </c:pt>
                <c:pt idx="5169">
                  <c:v>14.452557078321799</c:v>
                </c:pt>
                <c:pt idx="5170">
                  <c:v>12.602409503904701</c:v>
                </c:pt>
                <c:pt idx="5171">
                  <c:v>20.4631993005741</c:v>
                </c:pt>
                <c:pt idx="5172">
                  <c:v>24.822444476946998</c:v>
                </c:pt>
                <c:pt idx="5173">
                  <c:v>26.126619074978901</c:v>
                </c:pt>
                <c:pt idx="5174">
                  <c:v>27.624057980964</c:v>
                </c:pt>
                <c:pt idx="5175">
                  <c:v>32.672960742771899</c:v>
                </c:pt>
                <c:pt idx="5176">
                  <c:v>37.316612764682503</c:v>
                </c:pt>
                <c:pt idx="5177">
                  <c:v>38.9095795349306</c:v>
                </c:pt>
                <c:pt idx="5178">
                  <c:v>43.297555641032297</c:v>
                </c:pt>
                <c:pt idx="5179">
                  <c:v>44.530394572759803</c:v>
                </c:pt>
                <c:pt idx="5180">
                  <c:v>46.462039836410099</c:v>
                </c:pt>
                <c:pt idx="5181">
                  <c:v>49.924718701169802</c:v>
                </c:pt>
                <c:pt idx="5182">
                  <c:v>53.872558307764798</c:v>
                </c:pt>
                <c:pt idx="5183">
                  <c:v>55.6914818068268</c:v>
                </c:pt>
                <c:pt idx="5184">
                  <c:v>62.045799075500099</c:v>
                </c:pt>
                <c:pt idx="5185">
                  <c:v>66.144534627721299</c:v>
                </c:pt>
                <c:pt idx="5186">
                  <c:v>70.194553502375697</c:v>
                </c:pt>
                <c:pt idx="5187">
                  <c:v>72.582478704826897</c:v>
                </c:pt>
                <c:pt idx="5188">
                  <c:v>75.031519467895095</c:v>
                </c:pt>
                <c:pt idx="5189">
                  <c:v>75.861160132524205</c:v>
                </c:pt>
                <c:pt idx="5190">
                  <c:v>84.941202474355606</c:v>
                </c:pt>
                <c:pt idx="5191">
                  <c:v>86.609908589413607</c:v>
                </c:pt>
                <c:pt idx="5192">
                  <c:v>88.386468573521199</c:v>
                </c:pt>
                <c:pt idx="5193">
                  <c:v>95.899880807516993</c:v>
                </c:pt>
                <c:pt idx="5194">
                  <c:v>98.066828058181102</c:v>
                </c:pt>
                <c:pt idx="5195">
                  <c:v>100.53646807347501</c:v>
                </c:pt>
                <c:pt idx="5196">
                  <c:v>102.881161053217</c:v>
                </c:pt>
                <c:pt idx="5197">
                  <c:v>107.30557499847799</c:v>
                </c:pt>
                <c:pt idx="5198">
                  <c:v>110.020185324753</c:v>
                </c:pt>
                <c:pt idx="5199">
                  <c:v>113.341697014966</c:v>
                </c:pt>
                <c:pt idx="5200">
                  <c:v>116.530018164838</c:v>
                </c:pt>
                <c:pt idx="5201">
                  <c:v>120.628363445202</c:v>
                </c:pt>
                <c:pt idx="5202">
                  <c:v>124.85712559761799</c:v>
                </c:pt>
                <c:pt idx="5203">
                  <c:v>126.637781770659</c:v>
                </c:pt>
                <c:pt idx="5204">
                  <c:v>122.682010753311</c:v>
                </c:pt>
                <c:pt idx="5205">
                  <c:v>135.304016676076</c:v>
                </c:pt>
                <c:pt idx="5206">
                  <c:v>138.57565106826601</c:v>
                </c:pt>
                <c:pt idx="5207">
                  <c:v>144.46912703811401</c:v>
                </c:pt>
                <c:pt idx="5208">
                  <c:v>147.36234124561901</c:v>
                </c:pt>
                <c:pt idx="5209">
                  <c:v>141.18048267796399</c:v>
                </c:pt>
                <c:pt idx="5210">
                  <c:v>144.898296351543</c:v>
                </c:pt>
                <c:pt idx="5211">
                  <c:v>153.23443026043199</c:v>
                </c:pt>
                <c:pt idx="5212">
                  <c:v>150.193464760903</c:v>
                </c:pt>
                <c:pt idx="5213">
                  <c:v>158.96404205883101</c:v>
                </c:pt>
                <c:pt idx="5214">
                  <c:v>163.22010834494</c:v>
                </c:pt>
                <c:pt idx="5215">
                  <c:v>161.43780148931799</c:v>
                </c:pt>
                <c:pt idx="5216">
                  <c:v>171.480317007786</c:v>
                </c:pt>
                <c:pt idx="5217">
                  <c:v>168.676921876427</c:v>
                </c:pt>
                <c:pt idx="5218">
                  <c:v>168.03592137599901</c:v>
                </c:pt>
                <c:pt idx="5219">
                  <c:v>178.60425310184101</c:v>
                </c:pt>
                <c:pt idx="5220">
                  <c:v>172.08424492120201</c:v>
                </c:pt>
                <c:pt idx="5221">
                  <c:v>179.926800921563</c:v>
                </c:pt>
                <c:pt idx="5222">
                  <c:v>181.214521340088</c:v>
                </c:pt>
                <c:pt idx="5223">
                  <c:v>184.48009339309999</c:v>
                </c:pt>
                <c:pt idx="5224">
                  <c:v>185.364297310951</c:v>
                </c:pt>
                <c:pt idx="5225">
                  <c:v>191.09507015042601</c:v>
                </c:pt>
                <c:pt idx="5226">
                  <c:v>193.518134754117</c:v>
                </c:pt>
                <c:pt idx="5227">
                  <c:v>190.579741378942</c:v>
                </c:pt>
                <c:pt idx="5228">
                  <c:v>194.517387958039</c:v>
                </c:pt>
                <c:pt idx="5229">
                  <c:v>200.95606041173599</c:v>
                </c:pt>
                <c:pt idx="5230">
                  <c:v>197.173864400415</c:v>
                </c:pt>
                <c:pt idx="5231">
                  <c:v>202.03446012847201</c:v>
                </c:pt>
                <c:pt idx="5232">
                  <c:v>201.56752200630601</c:v>
                </c:pt>
                <c:pt idx="5233">
                  <c:v>203.15860596308301</c:v>
                </c:pt>
                <c:pt idx="5234">
                  <c:v>208.60440277258601</c:v>
                </c:pt>
                <c:pt idx="5235">
                  <c:v>211.72875556022001</c:v>
                </c:pt>
                <c:pt idx="5236">
                  <c:v>210.51283851977701</c:v>
                </c:pt>
                <c:pt idx="5237">
                  <c:v>213.39501855410001</c:v>
                </c:pt>
                <c:pt idx="5238">
                  <c:v>211.92911694258399</c:v>
                </c:pt>
                <c:pt idx="5239">
                  <c:v>216.201650144783</c:v>
                </c:pt>
                <c:pt idx="5240">
                  <c:v>218.79509321351799</c:v>
                </c:pt>
                <c:pt idx="5241">
                  <c:v>223.86328797952501</c:v>
                </c:pt>
                <c:pt idx="5242">
                  <c:v>219.35895749648</c:v>
                </c:pt>
                <c:pt idx="5243">
                  <c:v>219.564506712206</c:v>
                </c:pt>
                <c:pt idx="5244">
                  <c:v>222.193984697297</c:v>
                </c:pt>
                <c:pt idx="5245">
                  <c:v>221.09345957060299</c:v>
                </c:pt>
                <c:pt idx="5246">
                  <c:v>220.077844932669</c:v>
                </c:pt>
                <c:pt idx="5247">
                  <c:v>224.47550834869401</c:v>
                </c:pt>
                <c:pt idx="5248">
                  <c:v>223.07491684843799</c:v>
                </c:pt>
                <c:pt idx="5249">
                  <c:v>226.33268033680599</c:v>
                </c:pt>
                <c:pt idx="5250">
                  <c:v>225.9772550431</c:v>
                </c:pt>
                <c:pt idx="5251">
                  <c:v>229.66037081225201</c:v>
                </c:pt>
                <c:pt idx="5252">
                  <c:v>226.23110575752401</c:v>
                </c:pt>
                <c:pt idx="5253">
                  <c:v>225.19618456884501</c:v>
                </c:pt>
                <c:pt idx="5254">
                  <c:v>230.49683199366001</c:v>
                </c:pt>
                <c:pt idx="5255">
                  <c:v>225.743201688673</c:v>
                </c:pt>
                <c:pt idx="5256">
                  <c:v>231.75970971025001</c:v>
                </c:pt>
                <c:pt idx="5257">
                  <c:v>221.85952543261001</c:v>
                </c:pt>
                <c:pt idx="5258">
                  <c:v>231.14022066736999</c:v>
                </c:pt>
                <c:pt idx="5259">
                  <c:v>228.31011388412199</c:v>
                </c:pt>
                <c:pt idx="5260">
                  <c:v>230.057793152388</c:v>
                </c:pt>
                <c:pt idx="5261">
                  <c:v>226.68094779246201</c:v>
                </c:pt>
                <c:pt idx="5262">
                  <c:v>229.437426660216</c:v>
                </c:pt>
                <c:pt idx="5263">
                  <c:v>224.92183297770001</c:v>
                </c:pt>
                <c:pt idx="5264">
                  <c:v>228.88277686287699</c:v>
                </c:pt>
                <c:pt idx="5265">
                  <c:v>227.50627308748901</c:v>
                </c:pt>
                <c:pt idx="5266">
                  <c:v>223.63976442777599</c:v>
                </c:pt>
                <c:pt idx="5267">
                  <c:v>230.30501121312199</c:v>
                </c:pt>
                <c:pt idx="5268">
                  <c:v>227.81629733738001</c:v>
                </c:pt>
                <c:pt idx="5269">
                  <c:v>222.01206748652399</c:v>
                </c:pt>
                <c:pt idx="5270">
                  <c:v>223.46873848559301</c:v>
                </c:pt>
                <c:pt idx="5271">
                  <c:v>221.22658317455799</c:v>
                </c:pt>
                <c:pt idx="5272">
                  <c:v>223.684925776298</c:v>
                </c:pt>
                <c:pt idx="5273">
                  <c:v>221.782506832655</c:v>
                </c:pt>
                <c:pt idx="5274">
                  <c:v>217.81916545109499</c:v>
                </c:pt>
                <c:pt idx="5275">
                  <c:v>217.93575913727301</c:v>
                </c:pt>
                <c:pt idx="5276">
                  <c:v>218.916620209809</c:v>
                </c:pt>
                <c:pt idx="5277">
                  <c:v>217.775196971193</c:v>
                </c:pt>
                <c:pt idx="5278">
                  <c:v>216.94734682879101</c:v>
                </c:pt>
                <c:pt idx="5279">
                  <c:v>216.102146765605</c:v>
                </c:pt>
                <c:pt idx="5280">
                  <c:v>213.74557260492199</c:v>
                </c:pt>
                <c:pt idx="5281">
                  <c:v>212.00995022893201</c:v>
                </c:pt>
                <c:pt idx="5282">
                  <c:v>217.82572997000401</c:v>
                </c:pt>
                <c:pt idx="5283">
                  <c:v>208.29210481323599</c:v>
                </c:pt>
                <c:pt idx="5284">
                  <c:v>209.61304869795401</c:v>
                </c:pt>
                <c:pt idx="5285">
                  <c:v>207.42066465830399</c:v>
                </c:pt>
                <c:pt idx="5286">
                  <c:v>204.208290798626</c:v>
                </c:pt>
                <c:pt idx="5287">
                  <c:v>207.064037010053</c:v>
                </c:pt>
                <c:pt idx="5288">
                  <c:v>203.43269901047699</c:v>
                </c:pt>
                <c:pt idx="5289">
                  <c:v>205.96864117048099</c:v>
                </c:pt>
                <c:pt idx="5290">
                  <c:v>200.75870516693101</c:v>
                </c:pt>
                <c:pt idx="5291">
                  <c:v>204.04138653787399</c:v>
                </c:pt>
                <c:pt idx="5292">
                  <c:v>199.26898624383401</c:v>
                </c:pt>
                <c:pt idx="5293">
                  <c:v>192.74152866836499</c:v>
                </c:pt>
                <c:pt idx="5294">
                  <c:v>199.23208500108299</c:v>
                </c:pt>
                <c:pt idx="5295">
                  <c:v>191.14886736754301</c:v>
                </c:pt>
                <c:pt idx="5296">
                  <c:v>189.35552224058</c:v>
                </c:pt>
                <c:pt idx="5297">
                  <c:v>188.90470797168399</c:v>
                </c:pt>
                <c:pt idx="5298">
                  <c:v>186.971168706556</c:v>
                </c:pt>
                <c:pt idx="5299">
                  <c:v>184.526836475506</c:v>
                </c:pt>
                <c:pt idx="5300">
                  <c:v>186.08389581613</c:v>
                </c:pt>
                <c:pt idx="5301">
                  <c:v>177.28678489347499</c:v>
                </c:pt>
                <c:pt idx="5302">
                  <c:v>180.96162599782301</c:v>
                </c:pt>
                <c:pt idx="5303">
                  <c:v>178.08985196775799</c:v>
                </c:pt>
                <c:pt idx="5304">
                  <c:v>173.37290645834801</c:v>
                </c:pt>
                <c:pt idx="5305">
                  <c:v>173.692928114381</c:v>
                </c:pt>
                <c:pt idx="5306">
                  <c:v>173.13437056964599</c:v>
                </c:pt>
                <c:pt idx="5307">
                  <c:v>167.96802356393999</c:v>
                </c:pt>
                <c:pt idx="5308">
                  <c:v>165.75442477525999</c:v>
                </c:pt>
                <c:pt idx="5309">
                  <c:v>163.87742772736499</c:v>
                </c:pt>
                <c:pt idx="5310">
                  <c:v>166.899369137234</c:v>
                </c:pt>
                <c:pt idx="5311">
                  <c:v>162.60401070083699</c:v>
                </c:pt>
                <c:pt idx="5312">
                  <c:v>158.71338775016099</c:v>
                </c:pt>
                <c:pt idx="5313">
                  <c:v>160.74104167379599</c:v>
                </c:pt>
                <c:pt idx="5314">
                  <c:v>156.28665625906299</c:v>
                </c:pt>
                <c:pt idx="5315">
                  <c:v>153.51666397563301</c:v>
                </c:pt>
                <c:pt idx="5316">
                  <c:v>150.95125713603599</c:v>
                </c:pt>
                <c:pt idx="5317">
                  <c:v>147.54365141032301</c:v>
                </c:pt>
                <c:pt idx="5318">
                  <c:v>143.157571895806</c:v>
                </c:pt>
                <c:pt idx="5319">
                  <c:v>144.963274693324</c:v>
                </c:pt>
                <c:pt idx="5320">
                  <c:v>142.184786318677</c:v>
                </c:pt>
                <c:pt idx="5321">
                  <c:v>141.14996332463599</c:v>
                </c:pt>
                <c:pt idx="5322">
                  <c:v>135.75772153051301</c:v>
                </c:pt>
                <c:pt idx="5323">
                  <c:v>133.450371287444</c:v>
                </c:pt>
                <c:pt idx="5324">
                  <c:v>131.528024758806</c:v>
                </c:pt>
                <c:pt idx="5325">
                  <c:v>132.62566475354001</c:v>
                </c:pt>
                <c:pt idx="5326">
                  <c:v>128.483407981764</c:v>
                </c:pt>
                <c:pt idx="5327">
                  <c:v>127.77184338989601</c:v>
                </c:pt>
                <c:pt idx="5328">
                  <c:v>124.63983302731</c:v>
                </c:pt>
                <c:pt idx="5329">
                  <c:v>119.59986416212701</c:v>
                </c:pt>
                <c:pt idx="5330">
                  <c:v>120.931320688822</c:v>
                </c:pt>
                <c:pt idx="5331">
                  <c:v>118.958193918951</c:v>
                </c:pt>
                <c:pt idx="5332">
                  <c:v>118.738733120471</c:v>
                </c:pt>
                <c:pt idx="5333">
                  <c:v>115.862382537947</c:v>
                </c:pt>
                <c:pt idx="5334">
                  <c:v>115.063874267649</c:v>
                </c:pt>
                <c:pt idx="5335">
                  <c:v>115.165629132302</c:v>
                </c:pt>
                <c:pt idx="5336">
                  <c:v>110.666311770596</c:v>
                </c:pt>
                <c:pt idx="5337">
                  <c:v>103.241401047987</c:v>
                </c:pt>
                <c:pt idx="5338">
                  <c:v>106.38019588456601</c:v>
                </c:pt>
                <c:pt idx="5339">
                  <c:v>108.514104041094</c:v>
                </c:pt>
                <c:pt idx="5340">
                  <c:v>103.523049867616</c:v>
                </c:pt>
                <c:pt idx="5341">
                  <c:v>103.839266095171</c:v>
                </c:pt>
                <c:pt idx="5342">
                  <c:v>103.15454017741099</c:v>
                </c:pt>
                <c:pt idx="5343">
                  <c:v>101.630940175246</c:v>
                </c:pt>
                <c:pt idx="5344">
                  <c:v>100.914260737362</c:v>
                </c:pt>
                <c:pt idx="5345">
                  <c:v>102.908048127572</c:v>
                </c:pt>
                <c:pt idx="5346">
                  <c:v>96.086501423466203</c:v>
                </c:pt>
                <c:pt idx="5347">
                  <c:v>94.311175528522298</c:v>
                </c:pt>
                <c:pt idx="5348">
                  <c:v>94.141245343713507</c:v>
                </c:pt>
                <c:pt idx="5349">
                  <c:v>91.657650119095706</c:v>
                </c:pt>
                <c:pt idx="5350">
                  <c:v>91.519199557592401</c:v>
                </c:pt>
                <c:pt idx="5351">
                  <c:v>88.924700503974705</c:v>
                </c:pt>
                <c:pt idx="5352">
                  <c:v>88.836420326637693</c:v>
                </c:pt>
                <c:pt idx="5353">
                  <c:v>89.256799967505202</c:v>
                </c:pt>
                <c:pt idx="5354">
                  <c:v>86.601036574962905</c:v>
                </c:pt>
                <c:pt idx="5355">
                  <c:v>85.6032735211475</c:v>
                </c:pt>
                <c:pt idx="5356">
                  <c:v>85.158871186575794</c:v>
                </c:pt>
                <c:pt idx="5357">
                  <c:v>83.371469053906594</c:v>
                </c:pt>
                <c:pt idx="5358">
                  <c:v>83.536864655378196</c:v>
                </c:pt>
                <c:pt idx="5359">
                  <c:v>83.308113411491107</c:v>
                </c:pt>
                <c:pt idx="5360">
                  <c:v>79.585960686273097</c:v>
                </c:pt>
                <c:pt idx="5361">
                  <c:v>78.506634566048405</c:v>
                </c:pt>
                <c:pt idx="5362">
                  <c:v>77.646795915733705</c:v>
                </c:pt>
                <c:pt idx="5363">
                  <c:v>81.776956504142106</c:v>
                </c:pt>
                <c:pt idx="5364">
                  <c:v>78.641919839900694</c:v>
                </c:pt>
                <c:pt idx="5365">
                  <c:v>80.371987942969497</c:v>
                </c:pt>
                <c:pt idx="5366">
                  <c:v>79.765973209924098</c:v>
                </c:pt>
                <c:pt idx="5367">
                  <c:v>78.103723568052004</c:v>
                </c:pt>
                <c:pt idx="5368">
                  <c:v>78.270615945695496</c:v>
                </c:pt>
                <c:pt idx="5369">
                  <c:v>76.596819346110905</c:v>
                </c:pt>
                <c:pt idx="5370">
                  <c:v>75.109948069447796</c:v>
                </c:pt>
                <c:pt idx="5371">
                  <c:v>73.490963110906904</c:v>
                </c:pt>
                <c:pt idx="5372">
                  <c:v>74.6863451900782</c:v>
                </c:pt>
                <c:pt idx="5373">
                  <c:v>75.507451241285594</c:v>
                </c:pt>
                <c:pt idx="5374">
                  <c:v>73.988865422447603</c:v>
                </c:pt>
                <c:pt idx="5375">
                  <c:v>74.462064460132098</c:v>
                </c:pt>
                <c:pt idx="5376">
                  <c:v>70.047386090147796</c:v>
                </c:pt>
                <c:pt idx="5377">
                  <c:v>74.097519966627303</c:v>
                </c:pt>
                <c:pt idx="5378">
                  <c:v>70.913507718400894</c:v>
                </c:pt>
                <c:pt idx="5379">
                  <c:v>71.977973663720107</c:v>
                </c:pt>
                <c:pt idx="5380">
                  <c:v>72.416673910546393</c:v>
                </c:pt>
                <c:pt idx="5381">
                  <c:v>73.083810684049894</c:v>
                </c:pt>
                <c:pt idx="5382">
                  <c:v>74.686605448924297</c:v>
                </c:pt>
                <c:pt idx="5383">
                  <c:v>71.420359132622806</c:v>
                </c:pt>
                <c:pt idx="5384">
                  <c:v>70.166731848372507</c:v>
                </c:pt>
                <c:pt idx="5385">
                  <c:v>68.751364171635899</c:v>
                </c:pt>
                <c:pt idx="5386">
                  <c:v>69.638608002820007</c:v>
                </c:pt>
                <c:pt idx="5387">
                  <c:v>70.184183694387102</c:v>
                </c:pt>
                <c:pt idx="5388">
                  <c:v>70.058593782612206</c:v>
                </c:pt>
                <c:pt idx="5389">
                  <c:v>73.074777484138494</c:v>
                </c:pt>
                <c:pt idx="5390">
                  <c:v>69.929783665681597</c:v>
                </c:pt>
                <c:pt idx="5391">
                  <c:v>67.776971281919998</c:v>
                </c:pt>
                <c:pt idx="5392">
                  <c:v>73.591230958919695</c:v>
                </c:pt>
                <c:pt idx="5393">
                  <c:v>67.839811403451094</c:v>
                </c:pt>
                <c:pt idx="5394">
                  <c:v>67.377736750354302</c:v>
                </c:pt>
                <c:pt idx="5395">
                  <c:v>67.730510260913704</c:v>
                </c:pt>
                <c:pt idx="5396">
                  <c:v>69.996271333074105</c:v>
                </c:pt>
                <c:pt idx="5397">
                  <c:v>66.646674894661899</c:v>
                </c:pt>
                <c:pt idx="5398">
                  <c:v>67.848683057981006</c:v>
                </c:pt>
                <c:pt idx="5399">
                  <c:v>67.418385411509604</c:v>
                </c:pt>
                <c:pt idx="5400">
                  <c:v>66.561160518741701</c:v>
                </c:pt>
                <c:pt idx="5401">
                  <c:v>70.992968137655694</c:v>
                </c:pt>
                <c:pt idx="5402">
                  <c:v>69.6254206679763</c:v>
                </c:pt>
                <c:pt idx="5403">
                  <c:v>72.683442937638205</c:v>
                </c:pt>
                <c:pt idx="5404">
                  <c:v>67.397201416689796</c:v>
                </c:pt>
                <c:pt idx="5405">
                  <c:v>68.273444844744503</c:v>
                </c:pt>
                <c:pt idx="5406">
                  <c:v>68.3558746772013</c:v>
                </c:pt>
                <c:pt idx="5407">
                  <c:v>68.555392325669402</c:v>
                </c:pt>
                <c:pt idx="5408">
                  <c:v>68.771331446704593</c:v>
                </c:pt>
                <c:pt idx="5409">
                  <c:v>69.367698985592099</c:v>
                </c:pt>
                <c:pt idx="5410">
                  <c:v>66.193375384009101</c:v>
                </c:pt>
                <c:pt idx="5411">
                  <c:v>67.884920582118099</c:v>
                </c:pt>
                <c:pt idx="5412">
                  <c:v>69.425529003283202</c:v>
                </c:pt>
                <c:pt idx="5413">
                  <c:v>67.453435200071596</c:v>
                </c:pt>
                <c:pt idx="5414">
                  <c:v>69.502148190754497</c:v>
                </c:pt>
                <c:pt idx="5415">
                  <c:v>64.9650011940344</c:v>
                </c:pt>
                <c:pt idx="5416">
                  <c:v>65.831868485277397</c:v>
                </c:pt>
                <c:pt idx="5417">
                  <c:v>65.201244445727298</c:v>
                </c:pt>
                <c:pt idx="5418">
                  <c:v>66.799639146991893</c:v>
                </c:pt>
                <c:pt idx="5419">
                  <c:v>66.498675273143604</c:v>
                </c:pt>
                <c:pt idx="5420">
                  <c:v>69.545473550948103</c:v>
                </c:pt>
                <c:pt idx="5421">
                  <c:v>64.683301001185299</c:v>
                </c:pt>
                <c:pt idx="5422">
                  <c:v>66.357145640534696</c:v>
                </c:pt>
                <c:pt idx="5423">
                  <c:v>66.680230957124394</c:v>
                </c:pt>
                <c:pt idx="5424">
                  <c:v>67.590241135891404</c:v>
                </c:pt>
                <c:pt idx="5425">
                  <c:v>64.1634471015727</c:v>
                </c:pt>
                <c:pt idx="5426">
                  <c:v>64.059429905136696</c:v>
                </c:pt>
                <c:pt idx="5427">
                  <c:v>68.251981954810702</c:v>
                </c:pt>
                <c:pt idx="5428">
                  <c:v>68.190898295108497</c:v>
                </c:pt>
                <c:pt idx="5429">
                  <c:v>65.887756194025599</c:v>
                </c:pt>
                <c:pt idx="5430">
                  <c:v>66.870698242531702</c:v>
                </c:pt>
                <c:pt idx="5431">
                  <c:v>66.663177479420398</c:v>
                </c:pt>
                <c:pt idx="5432">
                  <c:v>66.019470762483493</c:v>
                </c:pt>
                <c:pt idx="5433">
                  <c:v>66.953805985439899</c:v>
                </c:pt>
                <c:pt idx="5434">
                  <c:v>64.385886274487405</c:v>
                </c:pt>
                <c:pt idx="5435">
                  <c:v>64.591534025440296</c:v>
                </c:pt>
                <c:pt idx="5436">
                  <c:v>63.783422750593999</c:v>
                </c:pt>
                <c:pt idx="5437">
                  <c:v>63.475563190558397</c:v>
                </c:pt>
                <c:pt idx="5438">
                  <c:v>62.850965161657598</c:v>
                </c:pt>
                <c:pt idx="5439">
                  <c:v>64.622919973313003</c:v>
                </c:pt>
                <c:pt idx="5440">
                  <c:v>67.071824430779202</c:v>
                </c:pt>
                <c:pt idx="5441">
                  <c:v>63.517149310711197</c:v>
                </c:pt>
                <c:pt idx="5442">
                  <c:v>66.531142446205905</c:v>
                </c:pt>
                <c:pt idx="5443">
                  <c:v>61.330944208524997</c:v>
                </c:pt>
                <c:pt idx="5444">
                  <c:v>62.733630227467799</c:v>
                </c:pt>
                <c:pt idx="5445">
                  <c:v>62.386465431820397</c:v>
                </c:pt>
                <c:pt idx="5446">
                  <c:v>63.855667918418099</c:v>
                </c:pt>
                <c:pt idx="5447">
                  <c:v>64.507673238737695</c:v>
                </c:pt>
                <c:pt idx="5448">
                  <c:v>64.557231047437199</c:v>
                </c:pt>
                <c:pt idx="5449">
                  <c:v>63.441811067714497</c:v>
                </c:pt>
                <c:pt idx="5450">
                  <c:v>61.611011135062697</c:v>
                </c:pt>
                <c:pt idx="5451">
                  <c:v>61.731920146322501</c:v>
                </c:pt>
                <c:pt idx="5452">
                  <c:v>63.060163336281903</c:v>
                </c:pt>
                <c:pt idx="5453">
                  <c:v>63.8278588287018</c:v>
                </c:pt>
                <c:pt idx="5454">
                  <c:v>63.449790576852998</c:v>
                </c:pt>
                <c:pt idx="5455">
                  <c:v>63.868549780835998</c:v>
                </c:pt>
                <c:pt idx="5456">
                  <c:v>63.303748246906402</c:v>
                </c:pt>
                <c:pt idx="5457">
                  <c:v>64.557128650452896</c:v>
                </c:pt>
                <c:pt idx="5458">
                  <c:v>62.003621140357801</c:v>
                </c:pt>
                <c:pt idx="5459">
                  <c:v>65.665302232451296</c:v>
                </c:pt>
                <c:pt idx="5460">
                  <c:v>60.931766351982198</c:v>
                </c:pt>
                <c:pt idx="5461">
                  <c:v>66.791735397399506</c:v>
                </c:pt>
                <c:pt idx="5462">
                  <c:v>63.568140452043799</c:v>
                </c:pt>
                <c:pt idx="5463">
                  <c:v>66.286473718006704</c:v>
                </c:pt>
                <c:pt idx="5464">
                  <c:v>63.3527509386265</c:v>
                </c:pt>
                <c:pt idx="5465">
                  <c:v>65.849203764531197</c:v>
                </c:pt>
                <c:pt idx="5466">
                  <c:v>64.265137313648196</c:v>
                </c:pt>
                <c:pt idx="5467">
                  <c:v>63.591670302951997</c:v>
                </c:pt>
                <c:pt idx="5468">
                  <c:v>64.451886059230802</c:v>
                </c:pt>
                <c:pt idx="5469">
                  <c:v>66.228968867970906</c:v>
                </c:pt>
                <c:pt idx="5470">
                  <c:v>64.070897261457702</c:v>
                </c:pt>
                <c:pt idx="5471">
                  <c:v>63.038545751205298</c:v>
                </c:pt>
                <c:pt idx="5472">
                  <c:v>65.659440601165599</c:v>
                </c:pt>
                <c:pt idx="5473">
                  <c:v>65.999302394307307</c:v>
                </c:pt>
                <c:pt idx="5474">
                  <c:v>65.042550221441402</c:v>
                </c:pt>
                <c:pt idx="5475">
                  <c:v>65.528875709131796</c:v>
                </c:pt>
                <c:pt idx="5476">
                  <c:v>65.153649878104801</c:v>
                </c:pt>
                <c:pt idx="5477">
                  <c:v>65.240305019996896</c:v>
                </c:pt>
                <c:pt idx="5478">
                  <c:v>65.208199256581906</c:v>
                </c:pt>
                <c:pt idx="5479">
                  <c:v>65.134852604134494</c:v>
                </c:pt>
                <c:pt idx="5480">
                  <c:v>65.241592176363</c:v>
                </c:pt>
                <c:pt idx="5481">
                  <c:v>65.223027563722297</c:v>
                </c:pt>
                <c:pt idx="5482">
                  <c:v>66.672545526167198</c:v>
                </c:pt>
                <c:pt idx="5483">
                  <c:v>65.326404123863</c:v>
                </c:pt>
                <c:pt idx="5484">
                  <c:v>66.188514324904403</c:v>
                </c:pt>
                <c:pt idx="5485">
                  <c:v>67.330667602399799</c:v>
                </c:pt>
                <c:pt idx="5486">
                  <c:v>65.9905190109411</c:v>
                </c:pt>
                <c:pt idx="5487">
                  <c:v>67.949291086010405</c:v>
                </c:pt>
                <c:pt idx="5488">
                  <c:v>70.049497147441997</c:v>
                </c:pt>
                <c:pt idx="5489">
                  <c:v>68.559845834791005</c:v>
                </c:pt>
                <c:pt idx="5490">
                  <c:v>70.836443015182297</c:v>
                </c:pt>
                <c:pt idx="5491">
                  <c:v>71.747363985482707</c:v>
                </c:pt>
                <c:pt idx="5492">
                  <c:v>71.638825378490694</c:v>
                </c:pt>
                <c:pt idx="5493">
                  <c:v>68.015708663430402</c:v>
                </c:pt>
                <c:pt idx="5494">
                  <c:v>71.4708182309584</c:v>
                </c:pt>
                <c:pt idx="5495">
                  <c:v>70.488243295844796</c:v>
                </c:pt>
                <c:pt idx="5496">
                  <c:v>73.613513259969494</c:v>
                </c:pt>
                <c:pt idx="5497">
                  <c:v>75.062614883066203</c:v>
                </c:pt>
                <c:pt idx="5498">
                  <c:v>72.038972321185994</c:v>
                </c:pt>
                <c:pt idx="5499">
                  <c:v>72.484532857219193</c:v>
                </c:pt>
                <c:pt idx="5500">
                  <c:v>72.985414082954193</c:v>
                </c:pt>
                <c:pt idx="5501">
                  <c:v>72.440244503056803</c:v>
                </c:pt>
                <c:pt idx="5502">
                  <c:v>74.068739564546703</c:v>
                </c:pt>
                <c:pt idx="5503">
                  <c:v>74.809756003444505</c:v>
                </c:pt>
                <c:pt idx="5504">
                  <c:v>75.811769695721495</c:v>
                </c:pt>
                <c:pt idx="5505">
                  <c:v>74.656542637653601</c:v>
                </c:pt>
                <c:pt idx="5506">
                  <c:v>76.569532948863895</c:v>
                </c:pt>
                <c:pt idx="5507">
                  <c:v>77.744959157969305</c:v>
                </c:pt>
                <c:pt idx="5508">
                  <c:v>79.224476038606198</c:v>
                </c:pt>
                <c:pt idx="5509">
                  <c:v>78.279310448686005</c:v>
                </c:pt>
                <c:pt idx="5510">
                  <c:v>78.021529312220693</c:v>
                </c:pt>
                <c:pt idx="5511">
                  <c:v>81.2783853264811</c:v>
                </c:pt>
                <c:pt idx="5512">
                  <c:v>79.214031070952998</c:v>
                </c:pt>
                <c:pt idx="5513">
                  <c:v>81.877038594098096</c:v>
                </c:pt>
                <c:pt idx="5514">
                  <c:v>81.506379415935896</c:v>
                </c:pt>
                <c:pt idx="5515">
                  <c:v>82.765958244855298</c:v>
                </c:pt>
                <c:pt idx="5516">
                  <c:v>83.202932647153403</c:v>
                </c:pt>
                <c:pt idx="5517">
                  <c:v>84.333885015433097</c:v>
                </c:pt>
                <c:pt idx="5518">
                  <c:v>83.0599278217733</c:v>
                </c:pt>
                <c:pt idx="5519">
                  <c:v>84.884520759572396</c:v>
                </c:pt>
                <c:pt idx="5520">
                  <c:v>87.032800954383504</c:v>
                </c:pt>
                <c:pt idx="5521">
                  <c:v>87.907738958746506</c:v>
                </c:pt>
                <c:pt idx="5522">
                  <c:v>87.293715804448397</c:v>
                </c:pt>
                <c:pt idx="5523">
                  <c:v>83.9636877781832</c:v>
                </c:pt>
                <c:pt idx="5524">
                  <c:v>88.841170871955597</c:v>
                </c:pt>
                <c:pt idx="5525">
                  <c:v>87.0819958529666</c:v>
                </c:pt>
                <c:pt idx="5526">
                  <c:v>90.295777151041406</c:v>
                </c:pt>
                <c:pt idx="5527">
                  <c:v>90.492324209097902</c:v>
                </c:pt>
                <c:pt idx="5528">
                  <c:v>93.0008853190796</c:v>
                </c:pt>
                <c:pt idx="5529">
                  <c:v>90.891099672306495</c:v>
                </c:pt>
                <c:pt idx="5530">
                  <c:v>93.361091892619797</c:v>
                </c:pt>
                <c:pt idx="5531">
                  <c:v>91.848425279909705</c:v>
                </c:pt>
                <c:pt idx="5532">
                  <c:v>92.758655668740602</c:v>
                </c:pt>
                <c:pt idx="5533">
                  <c:v>95.909408807754005</c:v>
                </c:pt>
                <c:pt idx="5534">
                  <c:v>88.331008984569394</c:v>
                </c:pt>
                <c:pt idx="5535">
                  <c:v>94.611250622540197</c:v>
                </c:pt>
                <c:pt idx="5536">
                  <c:v>91.830581185194603</c:v>
                </c:pt>
                <c:pt idx="5537">
                  <c:v>94.890559267155595</c:v>
                </c:pt>
                <c:pt idx="5538">
                  <c:v>96.268599770286102</c:v>
                </c:pt>
                <c:pt idx="5539">
                  <c:v>97.270379410772904</c:v>
                </c:pt>
                <c:pt idx="5540">
                  <c:v>98.318369298269701</c:v>
                </c:pt>
                <c:pt idx="5541">
                  <c:v>96.976888541389002</c:v>
                </c:pt>
                <c:pt idx="5542">
                  <c:v>97.201120664949798</c:v>
                </c:pt>
                <c:pt idx="5543">
                  <c:v>97.663391954449295</c:v>
                </c:pt>
                <c:pt idx="5544">
                  <c:v>98.013082601432401</c:v>
                </c:pt>
                <c:pt idx="5545">
                  <c:v>99.030528173882104</c:v>
                </c:pt>
                <c:pt idx="5546">
                  <c:v>98.876540400261504</c:v>
                </c:pt>
                <c:pt idx="5547">
                  <c:v>97.261176807343702</c:v>
                </c:pt>
                <c:pt idx="5548">
                  <c:v>97.274145524523504</c:v>
                </c:pt>
                <c:pt idx="5549">
                  <c:v>97.509435607866493</c:v>
                </c:pt>
                <c:pt idx="5550">
                  <c:v>99.929309668901595</c:v>
                </c:pt>
                <c:pt idx="5551">
                  <c:v>98.809808710392502</c:v>
                </c:pt>
                <c:pt idx="5552">
                  <c:v>98.168437876264505</c:v>
                </c:pt>
                <c:pt idx="5553">
                  <c:v>101.025297701613</c:v>
                </c:pt>
                <c:pt idx="5554">
                  <c:v>103.510292908655</c:v>
                </c:pt>
                <c:pt idx="5555">
                  <c:v>98.306582677606897</c:v>
                </c:pt>
                <c:pt idx="5556">
                  <c:v>100.380692779816</c:v>
                </c:pt>
                <c:pt idx="5557">
                  <c:v>101.88613294412499</c:v>
                </c:pt>
                <c:pt idx="5558">
                  <c:v>99.081561847487094</c:v>
                </c:pt>
                <c:pt idx="5559">
                  <c:v>101.398054626619</c:v>
                </c:pt>
                <c:pt idx="5560">
                  <c:v>101.08297388261001</c:v>
                </c:pt>
                <c:pt idx="5561">
                  <c:v>101.438951766475</c:v>
                </c:pt>
                <c:pt idx="5562">
                  <c:v>101.487827901074</c:v>
                </c:pt>
                <c:pt idx="5563">
                  <c:v>100.01231696645701</c:v>
                </c:pt>
                <c:pt idx="5564">
                  <c:v>100.17981208315901</c:v>
                </c:pt>
                <c:pt idx="5565">
                  <c:v>101.501475110011</c:v>
                </c:pt>
                <c:pt idx="5566">
                  <c:v>99.598180003123602</c:v>
                </c:pt>
                <c:pt idx="5567">
                  <c:v>100.851443697389</c:v>
                </c:pt>
                <c:pt idx="5568">
                  <c:v>102.30382364102699</c:v>
                </c:pt>
                <c:pt idx="5569">
                  <c:v>100.01835035315</c:v>
                </c:pt>
                <c:pt idx="5570">
                  <c:v>99.540486791745195</c:v>
                </c:pt>
                <c:pt idx="5571">
                  <c:v>99.646125167623197</c:v>
                </c:pt>
                <c:pt idx="5572">
                  <c:v>97.943324548576001</c:v>
                </c:pt>
                <c:pt idx="5573">
                  <c:v>101.090282684051</c:v>
                </c:pt>
                <c:pt idx="5574">
                  <c:v>99.510834724044301</c:v>
                </c:pt>
                <c:pt idx="5575">
                  <c:v>101.26657346878</c:v>
                </c:pt>
                <c:pt idx="5576">
                  <c:v>96.827639496971301</c:v>
                </c:pt>
                <c:pt idx="5577">
                  <c:v>95.252154360934895</c:v>
                </c:pt>
                <c:pt idx="5578">
                  <c:v>98.686991972851004</c:v>
                </c:pt>
                <c:pt idx="5579">
                  <c:v>96.043246734048907</c:v>
                </c:pt>
                <c:pt idx="5580">
                  <c:v>93.793402212409404</c:v>
                </c:pt>
                <c:pt idx="5581">
                  <c:v>93.717467797119397</c:v>
                </c:pt>
                <c:pt idx="5582">
                  <c:v>92.4407262109264</c:v>
                </c:pt>
                <c:pt idx="5583">
                  <c:v>92.210482647799395</c:v>
                </c:pt>
                <c:pt idx="5584">
                  <c:v>89.451764486430903</c:v>
                </c:pt>
                <c:pt idx="5585">
                  <c:v>89.259789302061904</c:v>
                </c:pt>
                <c:pt idx="5586">
                  <c:v>89.239899326239893</c:v>
                </c:pt>
                <c:pt idx="5587">
                  <c:v>87.082891904290406</c:v>
                </c:pt>
                <c:pt idx="5588">
                  <c:v>85.810120030184507</c:v>
                </c:pt>
                <c:pt idx="5589">
                  <c:v>85.382303447083402</c:v>
                </c:pt>
                <c:pt idx="5590">
                  <c:v>83.940697917793997</c:v>
                </c:pt>
                <c:pt idx="5591">
                  <c:v>79.014177915406805</c:v>
                </c:pt>
                <c:pt idx="5592">
                  <c:v>82.486574074067605</c:v>
                </c:pt>
                <c:pt idx="5593">
                  <c:v>80.775159083339901</c:v>
                </c:pt>
                <c:pt idx="5594">
                  <c:v>81.410479025325202</c:v>
                </c:pt>
                <c:pt idx="5595">
                  <c:v>78.498708657948697</c:v>
                </c:pt>
                <c:pt idx="5596">
                  <c:v>78.361774578771104</c:v>
                </c:pt>
                <c:pt idx="5597">
                  <c:v>75.928595762230401</c:v>
                </c:pt>
                <c:pt idx="5598">
                  <c:v>73.228611643929995</c:v>
                </c:pt>
                <c:pt idx="5599">
                  <c:v>70.982638431148601</c:v>
                </c:pt>
                <c:pt idx="5600">
                  <c:v>71.773045412161395</c:v>
                </c:pt>
                <c:pt idx="5601">
                  <c:v>71.938359285485902</c:v>
                </c:pt>
                <c:pt idx="5602">
                  <c:v>67.826143704035104</c:v>
                </c:pt>
                <c:pt idx="5603">
                  <c:v>68.235548653763004</c:v>
                </c:pt>
                <c:pt idx="5604">
                  <c:v>64.699849914601103</c:v>
                </c:pt>
                <c:pt idx="5605">
                  <c:v>61.095455083326698</c:v>
                </c:pt>
                <c:pt idx="5606">
                  <c:v>60.063526474201197</c:v>
                </c:pt>
                <c:pt idx="5607">
                  <c:v>57.231245163643202</c:v>
                </c:pt>
                <c:pt idx="5608">
                  <c:v>53.920067471822698</c:v>
                </c:pt>
                <c:pt idx="5609">
                  <c:v>54.862996294638499</c:v>
                </c:pt>
                <c:pt idx="5610">
                  <c:v>56.445579409229801</c:v>
                </c:pt>
                <c:pt idx="5611">
                  <c:v>51.048324268525498</c:v>
                </c:pt>
                <c:pt idx="5612">
                  <c:v>47.548881374945402</c:v>
                </c:pt>
                <c:pt idx="5613">
                  <c:v>45.9005784042972</c:v>
                </c:pt>
                <c:pt idx="5614">
                  <c:v>45.879184972418599</c:v>
                </c:pt>
                <c:pt idx="5615">
                  <c:v>40.944650001675697</c:v>
                </c:pt>
                <c:pt idx="5616">
                  <c:v>40.202383061792098</c:v>
                </c:pt>
                <c:pt idx="5617">
                  <c:v>38.050786062502503</c:v>
                </c:pt>
                <c:pt idx="5618">
                  <c:v>34.805434328960402</c:v>
                </c:pt>
                <c:pt idx="5619">
                  <c:v>30.872627365864499</c:v>
                </c:pt>
                <c:pt idx="5620">
                  <c:v>31.578992038483602</c:v>
                </c:pt>
                <c:pt idx="5621">
                  <c:v>28.919584135473102</c:v>
                </c:pt>
                <c:pt idx="5622">
                  <c:v>29.118476917729701</c:v>
                </c:pt>
                <c:pt idx="5623">
                  <c:v>23.996796716922798</c:v>
                </c:pt>
                <c:pt idx="5624">
                  <c:v>23.004492233946699</c:v>
                </c:pt>
                <c:pt idx="5625">
                  <c:v>18.325185861720499</c:v>
                </c:pt>
                <c:pt idx="5626">
                  <c:v>16.199933490137301</c:v>
                </c:pt>
                <c:pt idx="5627">
                  <c:v>15.4976761019758</c:v>
                </c:pt>
                <c:pt idx="5628">
                  <c:v>8.8834203312265405</c:v>
                </c:pt>
                <c:pt idx="5629">
                  <c:v>8.4226445245742507</c:v>
                </c:pt>
                <c:pt idx="5630">
                  <c:v>4.7048454421259196</c:v>
                </c:pt>
                <c:pt idx="5631">
                  <c:v>3.9686690130945901</c:v>
                </c:pt>
                <c:pt idx="5632">
                  <c:v>-1.12824678057529</c:v>
                </c:pt>
                <c:pt idx="5633">
                  <c:v>-4.81394386165453</c:v>
                </c:pt>
                <c:pt idx="5634">
                  <c:v>-7.8137195032994597</c:v>
                </c:pt>
                <c:pt idx="5635">
                  <c:v>-9.3386817626624108</c:v>
                </c:pt>
                <c:pt idx="5636">
                  <c:v>-12.728694381617499</c:v>
                </c:pt>
                <c:pt idx="5637">
                  <c:v>-14.4311991700449</c:v>
                </c:pt>
                <c:pt idx="5638">
                  <c:v>-19.695203815151299</c:v>
                </c:pt>
                <c:pt idx="5639">
                  <c:v>-21.5852918968822</c:v>
                </c:pt>
                <c:pt idx="5640">
                  <c:v>-24.5902000638131</c:v>
                </c:pt>
                <c:pt idx="5641">
                  <c:v>-28.435006121909801</c:v>
                </c:pt>
                <c:pt idx="5642">
                  <c:v>-29.008971365511702</c:v>
                </c:pt>
                <c:pt idx="5643">
                  <c:v>-34.601509622451303</c:v>
                </c:pt>
                <c:pt idx="5644">
                  <c:v>-36.0461764108463</c:v>
                </c:pt>
                <c:pt idx="5645">
                  <c:v>-39.388317834595199</c:v>
                </c:pt>
                <c:pt idx="5646">
                  <c:v>-43.763391101080899</c:v>
                </c:pt>
                <c:pt idx="5647">
                  <c:v>-47.585699423694599</c:v>
                </c:pt>
                <c:pt idx="5648">
                  <c:v>-51.089632177325399</c:v>
                </c:pt>
                <c:pt idx="5649">
                  <c:v>-51.889815681880201</c:v>
                </c:pt>
                <c:pt idx="5650">
                  <c:v>-55.050188925385399</c:v>
                </c:pt>
                <c:pt idx="5651">
                  <c:v>-57.2869262840305</c:v>
                </c:pt>
                <c:pt idx="5652">
                  <c:v>-61.397494214369203</c:v>
                </c:pt>
                <c:pt idx="5653">
                  <c:v>-65.899452385109797</c:v>
                </c:pt>
                <c:pt idx="5654">
                  <c:v>-69.6310221574862</c:v>
                </c:pt>
                <c:pt idx="5655">
                  <c:v>-73.787918002240801</c:v>
                </c:pt>
                <c:pt idx="5656">
                  <c:v>-76.036170318274102</c:v>
                </c:pt>
                <c:pt idx="5657">
                  <c:v>-81.122387575165504</c:v>
                </c:pt>
                <c:pt idx="5658">
                  <c:v>-83.266004589537303</c:v>
                </c:pt>
                <c:pt idx="5659">
                  <c:v>-88.165941562708298</c:v>
                </c:pt>
                <c:pt idx="5660">
                  <c:v>-91.161835169401598</c:v>
                </c:pt>
                <c:pt idx="5661">
                  <c:v>-94.372367773532005</c:v>
                </c:pt>
                <c:pt idx="5662">
                  <c:v>-98.039841495234498</c:v>
                </c:pt>
                <c:pt idx="5663">
                  <c:v>-102.509289036949</c:v>
                </c:pt>
                <c:pt idx="5664">
                  <c:v>-105.58721765064401</c:v>
                </c:pt>
                <c:pt idx="5665">
                  <c:v>-110.41168721773199</c:v>
                </c:pt>
                <c:pt idx="5666">
                  <c:v>-113.20487089644</c:v>
                </c:pt>
                <c:pt idx="5667">
                  <c:v>-116.62729301670601</c:v>
                </c:pt>
                <c:pt idx="5668">
                  <c:v>-119.12916808529999</c:v>
                </c:pt>
                <c:pt idx="5669">
                  <c:v>-123.075024853613</c:v>
                </c:pt>
                <c:pt idx="5670">
                  <c:v>-127.27082530746</c:v>
                </c:pt>
                <c:pt idx="5671">
                  <c:v>-133.101918438886</c:v>
                </c:pt>
                <c:pt idx="5672">
                  <c:v>-133.54169974172501</c:v>
                </c:pt>
                <c:pt idx="5673">
                  <c:v>-139.847283649758</c:v>
                </c:pt>
                <c:pt idx="5674">
                  <c:v>-141.32896969176801</c:v>
                </c:pt>
                <c:pt idx="5675">
                  <c:v>-146.08071837317601</c:v>
                </c:pt>
                <c:pt idx="5676">
                  <c:v>-147.73892311635299</c:v>
                </c:pt>
                <c:pt idx="5677">
                  <c:v>-152.335623361578</c:v>
                </c:pt>
                <c:pt idx="5678">
                  <c:v>-156.235293021242</c:v>
                </c:pt>
                <c:pt idx="5679">
                  <c:v>-160.71910478824901</c:v>
                </c:pt>
                <c:pt idx="5680">
                  <c:v>-164.97135147295799</c:v>
                </c:pt>
                <c:pt idx="5681">
                  <c:v>-166.76372445710999</c:v>
                </c:pt>
                <c:pt idx="5682">
                  <c:v>-171.795899946562</c:v>
                </c:pt>
                <c:pt idx="5683">
                  <c:v>-174.03202981951199</c:v>
                </c:pt>
                <c:pt idx="5684">
                  <c:v>-179.749838905709</c:v>
                </c:pt>
                <c:pt idx="5685">
                  <c:v>-181.40405152978099</c:v>
                </c:pt>
                <c:pt idx="5686">
                  <c:v>-184.64280855729999</c:v>
                </c:pt>
                <c:pt idx="5687">
                  <c:v>-189.042883601375</c:v>
                </c:pt>
                <c:pt idx="5688">
                  <c:v>-191.293780457498</c:v>
                </c:pt>
                <c:pt idx="5689">
                  <c:v>-195.88228531455999</c:v>
                </c:pt>
                <c:pt idx="5690">
                  <c:v>-197.94839233478001</c:v>
                </c:pt>
                <c:pt idx="5691">
                  <c:v>-203.32216784055299</c:v>
                </c:pt>
                <c:pt idx="5692">
                  <c:v>-206.078640170668</c:v>
                </c:pt>
                <c:pt idx="5693">
                  <c:v>-210.12766837839899</c:v>
                </c:pt>
                <c:pt idx="5694">
                  <c:v>-211.07445653086799</c:v>
                </c:pt>
                <c:pt idx="5695">
                  <c:v>-215.883425556666</c:v>
                </c:pt>
                <c:pt idx="5696">
                  <c:v>-219.736619900969</c:v>
                </c:pt>
                <c:pt idx="5697">
                  <c:v>-220.763883363361</c:v>
                </c:pt>
                <c:pt idx="5698">
                  <c:v>-224.84903418657501</c:v>
                </c:pt>
                <c:pt idx="5699">
                  <c:v>-227.83320236457899</c:v>
                </c:pt>
                <c:pt idx="5700">
                  <c:v>-229.139521772313</c:v>
                </c:pt>
                <c:pt idx="5701">
                  <c:v>-233.974617107044</c:v>
                </c:pt>
                <c:pt idx="5702">
                  <c:v>-236.246113398159</c:v>
                </c:pt>
                <c:pt idx="5703">
                  <c:v>-239.500217027552</c:v>
                </c:pt>
                <c:pt idx="5704">
                  <c:v>-239.768533912191</c:v>
                </c:pt>
                <c:pt idx="5705">
                  <c:v>-241.31978034783299</c:v>
                </c:pt>
                <c:pt idx="5706">
                  <c:v>-246.91944325248599</c:v>
                </c:pt>
                <c:pt idx="5707">
                  <c:v>-250.984535598169</c:v>
                </c:pt>
                <c:pt idx="5708">
                  <c:v>-250.406567236722</c:v>
                </c:pt>
                <c:pt idx="5709">
                  <c:v>-254.87525079327199</c:v>
                </c:pt>
                <c:pt idx="5710">
                  <c:v>-258.40678103161298</c:v>
                </c:pt>
                <c:pt idx="5711">
                  <c:v>-258.06523394510799</c:v>
                </c:pt>
                <c:pt idx="5712">
                  <c:v>-263.24523976350002</c:v>
                </c:pt>
                <c:pt idx="5713">
                  <c:v>-263.38459438148999</c:v>
                </c:pt>
                <c:pt idx="5714">
                  <c:v>-264.96250230095097</c:v>
                </c:pt>
                <c:pt idx="5715">
                  <c:v>-267.29696064800203</c:v>
                </c:pt>
                <c:pt idx="5716">
                  <c:v>-271.85844155545902</c:v>
                </c:pt>
                <c:pt idx="5717">
                  <c:v>-272.17445292373702</c:v>
                </c:pt>
                <c:pt idx="5718">
                  <c:v>-273.50490692385398</c:v>
                </c:pt>
                <c:pt idx="5719">
                  <c:v>-275.21480189528501</c:v>
                </c:pt>
                <c:pt idx="5720">
                  <c:v>-279.29977606854197</c:v>
                </c:pt>
                <c:pt idx="5721">
                  <c:v>-278.10982981308302</c:v>
                </c:pt>
                <c:pt idx="5722">
                  <c:v>-278.16653062444101</c:v>
                </c:pt>
                <c:pt idx="5723">
                  <c:v>-280.70936553957699</c:v>
                </c:pt>
                <c:pt idx="5724">
                  <c:v>-279.78924546339999</c:v>
                </c:pt>
                <c:pt idx="5725">
                  <c:v>-282.468249836116</c:v>
                </c:pt>
                <c:pt idx="5726">
                  <c:v>-283.48313855987499</c:v>
                </c:pt>
                <c:pt idx="5727">
                  <c:v>-286.09430219218399</c:v>
                </c:pt>
                <c:pt idx="5728">
                  <c:v>-284.62690551260602</c:v>
                </c:pt>
                <c:pt idx="5729">
                  <c:v>-286.35511757436899</c:v>
                </c:pt>
                <c:pt idx="5730">
                  <c:v>-287.04059299179499</c:v>
                </c:pt>
                <c:pt idx="5731">
                  <c:v>-286.63857854222499</c:v>
                </c:pt>
                <c:pt idx="5732">
                  <c:v>-285.67975444718297</c:v>
                </c:pt>
                <c:pt idx="5733">
                  <c:v>-287.132564966845</c:v>
                </c:pt>
                <c:pt idx="5734">
                  <c:v>-286.39069370069302</c:v>
                </c:pt>
                <c:pt idx="5735">
                  <c:v>-287.65540250964301</c:v>
                </c:pt>
                <c:pt idx="5736">
                  <c:v>-286.069015683175</c:v>
                </c:pt>
                <c:pt idx="5737">
                  <c:v>-286.31438793820399</c:v>
                </c:pt>
                <c:pt idx="5738">
                  <c:v>-285.801485155585</c:v>
                </c:pt>
                <c:pt idx="5739">
                  <c:v>-284.79180539454597</c:v>
                </c:pt>
                <c:pt idx="5740">
                  <c:v>-287.02968627994397</c:v>
                </c:pt>
                <c:pt idx="5741">
                  <c:v>-283.89258733241201</c:v>
                </c:pt>
                <c:pt idx="5742">
                  <c:v>-281.630442375933</c:v>
                </c:pt>
                <c:pt idx="5743">
                  <c:v>-281.36305763099801</c:v>
                </c:pt>
                <c:pt idx="5744">
                  <c:v>-281.127189325458</c:v>
                </c:pt>
                <c:pt idx="5745">
                  <c:v>-277.56463604948999</c:v>
                </c:pt>
                <c:pt idx="5746">
                  <c:v>-278.47187017493297</c:v>
                </c:pt>
                <c:pt idx="5747">
                  <c:v>-275.93075305619402</c:v>
                </c:pt>
                <c:pt idx="5748">
                  <c:v>-274.351754940109</c:v>
                </c:pt>
                <c:pt idx="5749">
                  <c:v>-273.68565677710899</c:v>
                </c:pt>
                <c:pt idx="5750">
                  <c:v>-273.47773223969602</c:v>
                </c:pt>
                <c:pt idx="5751">
                  <c:v>-265.65726414397602</c:v>
                </c:pt>
                <c:pt idx="5752">
                  <c:v>-262.56221118111603</c:v>
                </c:pt>
                <c:pt idx="5753">
                  <c:v>-258.612640789159</c:v>
                </c:pt>
                <c:pt idx="5754">
                  <c:v>-257.26595159839701</c:v>
                </c:pt>
                <c:pt idx="5755">
                  <c:v>-252.41030021698899</c:v>
                </c:pt>
                <c:pt idx="5756">
                  <c:v>-252.12290448669799</c:v>
                </c:pt>
                <c:pt idx="5757">
                  <c:v>-247.53054845437299</c:v>
                </c:pt>
                <c:pt idx="5758">
                  <c:v>-242.69865668720999</c:v>
                </c:pt>
                <c:pt idx="5759">
                  <c:v>-241.293162881661</c:v>
                </c:pt>
                <c:pt idx="5760">
                  <c:v>-237.41222894385601</c:v>
                </c:pt>
                <c:pt idx="5761">
                  <c:v>-235.110285535043</c:v>
                </c:pt>
                <c:pt idx="5762">
                  <c:v>-233.41386924432999</c:v>
                </c:pt>
                <c:pt idx="5763">
                  <c:v>-230.345464111464</c:v>
                </c:pt>
                <c:pt idx="5764">
                  <c:v>-226.638745820738</c:v>
                </c:pt>
                <c:pt idx="5765">
                  <c:v>-223.64927490519199</c:v>
                </c:pt>
                <c:pt idx="5766">
                  <c:v>-218.179066002366</c:v>
                </c:pt>
                <c:pt idx="5767">
                  <c:v>-219.06960307422901</c:v>
                </c:pt>
                <c:pt idx="5768">
                  <c:v>-212.49190769803201</c:v>
                </c:pt>
                <c:pt idx="5769">
                  <c:v>-209.197414488737</c:v>
                </c:pt>
                <c:pt idx="5770">
                  <c:v>-207.698137679224</c:v>
                </c:pt>
                <c:pt idx="5771">
                  <c:v>-203.4402143412</c:v>
                </c:pt>
                <c:pt idx="5772">
                  <c:v>-196.26377715426301</c:v>
                </c:pt>
                <c:pt idx="5773">
                  <c:v>-197.818494621014</c:v>
                </c:pt>
                <c:pt idx="5774">
                  <c:v>-189.316541199857</c:v>
                </c:pt>
                <c:pt idx="5775">
                  <c:v>-186.667964280197</c:v>
                </c:pt>
                <c:pt idx="5776">
                  <c:v>-182.34567973286201</c:v>
                </c:pt>
                <c:pt idx="5777">
                  <c:v>-177.00679863697201</c:v>
                </c:pt>
                <c:pt idx="5778">
                  <c:v>-173.35790572149301</c:v>
                </c:pt>
                <c:pt idx="5779">
                  <c:v>-169.92318148599901</c:v>
                </c:pt>
                <c:pt idx="5780">
                  <c:v>-164.493493568677</c:v>
                </c:pt>
                <c:pt idx="5781">
                  <c:v>-160.63162557285401</c:v>
                </c:pt>
                <c:pt idx="5782">
                  <c:v>-156.68435160533801</c:v>
                </c:pt>
                <c:pt idx="5783">
                  <c:v>-150.52793720388499</c:v>
                </c:pt>
                <c:pt idx="5784">
                  <c:v>-147.500754219013</c:v>
                </c:pt>
                <c:pt idx="5785">
                  <c:v>-142.218879185475</c:v>
                </c:pt>
                <c:pt idx="5786">
                  <c:v>-137.11769811951299</c:v>
                </c:pt>
                <c:pt idx="5787">
                  <c:v>-132.80755841743201</c:v>
                </c:pt>
                <c:pt idx="5788">
                  <c:v>-130.106221058876</c:v>
                </c:pt>
                <c:pt idx="5789">
                  <c:v>-123.00888922776601</c:v>
                </c:pt>
                <c:pt idx="5790">
                  <c:v>-121.19920207828601</c:v>
                </c:pt>
                <c:pt idx="5791">
                  <c:v>-116.560199225752</c:v>
                </c:pt>
                <c:pt idx="5792">
                  <c:v>-109.92056076098901</c:v>
                </c:pt>
                <c:pt idx="5793">
                  <c:v>-104.308021013915</c:v>
                </c:pt>
                <c:pt idx="5794">
                  <c:v>-101.123967121227</c:v>
                </c:pt>
                <c:pt idx="5795">
                  <c:v>-98.611872476207594</c:v>
                </c:pt>
                <c:pt idx="5796">
                  <c:v>-90.293079165740096</c:v>
                </c:pt>
                <c:pt idx="5797">
                  <c:v>-88.685286467993805</c:v>
                </c:pt>
                <c:pt idx="5798">
                  <c:v>-83.993366608860995</c:v>
                </c:pt>
                <c:pt idx="5799">
                  <c:v>-80.276017025237806</c:v>
                </c:pt>
                <c:pt idx="5800">
                  <c:v>-72.443378500147503</c:v>
                </c:pt>
                <c:pt idx="5801">
                  <c:v>-68.971436290710898</c:v>
                </c:pt>
                <c:pt idx="5802">
                  <c:v>-63.758972370191799</c:v>
                </c:pt>
                <c:pt idx="5803">
                  <c:v>-60.020504673701602</c:v>
                </c:pt>
                <c:pt idx="5804">
                  <c:v>-56.264722332783698</c:v>
                </c:pt>
                <c:pt idx="5805">
                  <c:v>-50.646183815878402</c:v>
                </c:pt>
                <c:pt idx="5806">
                  <c:v>-47.372845511662803</c:v>
                </c:pt>
                <c:pt idx="5807">
                  <c:v>-39.165374910059299</c:v>
                </c:pt>
                <c:pt idx="5808">
                  <c:v>-33.362533732953203</c:v>
                </c:pt>
                <c:pt idx="5809">
                  <c:v>-31.878123738464101</c:v>
                </c:pt>
                <c:pt idx="5810">
                  <c:v>-22.848051952928699</c:v>
                </c:pt>
                <c:pt idx="5811">
                  <c:v>-20.191097071163</c:v>
                </c:pt>
                <c:pt idx="5812">
                  <c:v>-19.473316284419202</c:v>
                </c:pt>
                <c:pt idx="5813">
                  <c:v>-11.010869148173599</c:v>
                </c:pt>
                <c:pt idx="5814">
                  <c:v>-5.2286784187664903</c:v>
                </c:pt>
                <c:pt idx="5815">
                  <c:v>-1.60821114656801</c:v>
                </c:pt>
                <c:pt idx="5816">
                  <c:v>4.6433696900477299</c:v>
                </c:pt>
                <c:pt idx="5817">
                  <c:v>11.568732028088499</c:v>
                </c:pt>
                <c:pt idx="5818">
                  <c:v>13.5601781196397</c:v>
                </c:pt>
                <c:pt idx="5819">
                  <c:v>18.8939167150217</c:v>
                </c:pt>
                <c:pt idx="5820">
                  <c:v>21.758680912916599</c:v>
                </c:pt>
                <c:pt idx="5821">
                  <c:v>29.891454959225499</c:v>
                </c:pt>
                <c:pt idx="5822">
                  <c:v>35.056899686193297</c:v>
                </c:pt>
                <c:pt idx="5823">
                  <c:v>39.479787160432402</c:v>
                </c:pt>
                <c:pt idx="5824">
                  <c:v>44.301232207093598</c:v>
                </c:pt>
                <c:pt idx="5825">
                  <c:v>50.304657015960203</c:v>
                </c:pt>
                <c:pt idx="5826">
                  <c:v>56.953172246077003</c:v>
                </c:pt>
                <c:pt idx="5827">
                  <c:v>54.194134929353503</c:v>
                </c:pt>
                <c:pt idx="5828">
                  <c:v>62.400972176512198</c:v>
                </c:pt>
                <c:pt idx="5829">
                  <c:v>71.345861462049598</c:v>
                </c:pt>
                <c:pt idx="5830">
                  <c:v>72.559933409021596</c:v>
                </c:pt>
                <c:pt idx="5831">
                  <c:v>80.002256401022095</c:v>
                </c:pt>
                <c:pt idx="5832">
                  <c:v>85.256490055704703</c:v>
                </c:pt>
                <c:pt idx="5833">
                  <c:v>88.719079375655099</c:v>
                </c:pt>
                <c:pt idx="5834">
                  <c:v>95.139598178553896</c:v>
                </c:pt>
                <c:pt idx="5835">
                  <c:v>100.830057291568</c:v>
                </c:pt>
                <c:pt idx="5836">
                  <c:v>105.13473852711</c:v>
                </c:pt>
                <c:pt idx="5837">
                  <c:v>112.98203661861299</c:v>
                </c:pt>
                <c:pt idx="5838">
                  <c:v>119.09645397318999</c:v>
                </c:pt>
                <c:pt idx="5839">
                  <c:v>117.65803464153301</c:v>
                </c:pt>
                <c:pt idx="5840">
                  <c:v>128.719795984298</c:v>
                </c:pt>
                <c:pt idx="5841">
                  <c:v>135.68201528122799</c:v>
                </c:pt>
                <c:pt idx="5842">
                  <c:v>136.60388363024299</c:v>
                </c:pt>
                <c:pt idx="5843">
                  <c:v>141.732705119179</c:v>
                </c:pt>
                <c:pt idx="5844">
                  <c:v>149.093331441559</c:v>
                </c:pt>
                <c:pt idx="5845">
                  <c:v>152.71100881143599</c:v>
                </c:pt>
                <c:pt idx="5846">
                  <c:v>156.857668103517</c:v>
                </c:pt>
                <c:pt idx="5847">
                  <c:v>162.98239565199799</c:v>
                </c:pt>
                <c:pt idx="5848">
                  <c:v>169.596673181141</c:v>
                </c:pt>
                <c:pt idx="5849">
                  <c:v>172.74451685653099</c:v>
                </c:pt>
                <c:pt idx="5850">
                  <c:v>180.777137759147</c:v>
                </c:pt>
                <c:pt idx="5851">
                  <c:v>184.23612592171401</c:v>
                </c:pt>
                <c:pt idx="5852">
                  <c:v>192.962500453323</c:v>
                </c:pt>
                <c:pt idx="5853">
                  <c:v>197.09018164428699</c:v>
                </c:pt>
                <c:pt idx="5854">
                  <c:v>200.092900428512</c:v>
                </c:pt>
                <c:pt idx="5855">
                  <c:v>207.80204350545</c:v>
                </c:pt>
                <c:pt idx="5856">
                  <c:v>210.08037233622099</c:v>
                </c:pt>
                <c:pt idx="5857">
                  <c:v>215.485733714589</c:v>
                </c:pt>
                <c:pt idx="5858">
                  <c:v>223.125174212247</c:v>
                </c:pt>
                <c:pt idx="5859">
                  <c:v>223.05124947440001</c:v>
                </c:pt>
                <c:pt idx="5860">
                  <c:v>233.11956712519901</c:v>
                </c:pt>
                <c:pt idx="5861">
                  <c:v>236.868638073412</c:v>
                </c:pt>
                <c:pt idx="5862">
                  <c:v>239.130729613228</c:v>
                </c:pt>
                <c:pt idx="5863">
                  <c:v>240.95651430279301</c:v>
                </c:pt>
                <c:pt idx="5864">
                  <c:v>249.78419745949299</c:v>
                </c:pt>
                <c:pt idx="5865">
                  <c:v>257.22837490080002</c:v>
                </c:pt>
                <c:pt idx="5866">
                  <c:v>258.73661084799198</c:v>
                </c:pt>
                <c:pt idx="5867">
                  <c:v>264.33264187811102</c:v>
                </c:pt>
                <c:pt idx="5868">
                  <c:v>270.46551216089603</c:v>
                </c:pt>
                <c:pt idx="5869">
                  <c:v>281.574071457716</c:v>
                </c:pt>
                <c:pt idx="5870">
                  <c:v>284.33524078923602</c:v>
                </c:pt>
                <c:pt idx="5871">
                  <c:v>275.53294996158797</c:v>
                </c:pt>
                <c:pt idx="5872">
                  <c:v>287.17672261955602</c:v>
                </c:pt>
                <c:pt idx="5873">
                  <c:v>289.52667965722299</c:v>
                </c:pt>
                <c:pt idx="5874">
                  <c:v>294.35541917415998</c:v>
                </c:pt>
                <c:pt idx="5875">
                  <c:v>296.274683564724</c:v>
                </c:pt>
                <c:pt idx="5876">
                  <c:v>302.13845332750702</c:v>
                </c:pt>
                <c:pt idx="5877">
                  <c:v>311.82856915776603</c:v>
                </c:pt>
                <c:pt idx="5878">
                  <c:v>305.08738321082399</c:v>
                </c:pt>
                <c:pt idx="5879">
                  <c:v>319.31987133750903</c:v>
                </c:pt>
                <c:pt idx="5880">
                  <c:v>323.17610651415498</c:v>
                </c:pt>
                <c:pt idx="5881">
                  <c:v>320.23033913708599</c:v>
                </c:pt>
                <c:pt idx="5882">
                  <c:v>327.14024655555897</c:v>
                </c:pt>
                <c:pt idx="5883">
                  <c:v>328.490663499302</c:v>
                </c:pt>
                <c:pt idx="5884">
                  <c:v>334.35426986301798</c:v>
                </c:pt>
                <c:pt idx="5885">
                  <c:v>333.73573100742198</c:v>
                </c:pt>
                <c:pt idx="5886">
                  <c:v>340.55006627367101</c:v>
                </c:pt>
                <c:pt idx="5887">
                  <c:v>338.61943853028799</c:v>
                </c:pt>
                <c:pt idx="5888">
                  <c:v>343.125673300725</c:v>
                </c:pt>
                <c:pt idx="5889">
                  <c:v>342.559442516964</c:v>
                </c:pt>
                <c:pt idx="5890">
                  <c:v>348.38254269807697</c:v>
                </c:pt>
                <c:pt idx="5891">
                  <c:v>350.14588895205702</c:v>
                </c:pt>
                <c:pt idx="5892">
                  <c:v>351.03617516847601</c:v>
                </c:pt>
                <c:pt idx="5893">
                  <c:v>359.85455029303603</c:v>
                </c:pt>
                <c:pt idx="5894">
                  <c:v>358.327571593595</c:v>
                </c:pt>
                <c:pt idx="5895">
                  <c:v>356.812050148016</c:v>
                </c:pt>
                <c:pt idx="5896">
                  <c:v>360.95989458378199</c:v>
                </c:pt>
                <c:pt idx="5897">
                  <c:v>362.82568220908001</c:v>
                </c:pt>
                <c:pt idx="5898">
                  <c:v>361.68389033917902</c:v>
                </c:pt>
                <c:pt idx="5899">
                  <c:v>368.106783627629</c:v>
                </c:pt>
                <c:pt idx="5900">
                  <c:v>361.20575334126198</c:v>
                </c:pt>
                <c:pt idx="5901">
                  <c:v>370.99244338238401</c:v>
                </c:pt>
                <c:pt idx="5902">
                  <c:v>365.14038338565501</c:v>
                </c:pt>
                <c:pt idx="5903">
                  <c:v>361.33144069519199</c:v>
                </c:pt>
                <c:pt idx="5904">
                  <c:v>365.012426542095</c:v>
                </c:pt>
                <c:pt idx="5905">
                  <c:v>371.84881519892298</c:v>
                </c:pt>
                <c:pt idx="5906">
                  <c:v>369.91635491169802</c:v>
                </c:pt>
                <c:pt idx="5907">
                  <c:v>373.00144097164798</c:v>
                </c:pt>
                <c:pt idx="5908">
                  <c:v>368.99167600465302</c:v>
                </c:pt>
                <c:pt idx="5909">
                  <c:v>357.86083836038802</c:v>
                </c:pt>
                <c:pt idx="5910">
                  <c:v>367.88170980344501</c:v>
                </c:pt>
                <c:pt idx="5911">
                  <c:v>365.20348347932799</c:v>
                </c:pt>
                <c:pt idx="5912">
                  <c:v>366.171248530171</c:v>
                </c:pt>
                <c:pt idx="5913">
                  <c:v>367.98501893647398</c:v>
                </c:pt>
                <c:pt idx="5914">
                  <c:v>355.99385693441297</c:v>
                </c:pt>
                <c:pt idx="5915">
                  <c:v>360.97682657028002</c:v>
                </c:pt>
                <c:pt idx="5916">
                  <c:v>353.82269175978399</c:v>
                </c:pt>
                <c:pt idx="5917">
                  <c:v>361.148134241854</c:v>
                </c:pt>
                <c:pt idx="5918">
                  <c:v>356.16702265368502</c:v>
                </c:pt>
                <c:pt idx="5919">
                  <c:v>358.85027973136499</c:v>
                </c:pt>
                <c:pt idx="5920">
                  <c:v>350.78400225534398</c:v>
                </c:pt>
                <c:pt idx="5921">
                  <c:v>351.67109397969398</c:v>
                </c:pt>
                <c:pt idx="5922">
                  <c:v>344.67029394967801</c:v>
                </c:pt>
                <c:pt idx="5923">
                  <c:v>344.20271457323798</c:v>
                </c:pt>
                <c:pt idx="5924">
                  <c:v>341.03487445732202</c:v>
                </c:pt>
                <c:pt idx="5925">
                  <c:v>341.31010608901801</c:v>
                </c:pt>
                <c:pt idx="5926">
                  <c:v>332.09858073548997</c:v>
                </c:pt>
                <c:pt idx="5927">
                  <c:v>334.96133616843002</c:v>
                </c:pt>
                <c:pt idx="5928">
                  <c:v>338.463313344916</c:v>
                </c:pt>
                <c:pt idx="5929">
                  <c:v>321.83376059906499</c:v>
                </c:pt>
                <c:pt idx="5930">
                  <c:v>321.35688773718999</c:v>
                </c:pt>
                <c:pt idx="5931">
                  <c:v>322.77739330734198</c:v>
                </c:pt>
                <c:pt idx="5932">
                  <c:v>313.19720768033602</c:v>
                </c:pt>
                <c:pt idx="5933">
                  <c:v>313.73048973325399</c:v>
                </c:pt>
                <c:pt idx="5934">
                  <c:v>312.36547874377698</c:v>
                </c:pt>
                <c:pt idx="5935">
                  <c:v>303.88011722045599</c:v>
                </c:pt>
                <c:pt idx="5936">
                  <c:v>304.82725909100498</c:v>
                </c:pt>
                <c:pt idx="5937">
                  <c:v>289.06857529197998</c:v>
                </c:pt>
                <c:pt idx="5938">
                  <c:v>285.11895028169198</c:v>
                </c:pt>
                <c:pt idx="5939">
                  <c:v>281.89817674179102</c:v>
                </c:pt>
                <c:pt idx="5940">
                  <c:v>277.25401448832702</c:v>
                </c:pt>
                <c:pt idx="5941">
                  <c:v>271.58381484290999</c:v>
                </c:pt>
                <c:pt idx="5942">
                  <c:v>271.27422318339097</c:v>
                </c:pt>
                <c:pt idx="5943">
                  <c:v>264.85522997020399</c:v>
                </c:pt>
                <c:pt idx="5944">
                  <c:v>256.51129547852202</c:v>
                </c:pt>
                <c:pt idx="5945">
                  <c:v>251.03138821367699</c:v>
                </c:pt>
                <c:pt idx="5946">
                  <c:v>237.885143109594</c:v>
                </c:pt>
                <c:pt idx="5947">
                  <c:v>234.20981680177101</c:v>
                </c:pt>
                <c:pt idx="5948">
                  <c:v>225.86345905463</c:v>
                </c:pt>
                <c:pt idx="5949">
                  <c:v>222.43275442523799</c:v>
                </c:pt>
                <c:pt idx="5950">
                  <c:v>216.63288674131999</c:v>
                </c:pt>
                <c:pt idx="5951">
                  <c:v>212.532601440055</c:v>
                </c:pt>
                <c:pt idx="5952">
                  <c:v>209.626092736061</c:v>
                </c:pt>
                <c:pt idx="5953">
                  <c:v>203.321999023838</c:v>
                </c:pt>
                <c:pt idx="5954">
                  <c:v>201.00326662539601</c:v>
                </c:pt>
                <c:pt idx="5955">
                  <c:v>188.123768254212</c:v>
                </c:pt>
                <c:pt idx="5956">
                  <c:v>188.85996740554199</c:v>
                </c:pt>
                <c:pt idx="5957">
                  <c:v>180.06028784756401</c:v>
                </c:pt>
                <c:pt idx="5958">
                  <c:v>173.734778112095</c:v>
                </c:pt>
                <c:pt idx="5959">
                  <c:v>169.40731891274299</c:v>
                </c:pt>
                <c:pt idx="5960">
                  <c:v>173.81028329584001</c:v>
                </c:pt>
                <c:pt idx="5961">
                  <c:v>153.86986803653801</c:v>
                </c:pt>
                <c:pt idx="5962">
                  <c:v>149.64349672895099</c:v>
                </c:pt>
                <c:pt idx="5963">
                  <c:v>147.53861172735799</c:v>
                </c:pt>
                <c:pt idx="5964">
                  <c:v>142.53325983617199</c:v>
                </c:pt>
                <c:pt idx="5965">
                  <c:v>132.568196125122</c:v>
                </c:pt>
                <c:pt idx="5966">
                  <c:v>130.983270570336</c:v>
                </c:pt>
                <c:pt idx="5967">
                  <c:v>127.326862936583</c:v>
                </c:pt>
                <c:pt idx="5968">
                  <c:v>117.075962509146</c:v>
                </c:pt>
                <c:pt idx="5969">
                  <c:v>113.23773779140799</c:v>
                </c:pt>
                <c:pt idx="5970">
                  <c:v>109.383785194026</c:v>
                </c:pt>
                <c:pt idx="5971">
                  <c:v>100.316527182301</c:v>
                </c:pt>
                <c:pt idx="5972">
                  <c:v>99.658067592163306</c:v>
                </c:pt>
                <c:pt idx="5973">
                  <c:v>91.723128819072102</c:v>
                </c:pt>
                <c:pt idx="5974">
                  <c:v>87.334935703296907</c:v>
                </c:pt>
                <c:pt idx="5975">
                  <c:v>82.554067552972796</c:v>
                </c:pt>
                <c:pt idx="5976">
                  <c:v>77.8427074830457</c:v>
                </c:pt>
                <c:pt idx="5977">
                  <c:v>73.190495111474803</c:v>
                </c:pt>
                <c:pt idx="5978">
                  <c:v>69.135814993746806</c:v>
                </c:pt>
                <c:pt idx="5979">
                  <c:v>63.838181134800202</c:v>
                </c:pt>
                <c:pt idx="5980">
                  <c:v>54.348363323237898</c:v>
                </c:pt>
                <c:pt idx="5981">
                  <c:v>47.133358827756602</c:v>
                </c:pt>
                <c:pt idx="5982">
                  <c:v>47.371506810297603</c:v>
                </c:pt>
                <c:pt idx="5983">
                  <c:v>42.011802239065901</c:v>
                </c:pt>
                <c:pt idx="5984">
                  <c:v>34.3617919552293</c:v>
                </c:pt>
                <c:pt idx="5985">
                  <c:v>34.125218437499797</c:v>
                </c:pt>
                <c:pt idx="5986">
                  <c:v>23.753344330418098</c:v>
                </c:pt>
                <c:pt idx="5987">
                  <c:v>19.5303767210373</c:v>
                </c:pt>
                <c:pt idx="5988">
                  <c:v>17.049117054230301</c:v>
                </c:pt>
                <c:pt idx="5989">
                  <c:v>9.8144854255509699</c:v>
                </c:pt>
                <c:pt idx="5990">
                  <c:v>3.0751177444756701</c:v>
                </c:pt>
                <c:pt idx="5991">
                  <c:v>1.1750816898079901</c:v>
                </c:pt>
                <c:pt idx="5992">
                  <c:v>-13.419368961404899</c:v>
                </c:pt>
                <c:pt idx="5993">
                  <c:v>-13.7339565985412</c:v>
                </c:pt>
                <c:pt idx="5994">
                  <c:v>-15.744955014936799</c:v>
                </c:pt>
                <c:pt idx="5995">
                  <c:v>-25.865947919309999</c:v>
                </c:pt>
                <c:pt idx="5996">
                  <c:v>-22.6793350417718</c:v>
                </c:pt>
                <c:pt idx="5997">
                  <c:v>-27.373747713026599</c:v>
                </c:pt>
                <c:pt idx="5998">
                  <c:v>-30.8886681552735</c:v>
                </c:pt>
                <c:pt idx="5999">
                  <c:v>-39.323625457703699</c:v>
                </c:pt>
                <c:pt idx="6000">
                  <c:v>-43.848945309736699</c:v>
                </c:pt>
                <c:pt idx="6001">
                  <c:v>-45.9009164571629</c:v>
                </c:pt>
                <c:pt idx="6002">
                  <c:v>-51.949957088251097</c:v>
                </c:pt>
                <c:pt idx="6003">
                  <c:v>-64.557501130692899</c:v>
                </c:pt>
                <c:pt idx="6004">
                  <c:v>-65.005304417023893</c:v>
                </c:pt>
                <c:pt idx="6005">
                  <c:v>-65.511353704997902</c:v>
                </c:pt>
                <c:pt idx="6006">
                  <c:v>-70.536058886224396</c:v>
                </c:pt>
                <c:pt idx="6007">
                  <c:v>-70.599434925164203</c:v>
                </c:pt>
                <c:pt idx="6008">
                  <c:v>-75.049531114056805</c:v>
                </c:pt>
                <c:pt idx="6009">
                  <c:v>-76.715691300531304</c:v>
                </c:pt>
                <c:pt idx="6010">
                  <c:v>-79.2030629235323</c:v>
                </c:pt>
                <c:pt idx="6011">
                  <c:v>-81.781155656289897</c:v>
                </c:pt>
                <c:pt idx="6012">
                  <c:v>-81.034864946384005</c:v>
                </c:pt>
                <c:pt idx="6013">
                  <c:v>-82.632796338161398</c:v>
                </c:pt>
                <c:pt idx="6014">
                  <c:v>-83.024936078336793</c:v>
                </c:pt>
                <c:pt idx="6015">
                  <c:v>-85.297183160577703</c:v>
                </c:pt>
                <c:pt idx="6016">
                  <c:v>-85.307641430084203</c:v>
                </c:pt>
                <c:pt idx="6017">
                  <c:v>-85.244560863513399</c:v>
                </c:pt>
                <c:pt idx="6018">
                  <c:v>-88.606737211144903</c:v>
                </c:pt>
                <c:pt idx="6019">
                  <c:v>-87.975227763401506</c:v>
                </c:pt>
                <c:pt idx="6020">
                  <c:v>-88.869386392943099</c:v>
                </c:pt>
                <c:pt idx="6021">
                  <c:v>-91.708575030865603</c:v>
                </c:pt>
                <c:pt idx="6022">
                  <c:v>-88.428770505043602</c:v>
                </c:pt>
                <c:pt idx="6023">
                  <c:v>-91.658402055951001</c:v>
                </c:pt>
                <c:pt idx="6024">
                  <c:v>-90.919145873381794</c:v>
                </c:pt>
                <c:pt idx="6025">
                  <c:v>-92.747009393370902</c:v>
                </c:pt>
                <c:pt idx="6026">
                  <c:v>-90.726729000341606</c:v>
                </c:pt>
                <c:pt idx="6027">
                  <c:v>-91.608335962539698</c:v>
                </c:pt>
                <c:pt idx="6028">
                  <c:v>-90.982796078960803</c:v>
                </c:pt>
                <c:pt idx="6029">
                  <c:v>-91.053446439967203</c:v>
                </c:pt>
                <c:pt idx="6030">
                  <c:v>-91.598249569809695</c:v>
                </c:pt>
                <c:pt idx="6031">
                  <c:v>-91.268504255317893</c:v>
                </c:pt>
                <c:pt idx="6032">
                  <c:v>-91.350631972022001</c:v>
                </c:pt>
                <c:pt idx="6033">
                  <c:v>-94.366873357877907</c:v>
                </c:pt>
                <c:pt idx="6034">
                  <c:v>-95.203899510216004</c:v>
                </c:pt>
                <c:pt idx="6035">
                  <c:v>-93.3878474699885</c:v>
                </c:pt>
                <c:pt idx="6036">
                  <c:v>-96.043513100142803</c:v>
                </c:pt>
                <c:pt idx="6037">
                  <c:v>-93.605696789663995</c:v>
                </c:pt>
                <c:pt idx="6038">
                  <c:v>-95.504690716575595</c:v>
                </c:pt>
                <c:pt idx="6039">
                  <c:v>-96.344217401174603</c:v>
                </c:pt>
                <c:pt idx="6040">
                  <c:v>-97.679079938145705</c:v>
                </c:pt>
                <c:pt idx="6041">
                  <c:v>-96.1640834754363</c:v>
                </c:pt>
                <c:pt idx="6042">
                  <c:v>-95.288808640251304</c:v>
                </c:pt>
                <c:pt idx="6043">
                  <c:v>-97.507663738880893</c:v>
                </c:pt>
                <c:pt idx="6044">
                  <c:v>-96.513526365908206</c:v>
                </c:pt>
                <c:pt idx="6045">
                  <c:v>-98.970935246778794</c:v>
                </c:pt>
                <c:pt idx="6046">
                  <c:v>-99.9163460014192</c:v>
                </c:pt>
                <c:pt idx="6047">
                  <c:v>-99.292278310571902</c:v>
                </c:pt>
                <c:pt idx="6048">
                  <c:v>-99.605782629507303</c:v>
                </c:pt>
                <c:pt idx="6049">
                  <c:v>-100.060235086256</c:v>
                </c:pt>
                <c:pt idx="6050">
                  <c:v>-100.793107610889</c:v>
                </c:pt>
                <c:pt idx="6051">
                  <c:v>-99.358907555827997</c:v>
                </c:pt>
                <c:pt idx="6052">
                  <c:v>-102.61878201411299</c:v>
                </c:pt>
                <c:pt idx="6053">
                  <c:v>-101.271293888239</c:v>
                </c:pt>
                <c:pt idx="6054">
                  <c:v>-100.803009811861</c:v>
                </c:pt>
                <c:pt idx="6055">
                  <c:v>-102.85518414197701</c:v>
                </c:pt>
                <c:pt idx="6056">
                  <c:v>-103.128586080481</c:v>
                </c:pt>
                <c:pt idx="6057">
                  <c:v>-100.996780004228</c:v>
                </c:pt>
                <c:pt idx="6058">
                  <c:v>-103.277043147822</c:v>
                </c:pt>
                <c:pt idx="6059">
                  <c:v>-101.198232472301</c:v>
                </c:pt>
                <c:pt idx="6060">
                  <c:v>-102.10187136459299</c:v>
                </c:pt>
                <c:pt idx="6061">
                  <c:v>-102.84005571889401</c:v>
                </c:pt>
                <c:pt idx="6062">
                  <c:v>-102.89996344258</c:v>
                </c:pt>
                <c:pt idx="6063">
                  <c:v>-102.46949197683399</c:v>
                </c:pt>
                <c:pt idx="6064">
                  <c:v>-103.74572559635899</c:v>
                </c:pt>
                <c:pt idx="6065">
                  <c:v>-102.22071110634499</c:v>
                </c:pt>
                <c:pt idx="6066">
                  <c:v>-101.068667187014</c:v>
                </c:pt>
                <c:pt idx="6067">
                  <c:v>-102.549613979866</c:v>
                </c:pt>
                <c:pt idx="6068">
                  <c:v>-101.526929266658</c:v>
                </c:pt>
                <c:pt idx="6069">
                  <c:v>-103.591901797774</c:v>
                </c:pt>
                <c:pt idx="6070">
                  <c:v>-99.167481749674707</c:v>
                </c:pt>
                <c:pt idx="6071">
                  <c:v>-102.38941255660001</c:v>
                </c:pt>
                <c:pt idx="6072">
                  <c:v>-102.387352744975</c:v>
                </c:pt>
                <c:pt idx="6073">
                  <c:v>-101.23248882823199</c:v>
                </c:pt>
                <c:pt idx="6074">
                  <c:v>-103.45452445219</c:v>
                </c:pt>
                <c:pt idx="6075">
                  <c:v>-102.326666716143</c:v>
                </c:pt>
                <c:pt idx="6076">
                  <c:v>-104.469228841242</c:v>
                </c:pt>
                <c:pt idx="6077">
                  <c:v>-104.63740440553801</c:v>
                </c:pt>
                <c:pt idx="6078">
                  <c:v>-106.05355897501001</c:v>
                </c:pt>
                <c:pt idx="6079">
                  <c:v>-103.328915264705</c:v>
                </c:pt>
                <c:pt idx="6080">
                  <c:v>-102.78770769655399</c:v>
                </c:pt>
                <c:pt idx="6081">
                  <c:v>-102.921937263098</c:v>
                </c:pt>
                <c:pt idx="6082">
                  <c:v>-103.253242082386</c:v>
                </c:pt>
                <c:pt idx="6083">
                  <c:v>-102.987983698891</c:v>
                </c:pt>
                <c:pt idx="6084">
                  <c:v>-102.22473876158701</c:v>
                </c:pt>
                <c:pt idx="6085">
                  <c:v>-102.289533788114</c:v>
                </c:pt>
                <c:pt idx="6086">
                  <c:v>-101.167233449943</c:v>
                </c:pt>
                <c:pt idx="6087">
                  <c:v>-102.31915925770301</c:v>
                </c:pt>
                <c:pt idx="6088">
                  <c:v>-101.527369469731</c:v>
                </c:pt>
                <c:pt idx="6089">
                  <c:v>-99.896105352237399</c:v>
                </c:pt>
                <c:pt idx="6090">
                  <c:v>-101.49471248598</c:v>
                </c:pt>
                <c:pt idx="6091">
                  <c:v>-99.767767004781206</c:v>
                </c:pt>
                <c:pt idx="6092">
                  <c:v>-99.724826674873597</c:v>
                </c:pt>
                <c:pt idx="6093">
                  <c:v>-98.784012961792996</c:v>
                </c:pt>
                <c:pt idx="6094">
                  <c:v>-98.942601080271501</c:v>
                </c:pt>
                <c:pt idx="6095">
                  <c:v>-100.60004399800999</c:v>
                </c:pt>
                <c:pt idx="6096">
                  <c:v>-99.4438861324697</c:v>
                </c:pt>
                <c:pt idx="6097">
                  <c:v>-98.629176996554193</c:v>
                </c:pt>
                <c:pt idx="6098">
                  <c:v>-99.022868260684803</c:v>
                </c:pt>
                <c:pt idx="6099">
                  <c:v>-95.251970791646897</c:v>
                </c:pt>
                <c:pt idx="6100">
                  <c:v>-94.736519690319597</c:v>
                </c:pt>
                <c:pt idx="6101">
                  <c:v>-93.142230284953399</c:v>
                </c:pt>
                <c:pt idx="6102">
                  <c:v>-92.383385509678007</c:v>
                </c:pt>
                <c:pt idx="6103">
                  <c:v>-92.375062974245196</c:v>
                </c:pt>
                <c:pt idx="6104">
                  <c:v>-91.043545818379499</c:v>
                </c:pt>
                <c:pt idx="6105">
                  <c:v>-93.678541706247003</c:v>
                </c:pt>
                <c:pt idx="6106">
                  <c:v>-88.993922736301101</c:v>
                </c:pt>
                <c:pt idx="6107">
                  <c:v>-87.835209631499396</c:v>
                </c:pt>
                <c:pt idx="6108">
                  <c:v>-86.111377333534605</c:v>
                </c:pt>
                <c:pt idx="6109">
                  <c:v>-87.647465813354501</c:v>
                </c:pt>
                <c:pt idx="6110">
                  <c:v>-86.968151196247206</c:v>
                </c:pt>
                <c:pt idx="6111">
                  <c:v>-85.146151187189801</c:v>
                </c:pt>
                <c:pt idx="6112">
                  <c:v>-85.018905632630506</c:v>
                </c:pt>
                <c:pt idx="6113">
                  <c:v>-84.482989095285404</c:v>
                </c:pt>
                <c:pt idx="6114">
                  <c:v>-84.487421854944699</c:v>
                </c:pt>
                <c:pt idx="6115">
                  <c:v>-83.713523787042803</c:v>
                </c:pt>
                <c:pt idx="6116">
                  <c:v>-81.894243866432106</c:v>
                </c:pt>
                <c:pt idx="6117">
                  <c:v>-82.243837487239702</c:v>
                </c:pt>
                <c:pt idx="6118">
                  <c:v>-82.6037999488032</c:v>
                </c:pt>
                <c:pt idx="6119">
                  <c:v>-82.234861437769197</c:v>
                </c:pt>
                <c:pt idx="6120">
                  <c:v>-80.704980472420701</c:v>
                </c:pt>
                <c:pt idx="6121">
                  <c:v>-78.286604393576297</c:v>
                </c:pt>
                <c:pt idx="6122">
                  <c:v>-79.805427482005697</c:v>
                </c:pt>
                <c:pt idx="6123">
                  <c:v>-76.499673253035496</c:v>
                </c:pt>
                <c:pt idx="6124">
                  <c:v>-75.133462855237397</c:v>
                </c:pt>
                <c:pt idx="6125">
                  <c:v>-73.538388701966895</c:v>
                </c:pt>
                <c:pt idx="6126">
                  <c:v>-73.944140886264606</c:v>
                </c:pt>
                <c:pt idx="6127">
                  <c:v>-71.523562319678803</c:v>
                </c:pt>
                <c:pt idx="6128">
                  <c:v>-69.506710139582793</c:v>
                </c:pt>
                <c:pt idx="6129">
                  <c:v>-68.907424909048004</c:v>
                </c:pt>
                <c:pt idx="6130">
                  <c:v>-68.520226222679099</c:v>
                </c:pt>
                <c:pt idx="6131">
                  <c:v>-69.089056901057106</c:v>
                </c:pt>
                <c:pt idx="6132">
                  <c:v>-68.021277863464505</c:v>
                </c:pt>
                <c:pt idx="6133">
                  <c:v>-66.659088611752594</c:v>
                </c:pt>
                <c:pt idx="6134">
                  <c:v>-66.0715354749168</c:v>
                </c:pt>
                <c:pt idx="6135">
                  <c:v>-64.174745659683694</c:v>
                </c:pt>
                <c:pt idx="6136">
                  <c:v>-63.004831543952399</c:v>
                </c:pt>
                <c:pt idx="6137">
                  <c:v>-61.093054317665803</c:v>
                </c:pt>
                <c:pt idx="6138">
                  <c:v>-59.478329038911497</c:v>
                </c:pt>
                <c:pt idx="6139">
                  <c:v>-60.714395864595403</c:v>
                </c:pt>
                <c:pt idx="6140">
                  <c:v>-59.513588500901101</c:v>
                </c:pt>
                <c:pt idx="6141">
                  <c:v>-59.822390282953599</c:v>
                </c:pt>
                <c:pt idx="6142">
                  <c:v>-59.730650087676104</c:v>
                </c:pt>
                <c:pt idx="6143">
                  <c:v>-57.8415892461271</c:v>
                </c:pt>
                <c:pt idx="6144">
                  <c:v>-54.197857806204802</c:v>
                </c:pt>
                <c:pt idx="6145">
                  <c:v>-54.4014663943451</c:v>
                </c:pt>
                <c:pt idx="6146">
                  <c:v>-54.582769775608703</c:v>
                </c:pt>
                <c:pt idx="6147">
                  <c:v>-51.091546788471298</c:v>
                </c:pt>
                <c:pt idx="6148">
                  <c:v>-51.402712266555397</c:v>
                </c:pt>
                <c:pt idx="6149">
                  <c:v>-49.319663778970799</c:v>
                </c:pt>
                <c:pt idx="6150">
                  <c:v>-48.173514484963199</c:v>
                </c:pt>
                <c:pt idx="6151">
                  <c:v>-47.585461440722703</c:v>
                </c:pt>
                <c:pt idx="6152">
                  <c:v>-48.7767854733193</c:v>
                </c:pt>
                <c:pt idx="6153">
                  <c:v>-47.270278259711397</c:v>
                </c:pt>
                <c:pt idx="6154">
                  <c:v>-45.890008540685997</c:v>
                </c:pt>
                <c:pt idx="6155">
                  <c:v>-44.070413735614203</c:v>
                </c:pt>
                <c:pt idx="6156">
                  <c:v>-45.895904760830597</c:v>
                </c:pt>
                <c:pt idx="6157">
                  <c:v>-43.998551522591697</c:v>
                </c:pt>
                <c:pt idx="6158">
                  <c:v>-43.209586813824103</c:v>
                </c:pt>
                <c:pt idx="6159">
                  <c:v>-40.865001934531001</c:v>
                </c:pt>
                <c:pt idx="6160">
                  <c:v>-40.521525175270803</c:v>
                </c:pt>
                <c:pt idx="6161">
                  <c:v>-35.510021336138003</c:v>
                </c:pt>
                <c:pt idx="6162">
                  <c:v>-37.320686718309702</c:v>
                </c:pt>
                <c:pt idx="6163">
                  <c:v>-35.492869684812597</c:v>
                </c:pt>
                <c:pt idx="6164">
                  <c:v>-33.250678070141099</c:v>
                </c:pt>
                <c:pt idx="6165">
                  <c:v>-35.844313477738503</c:v>
                </c:pt>
                <c:pt idx="6166">
                  <c:v>-31.3024589485237</c:v>
                </c:pt>
                <c:pt idx="6167">
                  <c:v>-30.095162499244999</c:v>
                </c:pt>
                <c:pt idx="6168">
                  <c:v>-28.9008147528249</c:v>
                </c:pt>
                <c:pt idx="6169">
                  <c:v>-27.368490910066001</c:v>
                </c:pt>
                <c:pt idx="6170">
                  <c:v>-26.348418727444301</c:v>
                </c:pt>
                <c:pt idx="6171">
                  <c:v>-25.9931025365515</c:v>
                </c:pt>
                <c:pt idx="6172">
                  <c:v>-24.614745897890302</c:v>
                </c:pt>
                <c:pt idx="6173">
                  <c:v>-22.872453967669401</c:v>
                </c:pt>
                <c:pt idx="6174">
                  <c:v>-21.137798178384799</c:v>
                </c:pt>
                <c:pt idx="6175">
                  <c:v>-18.6529708359209</c:v>
                </c:pt>
                <c:pt idx="6176">
                  <c:v>-16.970055703528299</c:v>
                </c:pt>
                <c:pt idx="6177">
                  <c:v>-20.362727474841801</c:v>
                </c:pt>
                <c:pt idx="6178">
                  <c:v>-15.853870326245501</c:v>
                </c:pt>
                <c:pt idx="6179">
                  <c:v>-14.482828565934399</c:v>
                </c:pt>
                <c:pt idx="6180">
                  <c:v>-16.5936152418892</c:v>
                </c:pt>
                <c:pt idx="6181">
                  <c:v>-14.2600123265627</c:v>
                </c:pt>
                <c:pt idx="6182">
                  <c:v>-12.150306684715</c:v>
                </c:pt>
                <c:pt idx="6183">
                  <c:v>-11.858922829850201</c:v>
                </c:pt>
                <c:pt idx="6184">
                  <c:v>-12.4834347972874</c:v>
                </c:pt>
                <c:pt idx="6185">
                  <c:v>-13.162662269379499</c:v>
                </c:pt>
                <c:pt idx="6186">
                  <c:v>-9.0640000813529493</c:v>
                </c:pt>
                <c:pt idx="6187">
                  <c:v>-4.3435547527944296</c:v>
                </c:pt>
                <c:pt idx="6188">
                  <c:v>-5.9719556742393802</c:v>
                </c:pt>
                <c:pt idx="6189">
                  <c:v>-5.5101538794866602</c:v>
                </c:pt>
                <c:pt idx="6190">
                  <c:v>-5.8569217984686404</c:v>
                </c:pt>
                <c:pt idx="6191">
                  <c:v>-2.9709635449213398</c:v>
                </c:pt>
                <c:pt idx="6192">
                  <c:v>-2.9380711940960298</c:v>
                </c:pt>
                <c:pt idx="6193">
                  <c:v>-2.5791025316798302</c:v>
                </c:pt>
                <c:pt idx="6194">
                  <c:v>-1.11065724561041</c:v>
                </c:pt>
                <c:pt idx="6195">
                  <c:v>0.26527759679714702</c:v>
                </c:pt>
                <c:pt idx="6196">
                  <c:v>1.7944890330645</c:v>
                </c:pt>
                <c:pt idx="6197">
                  <c:v>3.5114338421705602</c:v>
                </c:pt>
                <c:pt idx="6198">
                  <c:v>6.7354815122412699</c:v>
                </c:pt>
                <c:pt idx="6199">
                  <c:v>2.8284085010628202</c:v>
                </c:pt>
                <c:pt idx="6200">
                  <c:v>4.5888947080311997</c:v>
                </c:pt>
                <c:pt idx="6201">
                  <c:v>5.7402835609921103</c:v>
                </c:pt>
                <c:pt idx="6202">
                  <c:v>6.6279866912801699</c:v>
                </c:pt>
                <c:pt idx="6203">
                  <c:v>9.4785480163141003</c:v>
                </c:pt>
                <c:pt idx="6204">
                  <c:v>11.160786270751199</c:v>
                </c:pt>
                <c:pt idx="6205">
                  <c:v>11.0686421860013</c:v>
                </c:pt>
                <c:pt idx="6206">
                  <c:v>13.629534992504</c:v>
                </c:pt>
                <c:pt idx="6207">
                  <c:v>14.1845169068531</c:v>
                </c:pt>
                <c:pt idx="6208">
                  <c:v>14.8945034109815</c:v>
                </c:pt>
                <c:pt idx="6209">
                  <c:v>16.007659273386398</c:v>
                </c:pt>
                <c:pt idx="6210">
                  <c:v>14.1741307787109</c:v>
                </c:pt>
                <c:pt idx="6211">
                  <c:v>15.8947468952723</c:v>
                </c:pt>
                <c:pt idx="6212">
                  <c:v>16.912063536964801</c:v>
                </c:pt>
                <c:pt idx="6213">
                  <c:v>17.658350698648199</c:v>
                </c:pt>
                <c:pt idx="6214">
                  <c:v>18.2170070701277</c:v>
                </c:pt>
                <c:pt idx="6215">
                  <c:v>24.053122201642299</c:v>
                </c:pt>
                <c:pt idx="6216">
                  <c:v>24.278974938336301</c:v>
                </c:pt>
                <c:pt idx="6217">
                  <c:v>22.472170226234599</c:v>
                </c:pt>
                <c:pt idx="6218">
                  <c:v>21.924134623606399</c:v>
                </c:pt>
                <c:pt idx="6219">
                  <c:v>25.151857705529501</c:v>
                </c:pt>
                <c:pt idx="6220">
                  <c:v>26.284461820084299</c:v>
                </c:pt>
                <c:pt idx="6221">
                  <c:v>28.599686583413</c:v>
                </c:pt>
                <c:pt idx="6222">
                  <c:v>25.683191592093198</c:v>
                </c:pt>
                <c:pt idx="6223">
                  <c:v>30.1765675287986</c:v>
                </c:pt>
                <c:pt idx="6224">
                  <c:v>30.0753297228744</c:v>
                </c:pt>
                <c:pt idx="6225">
                  <c:v>29.796256600814498</c:v>
                </c:pt>
                <c:pt idx="6226">
                  <c:v>30.1582111983682</c:v>
                </c:pt>
                <c:pt idx="6227">
                  <c:v>28.841536019661302</c:v>
                </c:pt>
                <c:pt idx="6228">
                  <c:v>27.608978499879498</c:v>
                </c:pt>
                <c:pt idx="6229">
                  <c:v>29.274121886481201</c:v>
                </c:pt>
                <c:pt idx="6230">
                  <c:v>30.4617110756082</c:v>
                </c:pt>
                <c:pt idx="6231">
                  <c:v>30.338298977725</c:v>
                </c:pt>
                <c:pt idx="6232">
                  <c:v>32.131321133058002</c:v>
                </c:pt>
                <c:pt idx="6233">
                  <c:v>31.558119325915499</c:v>
                </c:pt>
                <c:pt idx="6234">
                  <c:v>34.976633001758699</c:v>
                </c:pt>
                <c:pt idx="6235">
                  <c:v>35.322729660889799</c:v>
                </c:pt>
                <c:pt idx="6236">
                  <c:v>33.051090583554398</c:v>
                </c:pt>
                <c:pt idx="6237">
                  <c:v>32.092669241714901</c:v>
                </c:pt>
                <c:pt idx="6238">
                  <c:v>35.339803186794398</c:v>
                </c:pt>
                <c:pt idx="6239">
                  <c:v>35.834518846419101</c:v>
                </c:pt>
                <c:pt idx="6240">
                  <c:v>33.190630806930002</c:v>
                </c:pt>
                <c:pt idx="6241">
                  <c:v>36.262504741141001</c:v>
                </c:pt>
                <c:pt idx="6242">
                  <c:v>35.933431383626797</c:v>
                </c:pt>
                <c:pt idx="6243">
                  <c:v>36.899662022701001</c:v>
                </c:pt>
                <c:pt idx="6244">
                  <c:v>35.233692856474697</c:v>
                </c:pt>
                <c:pt idx="6245">
                  <c:v>34.240491484237303</c:v>
                </c:pt>
                <c:pt idx="6246">
                  <c:v>33.164340517221198</c:v>
                </c:pt>
                <c:pt idx="6247">
                  <c:v>37.351277191521397</c:v>
                </c:pt>
                <c:pt idx="6248">
                  <c:v>37.205196345945502</c:v>
                </c:pt>
                <c:pt idx="6249">
                  <c:v>36.708232818261102</c:v>
                </c:pt>
                <c:pt idx="6250">
                  <c:v>34.272362903197802</c:v>
                </c:pt>
                <c:pt idx="6251">
                  <c:v>37.382632427938198</c:v>
                </c:pt>
                <c:pt idx="6252">
                  <c:v>39.400326279958598</c:v>
                </c:pt>
                <c:pt idx="6253">
                  <c:v>32.659646636983297</c:v>
                </c:pt>
                <c:pt idx="6254">
                  <c:v>31.9875447450374</c:v>
                </c:pt>
                <c:pt idx="6255">
                  <c:v>38.690755357508799</c:v>
                </c:pt>
                <c:pt idx="6256">
                  <c:v>32.234694681848502</c:v>
                </c:pt>
                <c:pt idx="6257">
                  <c:v>38.260039563524003</c:v>
                </c:pt>
                <c:pt idx="6258">
                  <c:v>39.384161405145903</c:v>
                </c:pt>
                <c:pt idx="6259">
                  <c:v>32.0593830971507</c:v>
                </c:pt>
                <c:pt idx="6260">
                  <c:v>37.7402599423067</c:v>
                </c:pt>
                <c:pt idx="6261">
                  <c:v>35.719042795061597</c:v>
                </c:pt>
                <c:pt idx="6262">
                  <c:v>36.729593035454997</c:v>
                </c:pt>
                <c:pt idx="6263">
                  <c:v>35.780193028704197</c:v>
                </c:pt>
                <c:pt idx="6264">
                  <c:v>35.048875155072402</c:v>
                </c:pt>
                <c:pt idx="6265">
                  <c:v>36.605024549307601</c:v>
                </c:pt>
                <c:pt idx="6266">
                  <c:v>35.595796992330101</c:v>
                </c:pt>
                <c:pt idx="6267">
                  <c:v>34.4890757972627</c:v>
                </c:pt>
                <c:pt idx="6268">
                  <c:v>31.264710951318001</c:v>
                </c:pt>
                <c:pt idx="6269">
                  <c:v>33.673038324569703</c:v>
                </c:pt>
                <c:pt idx="6270">
                  <c:v>31.0099127042321</c:v>
                </c:pt>
                <c:pt idx="6271">
                  <c:v>30.6758152986996</c:v>
                </c:pt>
                <c:pt idx="6272">
                  <c:v>31.850013154796699</c:v>
                </c:pt>
                <c:pt idx="6273">
                  <c:v>31.101198236733101</c:v>
                </c:pt>
                <c:pt idx="6274">
                  <c:v>31.651205247920899</c:v>
                </c:pt>
                <c:pt idx="6275">
                  <c:v>34.768466925150598</c:v>
                </c:pt>
                <c:pt idx="6276">
                  <c:v>28.7786263617621</c:v>
                </c:pt>
                <c:pt idx="6277">
                  <c:v>30.493037861071599</c:v>
                </c:pt>
                <c:pt idx="6278">
                  <c:v>33.1168345088034</c:v>
                </c:pt>
                <c:pt idx="6279">
                  <c:v>30.364696185726501</c:v>
                </c:pt>
                <c:pt idx="6280">
                  <c:v>29.9329968463536</c:v>
                </c:pt>
                <c:pt idx="6281">
                  <c:v>28.6103448106924</c:v>
                </c:pt>
                <c:pt idx="6282">
                  <c:v>30.315104177771801</c:v>
                </c:pt>
                <c:pt idx="6283">
                  <c:v>31.4498267180936</c:v>
                </c:pt>
                <c:pt idx="6284">
                  <c:v>29.139438464044702</c:v>
                </c:pt>
                <c:pt idx="6285">
                  <c:v>27.402307329161999</c:v>
                </c:pt>
                <c:pt idx="6286">
                  <c:v>27.286561819891499</c:v>
                </c:pt>
                <c:pt idx="6287">
                  <c:v>26.540122556096801</c:v>
                </c:pt>
                <c:pt idx="6288">
                  <c:v>27.002615053105899</c:v>
                </c:pt>
                <c:pt idx="6289">
                  <c:v>24.986130619769</c:v>
                </c:pt>
                <c:pt idx="6290">
                  <c:v>26.984056215338999</c:v>
                </c:pt>
                <c:pt idx="6291">
                  <c:v>24.981198887822099</c:v>
                </c:pt>
                <c:pt idx="6292">
                  <c:v>25.417389106712299</c:v>
                </c:pt>
                <c:pt idx="6293">
                  <c:v>20.884403615112198</c:v>
                </c:pt>
                <c:pt idx="6294">
                  <c:v>23.670896807743599</c:v>
                </c:pt>
                <c:pt idx="6295">
                  <c:v>21.090099026006701</c:v>
                </c:pt>
                <c:pt idx="6296">
                  <c:v>24.036742176547602</c:v>
                </c:pt>
                <c:pt idx="6297">
                  <c:v>23.198201667531301</c:v>
                </c:pt>
                <c:pt idx="6298">
                  <c:v>22.3543813473295</c:v>
                </c:pt>
                <c:pt idx="6299">
                  <c:v>23.4930910201806</c:v>
                </c:pt>
                <c:pt idx="6300">
                  <c:v>21.1800267218741</c:v>
                </c:pt>
                <c:pt idx="6301">
                  <c:v>19.2993690311786</c:v>
                </c:pt>
                <c:pt idx="6302">
                  <c:v>18.469000375024098</c:v>
                </c:pt>
                <c:pt idx="6303">
                  <c:v>19.632770739588501</c:v>
                </c:pt>
                <c:pt idx="6304">
                  <c:v>20.2666510109451</c:v>
                </c:pt>
                <c:pt idx="6305">
                  <c:v>21.7077986763843</c:v>
                </c:pt>
                <c:pt idx="6306">
                  <c:v>21.495505175679298</c:v>
                </c:pt>
                <c:pt idx="6307">
                  <c:v>20.787218969860799</c:v>
                </c:pt>
                <c:pt idx="6308">
                  <c:v>18.6205851588402</c:v>
                </c:pt>
                <c:pt idx="6309">
                  <c:v>19.916876460912</c:v>
                </c:pt>
                <c:pt idx="6310">
                  <c:v>15.7561057783037</c:v>
                </c:pt>
                <c:pt idx="6311">
                  <c:v>18.113380011876099</c:v>
                </c:pt>
                <c:pt idx="6312">
                  <c:v>15.732540680444499</c:v>
                </c:pt>
                <c:pt idx="6313">
                  <c:v>14.308580126224999</c:v>
                </c:pt>
                <c:pt idx="6314">
                  <c:v>15.026433046558299</c:v>
                </c:pt>
                <c:pt idx="6315">
                  <c:v>14.518231626192801</c:v>
                </c:pt>
                <c:pt idx="6316">
                  <c:v>16.000685713720301</c:v>
                </c:pt>
                <c:pt idx="6317">
                  <c:v>15.2037528128335</c:v>
                </c:pt>
                <c:pt idx="6318">
                  <c:v>15.1631318738629</c:v>
                </c:pt>
                <c:pt idx="6319">
                  <c:v>16.345119490467301</c:v>
                </c:pt>
                <c:pt idx="6320">
                  <c:v>16.3926278658966</c:v>
                </c:pt>
                <c:pt idx="6321">
                  <c:v>12.0575893684306</c:v>
                </c:pt>
                <c:pt idx="6322">
                  <c:v>14.638790567225399</c:v>
                </c:pt>
                <c:pt idx="6323">
                  <c:v>13.2939781973449</c:v>
                </c:pt>
                <c:pt idx="6324">
                  <c:v>14.413255273397899</c:v>
                </c:pt>
                <c:pt idx="6325">
                  <c:v>13.574571790946999</c:v>
                </c:pt>
                <c:pt idx="6326">
                  <c:v>12.5755045094257</c:v>
                </c:pt>
                <c:pt idx="6327">
                  <c:v>15.7572362680264</c:v>
                </c:pt>
                <c:pt idx="6328">
                  <c:v>14.5625360240877</c:v>
                </c:pt>
                <c:pt idx="6329">
                  <c:v>12.0111924183702</c:v>
                </c:pt>
                <c:pt idx="6330">
                  <c:v>14.017118759649</c:v>
                </c:pt>
                <c:pt idx="6331">
                  <c:v>16.8906056366699</c:v>
                </c:pt>
                <c:pt idx="6332">
                  <c:v>12.5954129754244</c:v>
                </c:pt>
                <c:pt idx="6333">
                  <c:v>14.2166300545388</c:v>
                </c:pt>
                <c:pt idx="6334">
                  <c:v>14.159081128048401</c:v>
                </c:pt>
                <c:pt idx="6335">
                  <c:v>10.707031668423401</c:v>
                </c:pt>
                <c:pt idx="6336">
                  <c:v>12.8412776615463</c:v>
                </c:pt>
                <c:pt idx="6337">
                  <c:v>13.949001362084999</c:v>
                </c:pt>
                <c:pt idx="6338">
                  <c:v>10.8231052245425</c:v>
                </c:pt>
                <c:pt idx="6339">
                  <c:v>12.9872439838324</c:v>
                </c:pt>
                <c:pt idx="6340">
                  <c:v>12.698334033125599</c:v>
                </c:pt>
                <c:pt idx="6341">
                  <c:v>16.895998863848799</c:v>
                </c:pt>
                <c:pt idx="6342">
                  <c:v>13.7206498873214</c:v>
                </c:pt>
                <c:pt idx="6343">
                  <c:v>15.008344520624901</c:v>
                </c:pt>
                <c:pt idx="6344">
                  <c:v>16.9593226078218</c:v>
                </c:pt>
                <c:pt idx="6345">
                  <c:v>19.476857266060499</c:v>
                </c:pt>
                <c:pt idx="6346">
                  <c:v>15.287000670495599</c:v>
                </c:pt>
                <c:pt idx="6347">
                  <c:v>15.8928976760082</c:v>
                </c:pt>
                <c:pt idx="6348">
                  <c:v>19.559653480895001</c:v>
                </c:pt>
                <c:pt idx="6349">
                  <c:v>19.9767777124225</c:v>
                </c:pt>
                <c:pt idx="6350">
                  <c:v>19.597706027711901</c:v>
                </c:pt>
                <c:pt idx="6351">
                  <c:v>20.3508369358123</c:v>
                </c:pt>
                <c:pt idx="6352">
                  <c:v>19.412932336523902</c:v>
                </c:pt>
                <c:pt idx="6353">
                  <c:v>20.396735565313001</c:v>
                </c:pt>
                <c:pt idx="6354">
                  <c:v>22.278575010544699</c:v>
                </c:pt>
                <c:pt idx="6355">
                  <c:v>20.6198062778309</c:v>
                </c:pt>
                <c:pt idx="6356">
                  <c:v>22.543139176820102</c:v>
                </c:pt>
                <c:pt idx="6357">
                  <c:v>22.6625390078765</c:v>
                </c:pt>
                <c:pt idx="6358">
                  <c:v>21.546584314596998</c:v>
                </c:pt>
                <c:pt idx="6359">
                  <c:v>21.518722669452298</c:v>
                </c:pt>
                <c:pt idx="6360">
                  <c:v>24.262680648868699</c:v>
                </c:pt>
                <c:pt idx="6361">
                  <c:v>26.105435278968798</c:v>
                </c:pt>
                <c:pt idx="6362">
                  <c:v>27.2381502672932</c:v>
                </c:pt>
                <c:pt idx="6363">
                  <c:v>26.3640435138322</c:v>
                </c:pt>
                <c:pt idx="6364">
                  <c:v>28.905816110373198</c:v>
                </c:pt>
                <c:pt idx="6365">
                  <c:v>29.971283302743299</c:v>
                </c:pt>
                <c:pt idx="6366">
                  <c:v>28.226934121301699</c:v>
                </c:pt>
                <c:pt idx="6367">
                  <c:v>29.699925917469098</c:v>
                </c:pt>
                <c:pt idx="6368">
                  <c:v>32.060215489311098</c:v>
                </c:pt>
                <c:pt idx="6369">
                  <c:v>30.949303703268299</c:v>
                </c:pt>
                <c:pt idx="6370">
                  <c:v>32.860078154131898</c:v>
                </c:pt>
                <c:pt idx="6371">
                  <c:v>31.7636400017028</c:v>
                </c:pt>
                <c:pt idx="6372">
                  <c:v>35.127895195125902</c:v>
                </c:pt>
                <c:pt idx="6373">
                  <c:v>36.025992000189802</c:v>
                </c:pt>
                <c:pt idx="6374">
                  <c:v>32.596939056287098</c:v>
                </c:pt>
                <c:pt idx="6375">
                  <c:v>37.476700811823498</c:v>
                </c:pt>
                <c:pt idx="6376">
                  <c:v>37.211528833633302</c:v>
                </c:pt>
                <c:pt idx="6377">
                  <c:v>37.761985719416799</c:v>
                </c:pt>
                <c:pt idx="6378">
                  <c:v>37.330723462825198</c:v>
                </c:pt>
                <c:pt idx="6379">
                  <c:v>38.460936918999202</c:v>
                </c:pt>
                <c:pt idx="6380">
                  <c:v>40.818191440263</c:v>
                </c:pt>
                <c:pt idx="6381">
                  <c:v>40.119694538600697</c:v>
                </c:pt>
                <c:pt idx="6382">
                  <c:v>43.454850893345203</c:v>
                </c:pt>
                <c:pt idx="6383">
                  <c:v>45.285160510555997</c:v>
                </c:pt>
                <c:pt idx="6384">
                  <c:v>45.785825304326401</c:v>
                </c:pt>
                <c:pt idx="6385">
                  <c:v>46.098208254266602</c:v>
                </c:pt>
                <c:pt idx="6386">
                  <c:v>47.188537432227797</c:v>
                </c:pt>
                <c:pt idx="6387">
                  <c:v>45.6031725676647</c:v>
                </c:pt>
                <c:pt idx="6388">
                  <c:v>44.509136385843398</c:v>
                </c:pt>
                <c:pt idx="6389">
                  <c:v>46.871515059912603</c:v>
                </c:pt>
                <c:pt idx="6390">
                  <c:v>47.395823994164601</c:v>
                </c:pt>
                <c:pt idx="6391">
                  <c:v>54.171405907388802</c:v>
                </c:pt>
                <c:pt idx="6392">
                  <c:v>53.007666049197603</c:v>
                </c:pt>
                <c:pt idx="6393">
                  <c:v>55.9809953490537</c:v>
                </c:pt>
                <c:pt idx="6394">
                  <c:v>54.541056061568703</c:v>
                </c:pt>
                <c:pt idx="6395">
                  <c:v>55.819149187494197</c:v>
                </c:pt>
                <c:pt idx="6396">
                  <c:v>53.948803067674199</c:v>
                </c:pt>
                <c:pt idx="6397">
                  <c:v>54.6967119794231</c:v>
                </c:pt>
                <c:pt idx="6398">
                  <c:v>57.4965486057486</c:v>
                </c:pt>
                <c:pt idx="6399">
                  <c:v>57.949276274231202</c:v>
                </c:pt>
                <c:pt idx="6400">
                  <c:v>59.7987039502407</c:v>
                </c:pt>
                <c:pt idx="6401">
                  <c:v>62.717524767424202</c:v>
                </c:pt>
                <c:pt idx="6402">
                  <c:v>65.759677073339603</c:v>
                </c:pt>
                <c:pt idx="6403">
                  <c:v>64.050914524859394</c:v>
                </c:pt>
                <c:pt idx="6404">
                  <c:v>64.984120030662595</c:v>
                </c:pt>
                <c:pt idx="6405">
                  <c:v>64.111271247858298</c:v>
                </c:pt>
                <c:pt idx="6406">
                  <c:v>65.049473996430706</c:v>
                </c:pt>
                <c:pt idx="6407">
                  <c:v>64.063504243830494</c:v>
                </c:pt>
                <c:pt idx="6408">
                  <c:v>66.925725549484795</c:v>
                </c:pt>
                <c:pt idx="6409">
                  <c:v>67.976139399313098</c:v>
                </c:pt>
                <c:pt idx="6410">
                  <c:v>69.173280754825399</c:v>
                </c:pt>
                <c:pt idx="6411">
                  <c:v>69.545473550948103</c:v>
                </c:pt>
                <c:pt idx="6412">
                  <c:v>72.012863235621097</c:v>
                </c:pt>
                <c:pt idx="6413">
                  <c:v>72.921280813659095</c:v>
                </c:pt>
                <c:pt idx="6414">
                  <c:v>68.291741450854602</c:v>
                </c:pt>
                <c:pt idx="6415">
                  <c:v>73.935829310270293</c:v>
                </c:pt>
                <c:pt idx="6416">
                  <c:v>77.004357246708807</c:v>
                </c:pt>
                <c:pt idx="6417">
                  <c:v>78.644808563288095</c:v>
                </c:pt>
                <c:pt idx="6418">
                  <c:v>77.342208554698701</c:v>
                </c:pt>
                <c:pt idx="6419">
                  <c:v>80.378076205538704</c:v>
                </c:pt>
                <c:pt idx="6420">
                  <c:v>76.615554396286498</c:v>
                </c:pt>
                <c:pt idx="6421">
                  <c:v>78.995844523268303</c:v>
                </c:pt>
                <c:pt idx="6422">
                  <c:v>80.670980680052693</c:v>
                </c:pt>
                <c:pt idx="6423">
                  <c:v>77.005801065975902</c:v>
                </c:pt>
                <c:pt idx="6424">
                  <c:v>78.501120478682694</c:v>
                </c:pt>
                <c:pt idx="6425">
                  <c:v>80.292179499832798</c:v>
                </c:pt>
                <c:pt idx="6426">
                  <c:v>78.577541699066501</c:v>
                </c:pt>
                <c:pt idx="6427">
                  <c:v>80.427570567726704</c:v>
                </c:pt>
                <c:pt idx="6428">
                  <c:v>80.7828273593706</c:v>
                </c:pt>
                <c:pt idx="6429">
                  <c:v>82.678128730403699</c:v>
                </c:pt>
                <c:pt idx="6430">
                  <c:v>81.533579095223899</c:v>
                </c:pt>
                <c:pt idx="6431">
                  <c:v>82.224782955092905</c:v>
                </c:pt>
                <c:pt idx="6432">
                  <c:v>82.907659541904295</c:v>
                </c:pt>
                <c:pt idx="6433">
                  <c:v>82.189136480965402</c:v>
                </c:pt>
                <c:pt idx="6434">
                  <c:v>81.108719626023003</c:v>
                </c:pt>
                <c:pt idx="6435">
                  <c:v>82.546029408117803</c:v>
                </c:pt>
                <c:pt idx="6436">
                  <c:v>86.293226558630593</c:v>
                </c:pt>
                <c:pt idx="6437">
                  <c:v>85.955203890892903</c:v>
                </c:pt>
                <c:pt idx="6438">
                  <c:v>83.404784922058099</c:v>
                </c:pt>
                <c:pt idx="6439">
                  <c:v>88.454677057822593</c:v>
                </c:pt>
                <c:pt idx="6440">
                  <c:v>90.941375441528905</c:v>
                </c:pt>
                <c:pt idx="6441">
                  <c:v>88.284505779761304</c:v>
                </c:pt>
                <c:pt idx="6442">
                  <c:v>87.501263878245695</c:v>
                </c:pt>
                <c:pt idx="6443">
                  <c:v>89.582800006521097</c:v>
                </c:pt>
                <c:pt idx="6444">
                  <c:v>86.098548485774401</c:v>
                </c:pt>
                <c:pt idx="6445">
                  <c:v>88.159561560098496</c:v>
                </c:pt>
                <c:pt idx="6446">
                  <c:v>86.921472982117393</c:v>
                </c:pt>
                <c:pt idx="6447">
                  <c:v>88.821804277501698</c:v>
                </c:pt>
                <c:pt idx="6448">
                  <c:v>87.298913746058602</c:v>
                </c:pt>
                <c:pt idx="6449">
                  <c:v>87.690736207796803</c:v>
                </c:pt>
                <c:pt idx="6450">
                  <c:v>88.863002639909297</c:v>
                </c:pt>
                <c:pt idx="6451">
                  <c:v>89.036150300230005</c:v>
                </c:pt>
                <c:pt idx="6452">
                  <c:v>90.334761084566694</c:v>
                </c:pt>
                <c:pt idx="6453">
                  <c:v>89.594334663359405</c:v>
                </c:pt>
                <c:pt idx="6454">
                  <c:v>87.769434928268396</c:v>
                </c:pt>
                <c:pt idx="6455">
                  <c:v>90.573045280994506</c:v>
                </c:pt>
                <c:pt idx="6456">
                  <c:v>86.718571112414594</c:v>
                </c:pt>
                <c:pt idx="6457">
                  <c:v>87.792953153695095</c:v>
                </c:pt>
                <c:pt idx="6458">
                  <c:v>87.977316709255902</c:v>
                </c:pt>
                <c:pt idx="6459">
                  <c:v>86.358076145835796</c:v>
                </c:pt>
                <c:pt idx="6460">
                  <c:v>82.923678640070094</c:v>
                </c:pt>
                <c:pt idx="6461">
                  <c:v>86.990448197297994</c:v>
                </c:pt>
                <c:pt idx="6462">
                  <c:v>82.224782955092905</c:v>
                </c:pt>
                <c:pt idx="6463">
                  <c:v>84.8523091765083</c:v>
                </c:pt>
                <c:pt idx="6464">
                  <c:v>81.4484211042341</c:v>
                </c:pt>
                <c:pt idx="6465">
                  <c:v>79.903239709375896</c:v>
                </c:pt>
                <c:pt idx="6466">
                  <c:v>84.4395233570377</c:v>
                </c:pt>
                <c:pt idx="6467">
                  <c:v>86.440371995909899</c:v>
                </c:pt>
                <c:pt idx="6468">
                  <c:v>82.940300819417999</c:v>
                </c:pt>
                <c:pt idx="6469">
                  <c:v>83.097779733633104</c:v>
                </c:pt>
                <c:pt idx="6470">
                  <c:v>85.250255941242699</c:v>
                </c:pt>
                <c:pt idx="6471">
                  <c:v>84.819892711109503</c:v>
                </c:pt>
                <c:pt idx="6472">
                  <c:v>80.255884128725597</c:v>
                </c:pt>
                <c:pt idx="6473">
                  <c:v>79.5636435435175</c:v>
                </c:pt>
                <c:pt idx="6474">
                  <c:v>79.029317012916195</c:v>
                </c:pt>
                <c:pt idx="6475">
                  <c:v>83.300017428080807</c:v>
                </c:pt>
                <c:pt idx="6476">
                  <c:v>80.0231847907109</c:v>
                </c:pt>
                <c:pt idx="6477">
                  <c:v>78.5579119771987</c:v>
                </c:pt>
                <c:pt idx="6478">
                  <c:v>77.370330398802196</c:v>
                </c:pt>
                <c:pt idx="6479">
                  <c:v>74.117271336745006</c:v>
                </c:pt>
                <c:pt idx="6480">
                  <c:v>79.901304600321495</c:v>
                </c:pt>
                <c:pt idx="6481">
                  <c:v>75.839658158774597</c:v>
                </c:pt>
                <c:pt idx="6482">
                  <c:v>75.577688718386497</c:v>
                </c:pt>
                <c:pt idx="6483">
                  <c:v>75.376263140078393</c:v>
                </c:pt>
                <c:pt idx="6484">
                  <c:v>75.376263140078393</c:v>
                </c:pt>
                <c:pt idx="6485">
                  <c:v>74.276327252138998</c:v>
                </c:pt>
                <c:pt idx="6486">
                  <c:v>73.829163641479397</c:v>
                </c:pt>
                <c:pt idx="6487">
                  <c:v>72.087502710469593</c:v>
                </c:pt>
                <c:pt idx="6488">
                  <c:v>71.142068859505699</c:v>
                </c:pt>
                <c:pt idx="6489">
                  <c:v>71.396183235331605</c:v>
                </c:pt>
                <c:pt idx="6490">
                  <c:v>71.715705289912506</c:v>
                </c:pt>
                <c:pt idx="6491">
                  <c:v>69.703455047066598</c:v>
                </c:pt>
                <c:pt idx="6492">
                  <c:v>68.078821770953795</c:v>
                </c:pt>
                <c:pt idx="6493">
                  <c:v>68.312033690266205</c:v>
                </c:pt>
                <c:pt idx="6494">
                  <c:v>69.393862662533294</c:v>
                </c:pt>
                <c:pt idx="6495">
                  <c:v>71.548581259360006</c:v>
                </c:pt>
                <c:pt idx="6496">
                  <c:v>69.455818802747004</c:v>
                </c:pt>
                <c:pt idx="6497">
                  <c:v>68.817654382007404</c:v>
                </c:pt>
                <c:pt idx="6498">
                  <c:v>65.204455978002997</c:v>
                </c:pt>
                <c:pt idx="6499">
                  <c:v>62.697882371487701</c:v>
                </c:pt>
                <c:pt idx="6500">
                  <c:v>63.434811266955101</c:v>
                </c:pt>
                <c:pt idx="6501">
                  <c:v>62.974959775629102</c:v>
                </c:pt>
                <c:pt idx="6502">
                  <c:v>62.184372613576301</c:v>
                </c:pt>
                <c:pt idx="6503">
                  <c:v>59.678100921187799</c:v>
                </c:pt>
                <c:pt idx="6504">
                  <c:v>59.872119218763103</c:v>
                </c:pt>
                <c:pt idx="6505">
                  <c:v>61.2516485533287</c:v>
                </c:pt>
                <c:pt idx="6506">
                  <c:v>58.362708963404003</c:v>
                </c:pt>
                <c:pt idx="6507">
                  <c:v>59.8647036769053</c:v>
                </c:pt>
                <c:pt idx="6508">
                  <c:v>58.347395971379001</c:v>
                </c:pt>
                <c:pt idx="6509">
                  <c:v>57.619621980532401</c:v>
                </c:pt>
                <c:pt idx="6510">
                  <c:v>52.367276109960699</c:v>
                </c:pt>
                <c:pt idx="6511">
                  <c:v>50.279051455355102</c:v>
                </c:pt>
                <c:pt idx="6512">
                  <c:v>51.191054597976503</c:v>
                </c:pt>
                <c:pt idx="6513">
                  <c:v>51.114322998865703</c:v>
                </c:pt>
                <c:pt idx="6514">
                  <c:v>48.259696346958201</c:v>
                </c:pt>
                <c:pt idx="6515">
                  <c:v>48.366763989649002</c:v>
                </c:pt>
                <c:pt idx="6516">
                  <c:v>45.3433601152772</c:v>
                </c:pt>
                <c:pt idx="6517">
                  <c:v>46.1937087129375</c:v>
                </c:pt>
                <c:pt idx="6518">
                  <c:v>44.162075448196603</c:v>
                </c:pt>
                <c:pt idx="6519">
                  <c:v>38.973064888436397</c:v>
                </c:pt>
                <c:pt idx="6520">
                  <c:v>41.869974776518099</c:v>
                </c:pt>
                <c:pt idx="6521">
                  <c:v>36.9671956361233</c:v>
                </c:pt>
                <c:pt idx="6522">
                  <c:v>38.225277941836701</c:v>
                </c:pt>
                <c:pt idx="6523">
                  <c:v>38.596077266978703</c:v>
                </c:pt>
                <c:pt idx="6524">
                  <c:v>36.611954531728003</c:v>
                </c:pt>
                <c:pt idx="6525">
                  <c:v>35.4953443391801</c:v>
                </c:pt>
                <c:pt idx="6526">
                  <c:v>35.868523127932598</c:v>
                </c:pt>
                <c:pt idx="6527">
                  <c:v>33.464721196377504</c:v>
                </c:pt>
                <c:pt idx="6528">
                  <c:v>29.430944370664299</c:v>
                </c:pt>
                <c:pt idx="6529">
                  <c:v>27.8593130811858</c:v>
                </c:pt>
                <c:pt idx="6530">
                  <c:v>30.5828744906884</c:v>
                </c:pt>
                <c:pt idx="6531">
                  <c:v>25.137807490552799</c:v>
                </c:pt>
                <c:pt idx="6532">
                  <c:v>24.915125534437198</c:v>
                </c:pt>
                <c:pt idx="6533">
                  <c:v>25.156921435165899</c:v>
                </c:pt>
                <c:pt idx="6534">
                  <c:v>23.116802981734299</c:v>
                </c:pt>
                <c:pt idx="6535">
                  <c:v>20.308869470717902</c:v>
                </c:pt>
                <c:pt idx="6536">
                  <c:v>18.700973341622401</c:v>
                </c:pt>
                <c:pt idx="6537">
                  <c:v>15.807966017862</c:v>
                </c:pt>
                <c:pt idx="6538">
                  <c:v>13.8623301587053</c:v>
                </c:pt>
                <c:pt idx="6539">
                  <c:v>13.306338523700701</c:v>
                </c:pt>
                <c:pt idx="6540">
                  <c:v>11.0924810654288</c:v>
                </c:pt>
                <c:pt idx="6541">
                  <c:v>10.3574667182816</c:v>
                </c:pt>
                <c:pt idx="6542">
                  <c:v>9.09550659896734</c:v>
                </c:pt>
                <c:pt idx="6543">
                  <c:v>8.9853866406679597</c:v>
                </c:pt>
                <c:pt idx="6544">
                  <c:v>5.2011792700490602</c:v>
                </c:pt>
                <c:pt idx="6545">
                  <c:v>6.5726042444749098</c:v>
                </c:pt>
                <c:pt idx="6546">
                  <c:v>3.70423273074862</c:v>
                </c:pt>
                <c:pt idx="6547">
                  <c:v>0.160127913250278</c:v>
                </c:pt>
                <c:pt idx="6548">
                  <c:v>-3.7885735889539598</c:v>
                </c:pt>
                <c:pt idx="6549">
                  <c:v>-2.5154291238803799</c:v>
                </c:pt>
                <c:pt idx="6550">
                  <c:v>-8.3076135957242003E-2</c:v>
                </c:pt>
                <c:pt idx="6551">
                  <c:v>-6.1629465125560001</c:v>
                </c:pt>
                <c:pt idx="6552">
                  <c:v>-9.9645654635086203</c:v>
                </c:pt>
                <c:pt idx="6553">
                  <c:v>-9.5479687758289007</c:v>
                </c:pt>
                <c:pt idx="6554">
                  <c:v>-15.0975994062808</c:v>
                </c:pt>
                <c:pt idx="6555">
                  <c:v>-20.1305028576372</c:v>
                </c:pt>
                <c:pt idx="6556">
                  <c:v>-18.6366963462252</c:v>
                </c:pt>
                <c:pt idx="6557">
                  <c:v>-16.994872169255899</c:v>
                </c:pt>
                <c:pt idx="6558">
                  <c:v>-17.2746518960647</c:v>
                </c:pt>
                <c:pt idx="6559">
                  <c:v>-26.8436419387135</c:v>
                </c:pt>
                <c:pt idx="6560">
                  <c:v>-34.109714110837103</c:v>
                </c:pt>
                <c:pt idx="6561">
                  <c:v>-35.313077851749497</c:v>
                </c:pt>
                <c:pt idx="6562">
                  <c:v>-39.957622986719997</c:v>
                </c:pt>
                <c:pt idx="6563">
                  <c:v>-41.770730344974098</c:v>
                </c:pt>
                <c:pt idx="6564">
                  <c:v>-41.153169747398998</c:v>
                </c:pt>
                <c:pt idx="6565">
                  <c:v>-42.531539030170499</c:v>
                </c:pt>
                <c:pt idx="6566">
                  <c:v>-46.161763440749397</c:v>
                </c:pt>
                <c:pt idx="6567">
                  <c:v>-48.0222733498818</c:v>
                </c:pt>
                <c:pt idx="6568">
                  <c:v>-47.865787726105999</c:v>
                </c:pt>
                <c:pt idx="6569">
                  <c:v>-49.107137535435001</c:v>
                </c:pt>
                <c:pt idx="6570">
                  <c:v>-51.827529894558197</c:v>
                </c:pt>
                <c:pt idx="6571">
                  <c:v>-54.699159376059299</c:v>
                </c:pt>
                <c:pt idx="6572">
                  <c:v>-57.198011243052697</c:v>
                </c:pt>
                <c:pt idx="6573">
                  <c:v>-56.973518553288301</c:v>
                </c:pt>
                <c:pt idx="6574">
                  <c:v>-60.114872870452203</c:v>
                </c:pt>
                <c:pt idx="6575">
                  <c:v>-61.436354864112303</c:v>
                </c:pt>
                <c:pt idx="6576">
                  <c:v>-59.271960083377898</c:v>
                </c:pt>
                <c:pt idx="6577">
                  <c:v>-63.2066015830409</c:v>
                </c:pt>
                <c:pt idx="6578">
                  <c:v>-63.1098918598978</c:v>
                </c:pt>
                <c:pt idx="6579">
                  <c:v>-67.599455125588804</c:v>
                </c:pt>
                <c:pt idx="6580">
                  <c:v>-65.222923064071594</c:v>
                </c:pt>
                <c:pt idx="6581">
                  <c:v>-67.423185996303999</c:v>
                </c:pt>
                <c:pt idx="6582">
                  <c:v>-66.202512229313399</c:v>
                </c:pt>
                <c:pt idx="6583">
                  <c:v>-69.328043615503702</c:v>
                </c:pt>
                <c:pt idx="6584">
                  <c:v>-71.512130833395702</c:v>
                </c:pt>
                <c:pt idx="6585">
                  <c:v>-73.355197186553895</c:v>
                </c:pt>
                <c:pt idx="6586">
                  <c:v>-72.936866413782397</c:v>
                </c:pt>
                <c:pt idx="6587">
                  <c:v>-72.930756598720095</c:v>
                </c:pt>
                <c:pt idx="6588">
                  <c:v>-77.267315332226502</c:v>
                </c:pt>
                <c:pt idx="6589">
                  <c:v>-76.825782898172704</c:v>
                </c:pt>
                <c:pt idx="6590">
                  <c:v>-77.965416150648693</c:v>
                </c:pt>
                <c:pt idx="6591">
                  <c:v>-76.196744491968502</c:v>
                </c:pt>
                <c:pt idx="6592">
                  <c:v>-82.452699661074902</c:v>
                </c:pt>
                <c:pt idx="6593">
                  <c:v>-80.735056931516993</c:v>
                </c:pt>
                <c:pt idx="6594">
                  <c:v>-82.352152887517704</c:v>
                </c:pt>
                <c:pt idx="6595">
                  <c:v>-84.2390503727094</c:v>
                </c:pt>
                <c:pt idx="6596">
                  <c:v>-82.3188171466347</c:v>
                </c:pt>
                <c:pt idx="6597">
                  <c:v>-81.869055212456601</c:v>
                </c:pt>
                <c:pt idx="6598">
                  <c:v>-84.588342474116502</c:v>
                </c:pt>
                <c:pt idx="6599">
                  <c:v>-85.467690098192193</c:v>
                </c:pt>
                <c:pt idx="6600">
                  <c:v>-82.623768716718203</c:v>
                </c:pt>
                <c:pt idx="6601">
                  <c:v>-87.417812647928699</c:v>
                </c:pt>
                <c:pt idx="6602">
                  <c:v>-86.3734716322449</c:v>
                </c:pt>
                <c:pt idx="6603">
                  <c:v>-85.805039489841604</c:v>
                </c:pt>
                <c:pt idx="6604">
                  <c:v>-86.469715280891094</c:v>
                </c:pt>
                <c:pt idx="6605">
                  <c:v>-86.693749319769694</c:v>
                </c:pt>
                <c:pt idx="6606">
                  <c:v>-86.294897296137705</c:v>
                </c:pt>
                <c:pt idx="6607">
                  <c:v>-88.373319819993</c:v>
                </c:pt>
                <c:pt idx="6608">
                  <c:v>-88.300761753474703</c:v>
                </c:pt>
                <c:pt idx="6609">
                  <c:v>-86.782792675488395</c:v>
                </c:pt>
                <c:pt idx="6610">
                  <c:v>-88.534824570314896</c:v>
                </c:pt>
                <c:pt idx="6611">
                  <c:v>-86.2975482385487</c:v>
                </c:pt>
                <c:pt idx="6612">
                  <c:v>-85.686940230186394</c:v>
                </c:pt>
                <c:pt idx="6613">
                  <c:v>-86.350583907556</c:v>
                </c:pt>
                <c:pt idx="6614">
                  <c:v>-87.113806584697898</c:v>
                </c:pt>
                <c:pt idx="6615">
                  <c:v>-85.201261408340002</c:v>
                </c:pt>
                <c:pt idx="6616">
                  <c:v>-85.843880573737493</c:v>
                </c:pt>
                <c:pt idx="6617">
                  <c:v>-87.253408711376693</c:v>
                </c:pt>
                <c:pt idx="6618">
                  <c:v>-84.621212563705996</c:v>
                </c:pt>
                <c:pt idx="6619">
                  <c:v>-83.279743439963994</c:v>
                </c:pt>
                <c:pt idx="6620">
                  <c:v>-85.035196731613794</c:v>
                </c:pt>
                <c:pt idx="6621">
                  <c:v>-82.155050299104104</c:v>
                </c:pt>
                <c:pt idx="6622">
                  <c:v>-83.932952624191202</c:v>
                </c:pt>
                <c:pt idx="6623">
                  <c:v>-83.361717135156297</c:v>
                </c:pt>
                <c:pt idx="6624">
                  <c:v>-83.381929333496103</c:v>
                </c:pt>
                <c:pt idx="6625">
                  <c:v>-82.051665482824504</c:v>
                </c:pt>
                <c:pt idx="6626">
                  <c:v>-81.258542695243094</c:v>
                </c:pt>
                <c:pt idx="6627">
                  <c:v>-82.435799917892197</c:v>
                </c:pt>
                <c:pt idx="6628">
                  <c:v>-82.059980687514198</c:v>
                </c:pt>
                <c:pt idx="6629">
                  <c:v>-81.687314267838104</c:v>
                </c:pt>
                <c:pt idx="6630">
                  <c:v>-79.150081807820698</c:v>
                </c:pt>
                <c:pt idx="6631">
                  <c:v>-80.250945585221302</c:v>
                </c:pt>
                <c:pt idx="6632">
                  <c:v>-80.055403235206697</c:v>
                </c:pt>
                <c:pt idx="6633">
                  <c:v>-79.171715461481298</c:v>
                </c:pt>
                <c:pt idx="6634">
                  <c:v>-76.596917190046597</c:v>
                </c:pt>
                <c:pt idx="6635">
                  <c:v>-78.1669157816563</c:v>
                </c:pt>
                <c:pt idx="6636">
                  <c:v>-75.352333982952203</c:v>
                </c:pt>
                <c:pt idx="6637">
                  <c:v>-78.165425469485101</c:v>
                </c:pt>
                <c:pt idx="6638">
                  <c:v>-75.6517063795105</c:v>
                </c:pt>
                <c:pt idx="6639">
                  <c:v>-78.424154868685903</c:v>
                </c:pt>
                <c:pt idx="6640">
                  <c:v>-76.393191719673595</c:v>
                </c:pt>
                <c:pt idx="6641">
                  <c:v>-75.142661210444999</c:v>
                </c:pt>
                <c:pt idx="6642">
                  <c:v>-75.657965752725502</c:v>
                </c:pt>
                <c:pt idx="6643">
                  <c:v>-73.847055663984406</c:v>
                </c:pt>
                <c:pt idx="6644">
                  <c:v>-73.744729674166905</c:v>
                </c:pt>
                <c:pt idx="6645">
                  <c:v>-69.578038519999893</c:v>
                </c:pt>
                <c:pt idx="6646">
                  <c:v>-72.566156220748894</c:v>
                </c:pt>
                <c:pt idx="6647">
                  <c:v>-70.104440842615801</c:v>
                </c:pt>
                <c:pt idx="6648">
                  <c:v>-69.737508215235195</c:v>
                </c:pt>
                <c:pt idx="6649">
                  <c:v>-67.602353297986298</c:v>
                </c:pt>
                <c:pt idx="6650">
                  <c:v>-68.275160697643898</c:v>
                </c:pt>
                <c:pt idx="6651">
                  <c:v>-67.964211174416604</c:v>
                </c:pt>
                <c:pt idx="6652">
                  <c:v>-66.952012615449107</c:v>
                </c:pt>
                <c:pt idx="6653">
                  <c:v>-67.314067773631905</c:v>
                </c:pt>
                <c:pt idx="6654">
                  <c:v>-68.360670264834695</c:v>
                </c:pt>
                <c:pt idx="6655">
                  <c:v>-64.175677072102104</c:v>
                </c:pt>
                <c:pt idx="6656">
                  <c:v>-67.484914552430595</c:v>
                </c:pt>
                <c:pt idx="6657">
                  <c:v>-67.375782190981397</c:v>
                </c:pt>
                <c:pt idx="6658">
                  <c:v>-66.233743881087705</c:v>
                </c:pt>
                <c:pt idx="6659">
                  <c:v>-64.164333174813095</c:v>
                </c:pt>
                <c:pt idx="6660">
                  <c:v>-63.651556237429602</c:v>
                </c:pt>
                <c:pt idx="6661">
                  <c:v>-64.2468581371011</c:v>
                </c:pt>
                <c:pt idx="6662">
                  <c:v>-64.827697584182701</c:v>
                </c:pt>
                <c:pt idx="6663">
                  <c:v>-63.842872631563999</c:v>
                </c:pt>
                <c:pt idx="6664">
                  <c:v>-62.327751949120497</c:v>
                </c:pt>
                <c:pt idx="6665">
                  <c:v>-63.019096093265802</c:v>
                </c:pt>
                <c:pt idx="6666">
                  <c:v>-61.631251153677297</c:v>
                </c:pt>
                <c:pt idx="6667">
                  <c:v>-61.127988299572102</c:v>
                </c:pt>
                <c:pt idx="6668">
                  <c:v>-63.315856919114999</c:v>
                </c:pt>
                <c:pt idx="6669">
                  <c:v>-62.090364319463298</c:v>
                </c:pt>
                <c:pt idx="6670">
                  <c:v>-59.640099663772098</c:v>
                </c:pt>
                <c:pt idx="6671">
                  <c:v>-59.538567822576503</c:v>
                </c:pt>
                <c:pt idx="6672">
                  <c:v>-58.722573142379801</c:v>
                </c:pt>
                <c:pt idx="6673">
                  <c:v>-60.6797745809586</c:v>
                </c:pt>
                <c:pt idx="6674">
                  <c:v>-59.404329068714603</c:v>
                </c:pt>
                <c:pt idx="6675">
                  <c:v>-59.701863653345399</c:v>
                </c:pt>
                <c:pt idx="6676">
                  <c:v>-61.0108466611387</c:v>
                </c:pt>
                <c:pt idx="6677">
                  <c:v>-60.3080600963685</c:v>
                </c:pt>
                <c:pt idx="6678">
                  <c:v>-61.333502878106501</c:v>
                </c:pt>
                <c:pt idx="6679">
                  <c:v>-60.093724301953301</c:v>
                </c:pt>
                <c:pt idx="6680">
                  <c:v>-60.938336697479997</c:v>
                </c:pt>
                <c:pt idx="6681">
                  <c:v>-61.0108466611387</c:v>
                </c:pt>
                <c:pt idx="6682">
                  <c:v>-57.611295756192298</c:v>
                </c:pt>
                <c:pt idx="6683">
                  <c:v>-59.994011276192801</c:v>
                </c:pt>
                <c:pt idx="6684">
                  <c:v>-61.439894277459501</c:v>
                </c:pt>
                <c:pt idx="6685">
                  <c:v>-59.633532646307003</c:v>
                </c:pt>
                <c:pt idx="6686">
                  <c:v>-59.755222112257499</c:v>
                </c:pt>
                <c:pt idx="6687">
                  <c:v>-60.5724734059173</c:v>
                </c:pt>
                <c:pt idx="6688">
                  <c:v>-58.454803837899497</c:v>
                </c:pt>
                <c:pt idx="6689">
                  <c:v>-57.856651236061403</c:v>
                </c:pt>
                <c:pt idx="6690">
                  <c:v>-59.229001879242503</c:v>
                </c:pt>
                <c:pt idx="6691">
                  <c:v>-57.626119784852499</c:v>
                </c:pt>
                <c:pt idx="6692">
                  <c:v>-59.017674253447403</c:v>
                </c:pt>
                <c:pt idx="6693">
                  <c:v>-57.2363381363187</c:v>
                </c:pt>
                <c:pt idx="6694">
                  <c:v>-58.1458363697053</c:v>
                </c:pt>
                <c:pt idx="6695">
                  <c:v>-58.839832497752198</c:v>
                </c:pt>
                <c:pt idx="6696">
                  <c:v>-58.223343551413301</c:v>
                </c:pt>
                <c:pt idx="6697">
                  <c:v>-58.527140000862403</c:v>
                </c:pt>
                <c:pt idx="6698">
                  <c:v>-57.899014035007603</c:v>
                </c:pt>
                <c:pt idx="6699">
                  <c:v>-57.843186109068398</c:v>
                </c:pt>
                <c:pt idx="6700">
                  <c:v>-58.1857393081278</c:v>
                </c:pt>
                <c:pt idx="6701">
                  <c:v>-58.795640516769303</c:v>
                </c:pt>
                <c:pt idx="6702">
                  <c:v>-57.159951608079297</c:v>
                </c:pt>
                <c:pt idx="6703">
                  <c:v>-55.718746825814101</c:v>
                </c:pt>
                <c:pt idx="6704">
                  <c:v>-57.671236117127002</c:v>
                </c:pt>
                <c:pt idx="6705">
                  <c:v>-56.390758858559799</c:v>
                </c:pt>
                <c:pt idx="6706">
                  <c:v>-56.496309805356297</c:v>
                </c:pt>
                <c:pt idx="6707">
                  <c:v>-55.812240076246503</c:v>
                </c:pt>
                <c:pt idx="6708">
                  <c:v>-54.598104931017303</c:v>
                </c:pt>
                <c:pt idx="6709">
                  <c:v>-53.626677032269498</c:v>
                </c:pt>
                <c:pt idx="6710">
                  <c:v>-55.735244740480802</c:v>
                </c:pt>
                <c:pt idx="6711">
                  <c:v>-51.469051309373803</c:v>
                </c:pt>
                <c:pt idx="6712">
                  <c:v>-50.411688097559001</c:v>
                </c:pt>
                <c:pt idx="6713">
                  <c:v>-49.264278213079699</c:v>
                </c:pt>
                <c:pt idx="6714">
                  <c:v>-48.1121693295947</c:v>
                </c:pt>
                <c:pt idx="6715">
                  <c:v>-46.327537788593503</c:v>
                </c:pt>
                <c:pt idx="6716">
                  <c:v>-46.253193884660597</c:v>
                </c:pt>
                <c:pt idx="6717">
                  <c:v>-43.479211733621497</c:v>
                </c:pt>
                <c:pt idx="6718">
                  <c:v>-42.104765454012202</c:v>
                </c:pt>
                <c:pt idx="6719">
                  <c:v>-38.389093111035798</c:v>
                </c:pt>
                <c:pt idx="6720">
                  <c:v>-36.493774039120503</c:v>
                </c:pt>
                <c:pt idx="6721">
                  <c:v>-33.489576289069198</c:v>
                </c:pt>
                <c:pt idx="6722">
                  <c:v>-27.5546259627776</c:v>
                </c:pt>
                <c:pt idx="6723">
                  <c:v>-26.133219056384899</c:v>
                </c:pt>
                <c:pt idx="6724">
                  <c:v>-25.536826070453401</c:v>
                </c:pt>
                <c:pt idx="6725">
                  <c:v>-23.2120113279802</c:v>
                </c:pt>
                <c:pt idx="6726">
                  <c:v>-18.607081988563401</c:v>
                </c:pt>
                <c:pt idx="6727">
                  <c:v>-16.8717946936532</c:v>
                </c:pt>
                <c:pt idx="6728">
                  <c:v>-17.061467270174401</c:v>
                </c:pt>
                <c:pt idx="6729">
                  <c:v>-7.4629552073483296</c:v>
                </c:pt>
                <c:pt idx="6730">
                  <c:v>-8.0202933779241903</c:v>
                </c:pt>
                <c:pt idx="6731">
                  <c:v>-3.6203092341146998</c:v>
                </c:pt>
                <c:pt idx="6732">
                  <c:v>0.372525503700046</c:v>
                </c:pt>
                <c:pt idx="6733">
                  <c:v>7.9973175620277699</c:v>
                </c:pt>
                <c:pt idx="6734">
                  <c:v>11.397163422307001</c:v>
                </c:pt>
                <c:pt idx="6735">
                  <c:v>11.9573516877001</c:v>
                </c:pt>
                <c:pt idx="6736">
                  <c:v>16.595651462427099</c:v>
                </c:pt>
                <c:pt idx="6737">
                  <c:v>21.146009253301099</c:v>
                </c:pt>
                <c:pt idx="6738">
                  <c:v>28.026526183132901</c:v>
                </c:pt>
                <c:pt idx="6739">
                  <c:v>32.483619478350803</c:v>
                </c:pt>
                <c:pt idx="6740">
                  <c:v>36.181213250842397</c:v>
                </c:pt>
                <c:pt idx="6741">
                  <c:v>45.816537637389402</c:v>
                </c:pt>
                <c:pt idx="6742">
                  <c:v>45.897475544716997</c:v>
                </c:pt>
                <c:pt idx="6743">
                  <c:v>52.241757603726398</c:v>
                </c:pt>
                <c:pt idx="6744">
                  <c:v>62.907982244347899</c:v>
                </c:pt>
                <c:pt idx="6745">
                  <c:v>67.317912078005406</c:v>
                </c:pt>
                <c:pt idx="6746">
                  <c:v>75.120650051016298</c:v>
                </c:pt>
                <c:pt idx="6747">
                  <c:v>83.571906157170005</c:v>
                </c:pt>
                <c:pt idx="6748">
                  <c:v>88.396427124227202</c:v>
                </c:pt>
                <c:pt idx="6749">
                  <c:v>95.002427181758705</c:v>
                </c:pt>
                <c:pt idx="6750">
                  <c:v>99.948222629156305</c:v>
                </c:pt>
                <c:pt idx="6751">
                  <c:v>105.498777696115</c:v>
                </c:pt>
                <c:pt idx="6752">
                  <c:v>122.242778473801</c:v>
                </c:pt>
                <c:pt idx="6753">
                  <c:v>124.42261652110599</c:v>
                </c:pt>
                <c:pt idx="6754">
                  <c:v>135.006153819861</c:v>
                </c:pt>
                <c:pt idx="6755">
                  <c:v>140.51818055491799</c:v>
                </c:pt>
                <c:pt idx="6756">
                  <c:v>149.621716486526</c:v>
                </c:pt>
                <c:pt idx="6757">
                  <c:v>158.76046701563101</c:v>
                </c:pt>
                <c:pt idx="6758">
                  <c:v>162.71491852392501</c:v>
                </c:pt>
                <c:pt idx="6759">
                  <c:v>175.602716878942</c:v>
                </c:pt>
                <c:pt idx="6760">
                  <c:v>184.18936188408199</c:v>
                </c:pt>
                <c:pt idx="6761">
                  <c:v>184.71105749665199</c:v>
                </c:pt>
                <c:pt idx="6762">
                  <c:v>209.33550016874199</c:v>
                </c:pt>
                <c:pt idx="6763">
                  <c:v>224.406871395558</c:v>
                </c:pt>
                <c:pt idx="6764">
                  <c:v>228.14036389538001</c:v>
                </c:pt>
                <c:pt idx="6765">
                  <c:v>236.621108260467</c:v>
                </c:pt>
                <c:pt idx="6766">
                  <c:v>237.91696973038</c:v>
                </c:pt>
                <c:pt idx="6767">
                  <c:v>256.61009894172599</c:v>
                </c:pt>
                <c:pt idx="6768">
                  <c:v>272.703207950501</c:v>
                </c:pt>
                <c:pt idx="6769">
                  <c:v>294.990332060806</c:v>
                </c:pt>
                <c:pt idx="6770">
                  <c:v>307.69293808583097</c:v>
                </c:pt>
                <c:pt idx="6771">
                  <c:v>320.56235455939401</c:v>
                </c:pt>
                <c:pt idx="6772">
                  <c:v>349.32470039235301</c:v>
                </c:pt>
                <c:pt idx="6773">
                  <c:v>367.62058181729799</c:v>
                </c:pt>
                <c:pt idx="6774">
                  <c:v>388.28812780832402</c:v>
                </c:pt>
                <c:pt idx="6775">
                  <c:v>398.618657464617</c:v>
                </c:pt>
                <c:pt idx="6776">
                  <c:v>413.90729345800798</c:v>
                </c:pt>
                <c:pt idx="6777">
                  <c:v>489.191806944772</c:v>
                </c:pt>
                <c:pt idx="6778">
                  <c:v>493.99942718019298</c:v>
                </c:pt>
                <c:pt idx="6779">
                  <c:v>498.47260508489802</c:v>
                </c:pt>
                <c:pt idx="6780">
                  <c:v>498.327268411229</c:v>
                </c:pt>
                <c:pt idx="6781">
                  <c:v>496.30184181195</c:v>
                </c:pt>
                <c:pt idx="6782">
                  <c:v>493.88411183474398</c:v>
                </c:pt>
                <c:pt idx="6783">
                  <c:v>496.39030674318099</c:v>
                </c:pt>
                <c:pt idx="6784">
                  <c:v>494.07717372531499</c:v>
                </c:pt>
                <c:pt idx="6785">
                  <c:v>498.61991912827602</c:v>
                </c:pt>
                <c:pt idx="6786">
                  <c:v>480.48088155139902</c:v>
                </c:pt>
                <c:pt idx="6787">
                  <c:v>485.02534197461301</c:v>
                </c:pt>
                <c:pt idx="6788">
                  <c:v>480.54963245194102</c:v>
                </c:pt>
                <c:pt idx="6789">
                  <c:v>494.23479685788999</c:v>
                </c:pt>
                <c:pt idx="6790">
                  <c:v>485.109096069168</c:v>
                </c:pt>
                <c:pt idx="6791">
                  <c:v>485.05307137078302</c:v>
                </c:pt>
                <c:pt idx="6792">
                  <c:v>480.56722527497499</c:v>
                </c:pt>
                <c:pt idx="6793">
                  <c:v>480.56302148061798</c:v>
                </c:pt>
                <c:pt idx="6794">
                  <c:v>485.09501855582198</c:v>
                </c:pt>
                <c:pt idx="6795">
                  <c:v>485.02534197461301</c:v>
                </c:pt>
                <c:pt idx="6796">
                  <c:v>476.11774677207899</c:v>
                </c:pt>
                <c:pt idx="6797">
                  <c:v>473.899698322392</c:v>
                </c:pt>
                <c:pt idx="6798">
                  <c:v>482.788242141382</c:v>
                </c:pt>
                <c:pt idx="6799">
                  <c:v>485.08098876285999</c:v>
                </c:pt>
                <c:pt idx="6800">
                  <c:v>485.05307137078302</c:v>
                </c:pt>
                <c:pt idx="6801">
                  <c:v>485.13739523422203</c:v>
                </c:pt>
                <c:pt idx="6802">
                  <c:v>478.32799484343701</c:v>
                </c:pt>
                <c:pt idx="6803">
                  <c:v>485.05307137078302</c:v>
                </c:pt>
                <c:pt idx="6804">
                  <c:v>482.05620399712598</c:v>
                </c:pt>
                <c:pt idx="6805">
                  <c:v>471.70265636402399</c:v>
                </c:pt>
                <c:pt idx="6806">
                  <c:v>485.109096069168</c:v>
                </c:pt>
                <c:pt idx="6807">
                  <c:v>471.66832895231698</c:v>
                </c:pt>
                <c:pt idx="6808">
                  <c:v>471.74772054326797</c:v>
                </c:pt>
                <c:pt idx="6809">
                  <c:v>471.70265636402399</c:v>
                </c:pt>
                <c:pt idx="6810">
                  <c:v>484.99779868177302</c:v>
                </c:pt>
                <c:pt idx="6811">
                  <c:v>485.109096069168</c:v>
                </c:pt>
                <c:pt idx="6812">
                  <c:v>471.70265636402399</c:v>
                </c:pt>
                <c:pt idx="6813">
                  <c:v>485.109096069168</c:v>
                </c:pt>
                <c:pt idx="6814">
                  <c:v>485.16588822917402</c:v>
                </c:pt>
                <c:pt idx="6815">
                  <c:v>485.05307137078302</c:v>
                </c:pt>
                <c:pt idx="6816">
                  <c:v>485.07166195918597</c:v>
                </c:pt>
                <c:pt idx="6817">
                  <c:v>485.109096069168</c:v>
                </c:pt>
                <c:pt idx="6818">
                  <c:v>480.554642105288</c:v>
                </c:pt>
                <c:pt idx="6819">
                  <c:v>485.07166195918597</c:v>
                </c:pt>
                <c:pt idx="6820">
                  <c:v>482.87790605368798</c:v>
                </c:pt>
                <c:pt idx="6821">
                  <c:v>489.78919014239602</c:v>
                </c:pt>
                <c:pt idx="6822">
                  <c:v>482.83681815304197</c:v>
                </c:pt>
                <c:pt idx="6823">
                  <c:v>482.87790605368798</c:v>
                </c:pt>
                <c:pt idx="6824">
                  <c:v>489.74461368386</c:v>
                </c:pt>
                <c:pt idx="6825">
                  <c:v>480.54630013788397</c:v>
                </c:pt>
                <c:pt idx="6826">
                  <c:v>485.09501855582198</c:v>
                </c:pt>
                <c:pt idx="6827">
                  <c:v>480.554642105288</c:v>
                </c:pt>
                <c:pt idx="6828">
                  <c:v>480.554642105288</c:v>
                </c:pt>
                <c:pt idx="6829">
                  <c:v>483.579417414663</c:v>
                </c:pt>
                <c:pt idx="6830">
                  <c:v>480.57566123575498</c:v>
                </c:pt>
                <c:pt idx="6831">
                  <c:v>482.796283624794</c:v>
                </c:pt>
                <c:pt idx="6832">
                  <c:v>489.61270375553698</c:v>
                </c:pt>
                <c:pt idx="6833">
                  <c:v>485.02534197461301</c:v>
                </c:pt>
                <c:pt idx="6834">
                  <c:v>476.11148552880297</c:v>
                </c:pt>
                <c:pt idx="6835">
                  <c:v>480.59264754322402</c:v>
                </c:pt>
                <c:pt idx="6836">
                  <c:v>483.59253049166301</c:v>
                </c:pt>
                <c:pt idx="6837">
                  <c:v>485.08098876285999</c:v>
                </c:pt>
                <c:pt idx="6838">
                  <c:v>485.05307137078302</c:v>
                </c:pt>
                <c:pt idx="6839">
                  <c:v>485.05307137078302</c:v>
                </c:pt>
                <c:pt idx="6840">
                  <c:v>483.59253049166301</c:v>
                </c:pt>
                <c:pt idx="6841">
                  <c:v>482.07264363087802</c:v>
                </c:pt>
                <c:pt idx="6842">
                  <c:v>485.14687126443403</c:v>
                </c:pt>
                <c:pt idx="6843">
                  <c:v>482.04739441760501</c:v>
                </c:pt>
                <c:pt idx="6844">
                  <c:v>485.05307137078302</c:v>
                </c:pt>
                <c:pt idx="6845">
                  <c:v>485.12039260235701</c:v>
                </c:pt>
                <c:pt idx="6846">
                  <c:v>480.58838658742798</c:v>
                </c:pt>
                <c:pt idx="6847">
                  <c:v>483.519745283605</c:v>
                </c:pt>
                <c:pt idx="6848">
                  <c:v>482.80973434001697</c:v>
                </c:pt>
                <c:pt idx="6849">
                  <c:v>480.52972742930802</c:v>
                </c:pt>
                <c:pt idx="6850">
                  <c:v>482.796283624794</c:v>
                </c:pt>
                <c:pt idx="6851">
                  <c:v>480.57989346607798</c:v>
                </c:pt>
                <c:pt idx="6852">
                  <c:v>485.08098876285999</c:v>
                </c:pt>
                <c:pt idx="6853">
                  <c:v>482.830024273307</c:v>
                </c:pt>
                <c:pt idx="6854">
                  <c:v>476.11148552880297</c:v>
                </c:pt>
                <c:pt idx="6855">
                  <c:v>482.100700854053</c:v>
                </c:pt>
                <c:pt idx="6856">
                  <c:v>485.109096069168</c:v>
                </c:pt>
                <c:pt idx="6857">
                  <c:v>482.86414790307498</c:v>
                </c:pt>
                <c:pt idx="6858">
                  <c:v>483.546855729078</c:v>
                </c:pt>
                <c:pt idx="6859">
                  <c:v>485.03456433558699</c:v>
                </c:pt>
                <c:pt idx="6860">
                  <c:v>485.07166195918597</c:v>
                </c:pt>
                <c:pt idx="6861">
                  <c:v>482.85045207703899</c:v>
                </c:pt>
                <c:pt idx="6862">
                  <c:v>485.109096069168</c:v>
                </c:pt>
                <c:pt idx="6863">
                  <c:v>485.03456433558699</c:v>
                </c:pt>
                <c:pt idx="6864">
                  <c:v>482.82324571235398</c:v>
                </c:pt>
                <c:pt idx="6865">
                  <c:v>485.109096069168</c:v>
                </c:pt>
                <c:pt idx="6866">
                  <c:v>483.56201206921497</c:v>
                </c:pt>
                <c:pt idx="6867">
                  <c:v>494.175351956356</c:v>
                </c:pt>
                <c:pt idx="6868">
                  <c:v>486.58261955293301</c:v>
                </c:pt>
                <c:pt idx="6869">
                  <c:v>480.59264754322402</c:v>
                </c:pt>
                <c:pt idx="6870">
                  <c:v>482.796283624794</c:v>
                </c:pt>
                <c:pt idx="6871">
                  <c:v>482.81937910684701</c:v>
                </c:pt>
                <c:pt idx="6872">
                  <c:v>482.80636599058897</c:v>
                </c:pt>
                <c:pt idx="6873">
                  <c:v>485.109096069168</c:v>
                </c:pt>
                <c:pt idx="6874">
                  <c:v>480.52972742930802</c:v>
                </c:pt>
                <c:pt idx="6875">
                  <c:v>480.554642105288</c:v>
                </c:pt>
                <c:pt idx="6876">
                  <c:v>483.53176735459198</c:v>
                </c:pt>
                <c:pt idx="6877">
                  <c:v>482.06504330526298</c:v>
                </c:pt>
                <c:pt idx="6878">
                  <c:v>485.109096069168</c:v>
                </c:pt>
                <c:pt idx="6879">
                  <c:v>482.796283624794</c:v>
                </c:pt>
                <c:pt idx="6880">
                  <c:v>482.75629136448299</c:v>
                </c:pt>
                <c:pt idx="6881">
                  <c:v>485.16588822917402</c:v>
                </c:pt>
                <c:pt idx="6882">
                  <c:v>485.06235618551</c:v>
                </c:pt>
                <c:pt idx="6883">
                  <c:v>485.127940740442</c:v>
                </c:pt>
                <c:pt idx="6884">
                  <c:v>485.109096069168</c:v>
                </c:pt>
                <c:pt idx="6885">
                  <c:v>482.80434679797901</c:v>
                </c:pt>
                <c:pt idx="6886">
                  <c:v>482.83681815304197</c:v>
                </c:pt>
                <c:pt idx="6887">
                  <c:v>483.55594134791801</c:v>
                </c:pt>
                <c:pt idx="6888">
                  <c:v>485.109096069168</c:v>
                </c:pt>
                <c:pt idx="6889">
                  <c:v>482.100700854053</c:v>
                </c:pt>
                <c:pt idx="6890">
                  <c:v>485.05307137078302</c:v>
                </c:pt>
                <c:pt idx="6891">
                  <c:v>480.56722527497499</c:v>
                </c:pt>
                <c:pt idx="6892">
                  <c:v>489.65011680538299</c:v>
                </c:pt>
                <c:pt idx="6893">
                  <c:v>483.61560117196899</c:v>
                </c:pt>
                <c:pt idx="6894">
                  <c:v>482.100700854053</c:v>
                </c:pt>
                <c:pt idx="6895">
                  <c:v>482.83681815304197</c:v>
                </c:pt>
                <c:pt idx="6896">
                  <c:v>485.09033666789901</c:v>
                </c:pt>
                <c:pt idx="6897">
                  <c:v>485.109096069168</c:v>
                </c:pt>
                <c:pt idx="6898">
                  <c:v>485.02534197461301</c:v>
                </c:pt>
                <c:pt idx="6899">
                  <c:v>482.84499110272901</c:v>
                </c:pt>
                <c:pt idx="6900">
                  <c:v>476.11619189666601</c:v>
                </c:pt>
                <c:pt idx="6901">
                  <c:v>487.39688441475499</c:v>
                </c:pt>
                <c:pt idx="6902">
                  <c:v>480.52972742930802</c:v>
                </c:pt>
                <c:pt idx="6903">
                  <c:v>485.099705745996</c:v>
                </c:pt>
                <c:pt idx="6904">
                  <c:v>467.31024792645201</c:v>
                </c:pt>
                <c:pt idx="6905">
                  <c:v>483.61560117196899</c:v>
                </c:pt>
                <c:pt idx="6906">
                  <c:v>485.03456433558699</c:v>
                </c:pt>
                <c:pt idx="6907">
                  <c:v>476.10910857533599</c:v>
                </c:pt>
                <c:pt idx="6908">
                  <c:v>486.63255512657003</c:v>
                </c:pt>
                <c:pt idx="6909">
                  <c:v>485.05307137078302</c:v>
                </c:pt>
                <c:pt idx="6910">
                  <c:v>485.13739523422203</c:v>
                </c:pt>
                <c:pt idx="6911">
                  <c:v>480.564701866787</c:v>
                </c:pt>
                <c:pt idx="6912">
                  <c:v>482.81648241843101</c:v>
                </c:pt>
                <c:pt idx="6913">
                  <c:v>485.05307137078302</c:v>
                </c:pt>
                <c:pt idx="6914">
                  <c:v>482.81648241843101</c:v>
                </c:pt>
                <c:pt idx="6915">
                  <c:v>480.554642105288</c:v>
                </c:pt>
                <c:pt idx="6916">
                  <c:v>478.333063817045</c:v>
                </c:pt>
                <c:pt idx="6917">
                  <c:v>485.08659496913799</c:v>
                </c:pt>
                <c:pt idx="6918">
                  <c:v>482.82518088393601</c:v>
                </c:pt>
                <c:pt idx="6919">
                  <c:v>478.34330451372603</c:v>
                </c:pt>
                <c:pt idx="6920">
                  <c:v>482.07095276764699</c:v>
                </c:pt>
                <c:pt idx="6921">
                  <c:v>480.57989346607798</c:v>
                </c:pt>
                <c:pt idx="6922">
                  <c:v>485.109096069168</c:v>
                </c:pt>
                <c:pt idx="6923">
                  <c:v>485.02534197461301</c:v>
                </c:pt>
                <c:pt idx="6924">
                  <c:v>480.54838213644899</c:v>
                </c:pt>
                <c:pt idx="6925">
                  <c:v>483.60404622500602</c:v>
                </c:pt>
                <c:pt idx="6926">
                  <c:v>483.57418638575098</c:v>
                </c:pt>
                <c:pt idx="6927">
                  <c:v>473.92183387391998</c:v>
                </c:pt>
                <c:pt idx="6928">
                  <c:v>480.554642105288</c:v>
                </c:pt>
                <c:pt idx="6929">
                  <c:v>485.02534197461301</c:v>
                </c:pt>
                <c:pt idx="6930">
                  <c:v>484.99779868177302</c:v>
                </c:pt>
                <c:pt idx="6931">
                  <c:v>482.78480240940002</c:v>
                </c:pt>
                <c:pt idx="6932">
                  <c:v>485.12039260235701</c:v>
                </c:pt>
                <c:pt idx="6933">
                  <c:v>485.03456433558699</c:v>
                </c:pt>
                <c:pt idx="6934">
                  <c:v>476.11148552880297</c:v>
                </c:pt>
                <c:pt idx="6935">
                  <c:v>489.61270375553698</c:v>
                </c:pt>
                <c:pt idx="6936">
                  <c:v>485.02534197461301</c:v>
                </c:pt>
                <c:pt idx="6937">
                  <c:v>482.78289315913599</c:v>
                </c:pt>
                <c:pt idx="6938">
                  <c:v>485.02534197461301</c:v>
                </c:pt>
                <c:pt idx="6939">
                  <c:v>482.76956253913397</c:v>
                </c:pt>
                <c:pt idx="6940">
                  <c:v>480.57354868908402</c:v>
                </c:pt>
                <c:pt idx="6941">
                  <c:v>494.23479685788999</c:v>
                </c:pt>
                <c:pt idx="6942">
                  <c:v>480.56722527497499</c:v>
                </c:pt>
                <c:pt idx="6943">
                  <c:v>485.13739523422203</c:v>
                </c:pt>
                <c:pt idx="6944">
                  <c:v>482.11871196818601</c:v>
                </c:pt>
                <c:pt idx="6945">
                  <c:v>489.65637359528898</c:v>
                </c:pt>
                <c:pt idx="6946">
                  <c:v>482.83681815304197</c:v>
                </c:pt>
                <c:pt idx="6947">
                  <c:v>485.13739523422203</c:v>
                </c:pt>
                <c:pt idx="6948">
                  <c:v>482.796283624794</c:v>
                </c:pt>
                <c:pt idx="6949">
                  <c:v>482.75629136448299</c:v>
                </c:pt>
                <c:pt idx="6950">
                  <c:v>480.554642105288</c:v>
                </c:pt>
                <c:pt idx="6951">
                  <c:v>482.82663308122301</c:v>
                </c:pt>
                <c:pt idx="6952">
                  <c:v>483.59253049166301</c:v>
                </c:pt>
                <c:pt idx="6953">
                  <c:v>482.11871196818601</c:v>
                </c:pt>
                <c:pt idx="6954">
                  <c:v>494.415599862904</c:v>
                </c:pt>
                <c:pt idx="6955">
                  <c:v>485.02534197461301</c:v>
                </c:pt>
                <c:pt idx="6956">
                  <c:v>480.56722527497499</c:v>
                </c:pt>
                <c:pt idx="6957">
                  <c:v>480.56092311603902</c:v>
                </c:pt>
                <c:pt idx="6958">
                  <c:v>482.11871196818601</c:v>
                </c:pt>
                <c:pt idx="6959">
                  <c:v>489.61270375553698</c:v>
                </c:pt>
                <c:pt idx="6960">
                  <c:v>482.05326417485401</c:v>
                </c:pt>
                <c:pt idx="6961">
                  <c:v>485.077877487237</c:v>
                </c:pt>
                <c:pt idx="6962">
                  <c:v>485.03456433558699</c:v>
                </c:pt>
              </c:numCache>
            </c:numRef>
          </c:xVal>
          <c:yVal>
            <c:numRef>
              <c:f>'Position_measurement12_30_20-05'!$E$1:$E$6963</c:f>
              <c:numCache>
                <c:formatCode>General</c:formatCode>
                <c:ptCount val="6963"/>
                <c:pt idx="0">
                  <c:v>0</c:v>
                </c:pt>
                <c:pt idx="1">
                  <c:v>2.30873784644545</c:v>
                </c:pt>
                <c:pt idx="2">
                  <c:v>4.7244604491168154</c:v>
                </c:pt>
                <c:pt idx="3">
                  <c:v>9.1587109573441747</c:v>
                </c:pt>
                <c:pt idx="4">
                  <c:v>8.6607963319649954</c:v>
                </c:pt>
                <c:pt idx="5">
                  <c:v>6.7117738442272854</c:v>
                </c:pt>
                <c:pt idx="6">
                  <c:v>6.3330817236358152</c:v>
                </c:pt>
                <c:pt idx="7">
                  <c:v>6.4945777976231742</c:v>
                </c:pt>
                <c:pt idx="8">
                  <c:v>4.3885668967736677</c:v>
                </c:pt>
                <c:pt idx="9">
                  <c:v>5.7842156555065518</c:v>
                </c:pt>
                <c:pt idx="10">
                  <c:v>6.3780986625642875</c:v>
                </c:pt>
                <c:pt idx="11">
                  <c:v>6.4722398097300262</c:v>
                </c:pt>
                <c:pt idx="12">
                  <c:v>4.8916973511677506</c:v>
                </c:pt>
                <c:pt idx="13">
                  <c:v>6.9012467088825353</c:v>
                </c:pt>
                <c:pt idx="14">
                  <c:v>10.580425710627852</c:v>
                </c:pt>
                <c:pt idx="15">
                  <c:v>11.135931774007098</c:v>
                </c:pt>
                <c:pt idx="16">
                  <c:v>11.930545997466758</c:v>
                </c:pt>
                <c:pt idx="17">
                  <c:v>18.078805604335503</c:v>
                </c:pt>
                <c:pt idx="18">
                  <c:v>17.443229616510344</c:v>
                </c:pt>
                <c:pt idx="19">
                  <c:v>18.049848302831499</c:v>
                </c:pt>
                <c:pt idx="20">
                  <c:v>11.417778520632169</c:v>
                </c:pt>
                <c:pt idx="21">
                  <c:v>9.2950632486438867</c:v>
                </c:pt>
                <c:pt idx="22">
                  <c:v>9.7268568957613581</c:v>
                </c:pt>
                <c:pt idx="23">
                  <c:v>15.733103110415865</c:v>
                </c:pt>
                <c:pt idx="24">
                  <c:v>11.141073341697307</c:v>
                </c:pt>
                <c:pt idx="25">
                  <c:v>12.525685100359137</c:v>
                </c:pt>
                <c:pt idx="26">
                  <c:v>12.621811776170413</c:v>
                </c:pt>
                <c:pt idx="27">
                  <c:v>12.772503185027901</c:v>
                </c:pt>
                <c:pt idx="28">
                  <c:v>14.994086487171671</c:v>
                </c:pt>
                <c:pt idx="29">
                  <c:v>9.440750349344885</c:v>
                </c:pt>
                <c:pt idx="30">
                  <c:v>12.329896820881295</c:v>
                </c:pt>
                <c:pt idx="31">
                  <c:v>14.039558069022025</c:v>
                </c:pt>
                <c:pt idx="32">
                  <c:v>13.327565197795296</c:v>
                </c:pt>
                <c:pt idx="33">
                  <c:v>16.423757856246908</c:v>
                </c:pt>
                <c:pt idx="34">
                  <c:v>10.024469562341189</c:v>
                </c:pt>
                <c:pt idx="35">
                  <c:v>12.855244112577971</c:v>
                </c:pt>
                <c:pt idx="36">
                  <c:v>6.2287350626828841</c:v>
                </c:pt>
                <c:pt idx="37">
                  <c:v>4.0041891581578257</c:v>
                </c:pt>
                <c:pt idx="38">
                  <c:v>4.5357717438307272</c:v>
                </c:pt>
                <c:pt idx="39">
                  <c:v>1.3230543028356245</c:v>
                </c:pt>
                <c:pt idx="40">
                  <c:v>2.6939028592266823</c:v>
                </c:pt>
                <c:pt idx="41">
                  <c:v>8.2748150633307631</c:v>
                </c:pt>
                <c:pt idx="42">
                  <c:v>10.983296231994476</c:v>
                </c:pt>
                <c:pt idx="43">
                  <c:v>6.2617725313655086</c:v>
                </c:pt>
                <c:pt idx="44">
                  <c:v>3.5267691955482077</c:v>
                </c:pt>
                <c:pt idx="45">
                  <c:v>8.3499782903764874</c:v>
                </c:pt>
                <c:pt idx="46">
                  <c:v>8.6872850339472283</c:v>
                </c:pt>
                <c:pt idx="47">
                  <c:v>10.888210569045496</c:v>
                </c:pt>
                <c:pt idx="48">
                  <c:v>12.298108604972416</c:v>
                </c:pt>
                <c:pt idx="49">
                  <c:v>11.800248757897524</c:v>
                </c:pt>
                <c:pt idx="50">
                  <c:v>11.264210806830549</c:v>
                </c:pt>
                <c:pt idx="51">
                  <c:v>13.971011232618395</c:v>
                </c:pt>
                <c:pt idx="52">
                  <c:v>6.8056122620291148</c:v>
                </c:pt>
                <c:pt idx="53">
                  <c:v>8.801234872899963</c:v>
                </c:pt>
                <c:pt idx="54">
                  <c:v>17.724127990919456</c:v>
                </c:pt>
                <c:pt idx="55">
                  <c:v>19.190821280047572</c:v>
                </c:pt>
                <c:pt idx="56">
                  <c:v>20.066312784701097</c:v>
                </c:pt>
                <c:pt idx="57">
                  <c:v>20.336771843784796</c:v>
                </c:pt>
                <c:pt idx="58">
                  <c:v>23.928362264192625</c:v>
                </c:pt>
                <c:pt idx="59">
                  <c:v>22.863461985971401</c:v>
                </c:pt>
                <c:pt idx="60">
                  <c:v>21.455752542248138</c:v>
                </c:pt>
                <c:pt idx="61">
                  <c:v>21.144682736433577</c:v>
                </c:pt>
                <c:pt idx="62">
                  <c:v>28.283822316018131</c:v>
                </c:pt>
                <c:pt idx="63">
                  <c:v>22.47996218282972</c:v>
                </c:pt>
                <c:pt idx="64">
                  <c:v>16.501007872509518</c:v>
                </c:pt>
                <c:pt idx="65">
                  <c:v>14.048594566674801</c:v>
                </c:pt>
                <c:pt idx="66">
                  <c:v>16.476956616478223</c:v>
                </c:pt>
                <c:pt idx="67">
                  <c:v>16.001565527438792</c:v>
                </c:pt>
                <c:pt idx="68">
                  <c:v>15.573713547303393</c:v>
                </c:pt>
                <c:pt idx="69">
                  <c:v>15.850847640983304</c:v>
                </c:pt>
                <c:pt idx="70">
                  <c:v>14.032057374089373</c:v>
                </c:pt>
                <c:pt idx="71">
                  <c:v>16.908717389425327</c:v>
                </c:pt>
                <c:pt idx="72">
                  <c:v>19.385965169224665</c:v>
                </c:pt>
                <c:pt idx="73">
                  <c:v>13.024924799866177</c:v>
                </c:pt>
                <c:pt idx="74">
                  <c:v>16.286999679910572</c:v>
                </c:pt>
                <c:pt idx="75">
                  <c:v>21.960758836288367</c:v>
                </c:pt>
                <c:pt idx="76">
                  <c:v>18.308129831572341</c:v>
                </c:pt>
                <c:pt idx="77">
                  <c:v>16.55040132743807</c:v>
                </c:pt>
                <c:pt idx="78">
                  <c:v>18.728582701165163</c:v>
                </c:pt>
                <c:pt idx="79">
                  <c:v>19.152953562697427</c:v>
                </c:pt>
                <c:pt idx="80">
                  <c:v>23.764445934293164</c:v>
                </c:pt>
                <c:pt idx="81">
                  <c:v>20.454682863274574</c:v>
                </c:pt>
                <c:pt idx="82">
                  <c:v>20.464900479825509</c:v>
                </c:pt>
                <c:pt idx="83">
                  <c:v>22.738925272483996</c:v>
                </c:pt>
                <c:pt idx="84">
                  <c:v>21.196983758657765</c:v>
                </c:pt>
                <c:pt idx="85">
                  <c:v>25.604073110657467</c:v>
                </c:pt>
                <c:pt idx="86">
                  <c:v>27.472614977822861</c:v>
                </c:pt>
                <c:pt idx="87">
                  <c:v>25.193518678460258</c:v>
                </c:pt>
                <c:pt idx="88">
                  <c:v>23.846471383222621</c:v>
                </c:pt>
                <c:pt idx="89">
                  <c:v>24.34100121836974</c:v>
                </c:pt>
                <c:pt idx="90">
                  <c:v>21.848451180795458</c:v>
                </c:pt>
                <c:pt idx="91">
                  <c:v>19.956091326546989</c:v>
                </c:pt>
                <c:pt idx="92">
                  <c:v>18.412670632584081</c:v>
                </c:pt>
                <c:pt idx="93">
                  <c:v>21.896981615862195</c:v>
                </c:pt>
                <c:pt idx="94">
                  <c:v>22.649934384504839</c:v>
                </c:pt>
                <c:pt idx="95">
                  <c:v>24.888469771742486</c:v>
                </c:pt>
                <c:pt idx="96">
                  <c:v>28.324987976063689</c:v>
                </c:pt>
                <c:pt idx="97">
                  <c:v>33.00696804172518</c:v>
                </c:pt>
                <c:pt idx="98">
                  <c:v>29.964988139916382</c:v>
                </c:pt>
                <c:pt idx="99">
                  <c:v>28.434857494997772</c:v>
                </c:pt>
                <c:pt idx="100">
                  <c:v>27.141830891029645</c:v>
                </c:pt>
                <c:pt idx="101">
                  <c:v>23.625335283342913</c:v>
                </c:pt>
                <c:pt idx="102">
                  <c:v>23.539892092562432</c:v>
                </c:pt>
                <c:pt idx="103">
                  <c:v>26.939733725242181</c:v>
                </c:pt>
                <c:pt idx="104">
                  <c:v>23.661966828129362</c:v>
                </c:pt>
                <c:pt idx="105">
                  <c:v>24.460724841913184</c:v>
                </c:pt>
                <c:pt idx="106">
                  <c:v>25.580322801372873</c:v>
                </c:pt>
                <c:pt idx="107">
                  <c:v>24.194595093843976</c:v>
                </c:pt>
                <c:pt idx="108">
                  <c:v>25.417215909351349</c:v>
                </c:pt>
                <c:pt idx="109">
                  <c:v>25.310868000007254</c:v>
                </c:pt>
                <c:pt idx="110">
                  <c:v>23.805202441361597</c:v>
                </c:pt>
                <c:pt idx="111">
                  <c:v>24.367333127454206</c:v>
                </c:pt>
                <c:pt idx="112">
                  <c:v>27.256177861245305</c:v>
                </c:pt>
                <c:pt idx="113">
                  <c:v>27.177156462436866</c:v>
                </c:pt>
                <c:pt idx="114">
                  <c:v>24.576387765697653</c:v>
                </c:pt>
                <c:pt idx="115">
                  <c:v>22.850700002550056</c:v>
                </c:pt>
                <c:pt idx="116">
                  <c:v>22.179178636737081</c:v>
                </c:pt>
                <c:pt idx="117">
                  <c:v>23.126215469660131</c:v>
                </c:pt>
                <c:pt idx="118">
                  <c:v>22.869279825572509</c:v>
                </c:pt>
                <c:pt idx="119">
                  <c:v>21.377156089366199</c:v>
                </c:pt>
                <c:pt idx="120">
                  <c:v>15.773090185503319</c:v>
                </c:pt>
                <c:pt idx="121">
                  <c:v>16.362141268384725</c:v>
                </c:pt>
                <c:pt idx="122">
                  <c:v>22.884777161192773</c:v>
                </c:pt>
                <c:pt idx="123">
                  <c:v>24.047404942765095</c:v>
                </c:pt>
                <c:pt idx="124">
                  <c:v>26.146193274176717</c:v>
                </c:pt>
                <c:pt idx="125">
                  <c:v>21.813876021662285</c:v>
                </c:pt>
                <c:pt idx="126">
                  <c:v>21.466993867906307</c:v>
                </c:pt>
                <c:pt idx="127">
                  <c:v>22.351839857177549</c:v>
                </c:pt>
                <c:pt idx="128">
                  <c:v>22.615374964291355</c:v>
                </c:pt>
                <c:pt idx="129">
                  <c:v>23.518792164458791</c:v>
                </c:pt>
                <c:pt idx="130">
                  <c:v>17.687487984008811</c:v>
                </c:pt>
                <c:pt idx="131">
                  <c:v>13.701391617961582</c:v>
                </c:pt>
                <c:pt idx="132">
                  <c:v>8.7943083544558736</c:v>
                </c:pt>
                <c:pt idx="133">
                  <c:v>15.195753434497297</c:v>
                </c:pt>
                <c:pt idx="134">
                  <c:v>12.933439867590169</c:v>
                </c:pt>
                <c:pt idx="135">
                  <c:v>14.138814973662713</c:v>
                </c:pt>
                <c:pt idx="136">
                  <c:v>16.043922968141771</c:v>
                </c:pt>
                <c:pt idx="137">
                  <c:v>17.271114244519396</c:v>
                </c:pt>
                <c:pt idx="138">
                  <c:v>21.455718339204488</c:v>
                </c:pt>
                <c:pt idx="139">
                  <c:v>15.514555831687719</c:v>
                </c:pt>
                <c:pt idx="140">
                  <c:v>14.695051261941115</c:v>
                </c:pt>
                <c:pt idx="141">
                  <c:v>13.957497149169352</c:v>
                </c:pt>
                <c:pt idx="142">
                  <c:v>17.737633448635517</c:v>
                </c:pt>
                <c:pt idx="143">
                  <c:v>19.529540547422975</c:v>
                </c:pt>
                <c:pt idx="144">
                  <c:v>17.956894010563964</c:v>
                </c:pt>
                <c:pt idx="145">
                  <c:v>23.65800740173114</c:v>
                </c:pt>
                <c:pt idx="146">
                  <c:v>25.460326180299898</c:v>
                </c:pt>
                <c:pt idx="147">
                  <c:v>26.301777714337369</c:v>
                </c:pt>
                <c:pt idx="148">
                  <c:v>27.772698993051964</c:v>
                </c:pt>
                <c:pt idx="149">
                  <c:v>31.97436099797741</c:v>
                </c:pt>
                <c:pt idx="150">
                  <c:v>29.508875911602019</c:v>
                </c:pt>
                <c:pt idx="151">
                  <c:v>29.50063925067068</c:v>
                </c:pt>
                <c:pt idx="152">
                  <c:v>26.84306058943487</c:v>
                </c:pt>
                <c:pt idx="153">
                  <c:v>26.435844868045102</c:v>
                </c:pt>
                <c:pt idx="154">
                  <c:v>26.734911311469361</c:v>
                </c:pt>
                <c:pt idx="155">
                  <c:v>26.264684131963627</c:v>
                </c:pt>
                <c:pt idx="156">
                  <c:v>22.895477495309866</c:v>
                </c:pt>
                <c:pt idx="157">
                  <c:v>22.809193697420081</c:v>
                </c:pt>
                <c:pt idx="158">
                  <c:v>20.732972742518349</c:v>
                </c:pt>
                <c:pt idx="159">
                  <c:v>24.585040649761964</c:v>
                </c:pt>
                <c:pt idx="160">
                  <c:v>26.257419985553049</c:v>
                </c:pt>
                <c:pt idx="161">
                  <c:v>27.464899493468643</c:v>
                </c:pt>
                <c:pt idx="162">
                  <c:v>24.309589561826172</c:v>
                </c:pt>
                <c:pt idx="163">
                  <c:v>31.631644841381654</c:v>
                </c:pt>
                <c:pt idx="164">
                  <c:v>29.310436423301116</c:v>
                </c:pt>
                <c:pt idx="165">
                  <c:v>23.512056634370587</c:v>
                </c:pt>
                <c:pt idx="166">
                  <c:v>24.99407247740443</c:v>
                </c:pt>
                <c:pt idx="167">
                  <c:v>22.348569871295002</c:v>
                </c:pt>
                <c:pt idx="168">
                  <c:v>24.678280244196511</c:v>
                </c:pt>
                <c:pt idx="169">
                  <c:v>20.318832379071171</c:v>
                </c:pt>
                <c:pt idx="170">
                  <c:v>23.462835155547154</c:v>
                </c:pt>
                <c:pt idx="171">
                  <c:v>29.623148265600094</c:v>
                </c:pt>
                <c:pt idx="172">
                  <c:v>28.362737983922187</c:v>
                </c:pt>
                <c:pt idx="173">
                  <c:v>29.657347586297252</c:v>
                </c:pt>
                <c:pt idx="174">
                  <c:v>27.863917400275916</c:v>
                </c:pt>
                <c:pt idx="175">
                  <c:v>28.242480356845086</c:v>
                </c:pt>
                <c:pt idx="176">
                  <c:v>28.183202503818027</c:v>
                </c:pt>
                <c:pt idx="177">
                  <c:v>28.196465826628025</c:v>
                </c:pt>
                <c:pt idx="178">
                  <c:v>28.827924741656823</c:v>
                </c:pt>
                <c:pt idx="179">
                  <c:v>25.361338742902447</c:v>
                </c:pt>
                <c:pt idx="180">
                  <c:v>25.767855798840973</c:v>
                </c:pt>
                <c:pt idx="181">
                  <c:v>21.734517097869688</c:v>
                </c:pt>
                <c:pt idx="182">
                  <c:v>18.104512266995531</c:v>
                </c:pt>
                <c:pt idx="183">
                  <c:v>11.871617187859957</c:v>
                </c:pt>
                <c:pt idx="184">
                  <c:v>13.035397117046152</c:v>
                </c:pt>
                <c:pt idx="185">
                  <c:v>21.596003281143648</c:v>
                </c:pt>
                <c:pt idx="186">
                  <c:v>21.935122045860844</c:v>
                </c:pt>
                <c:pt idx="187">
                  <c:v>22.77315521733663</c:v>
                </c:pt>
                <c:pt idx="188">
                  <c:v>22.846781343575156</c:v>
                </c:pt>
                <c:pt idx="189">
                  <c:v>25.289522870652398</c:v>
                </c:pt>
                <c:pt idx="190">
                  <c:v>24.414276565079632</c:v>
                </c:pt>
                <c:pt idx="191">
                  <c:v>18.904721122443831</c:v>
                </c:pt>
                <c:pt idx="192">
                  <c:v>24.446251615746668</c:v>
                </c:pt>
                <c:pt idx="193">
                  <c:v>22.419582924527241</c:v>
                </c:pt>
                <c:pt idx="194">
                  <c:v>23.342579328671277</c:v>
                </c:pt>
                <c:pt idx="195">
                  <c:v>25.511850221492281</c:v>
                </c:pt>
                <c:pt idx="196">
                  <c:v>24.132969771951444</c:v>
                </c:pt>
                <c:pt idx="197">
                  <c:v>30.364415332321087</c:v>
                </c:pt>
                <c:pt idx="198">
                  <c:v>34.397445630527727</c:v>
                </c:pt>
                <c:pt idx="199">
                  <c:v>32.350516189428063</c:v>
                </c:pt>
                <c:pt idx="200">
                  <c:v>23.347166723157819</c:v>
                </c:pt>
                <c:pt idx="201">
                  <c:v>29.049993114920575</c:v>
                </c:pt>
                <c:pt idx="202">
                  <c:v>27.537808925381629</c:v>
                </c:pt>
                <c:pt idx="203">
                  <c:v>27.092765879288915</c:v>
                </c:pt>
                <c:pt idx="204">
                  <c:v>32.145581438433254</c:v>
                </c:pt>
                <c:pt idx="205">
                  <c:v>26.605208611459201</c:v>
                </c:pt>
                <c:pt idx="206">
                  <c:v>26.887338680542143</c:v>
                </c:pt>
                <c:pt idx="207">
                  <c:v>24.240364366563927</c:v>
                </c:pt>
                <c:pt idx="208">
                  <c:v>23.711133126942094</c:v>
                </c:pt>
                <c:pt idx="209">
                  <c:v>29.226022496909337</c:v>
                </c:pt>
                <c:pt idx="210">
                  <c:v>25.322482827293339</c:v>
                </c:pt>
                <c:pt idx="211">
                  <c:v>25.732885474792866</c:v>
                </c:pt>
                <c:pt idx="212">
                  <c:v>20.66034784598661</c:v>
                </c:pt>
                <c:pt idx="213">
                  <c:v>23.77019907577105</c:v>
                </c:pt>
                <c:pt idx="214">
                  <c:v>21.978543085585752</c:v>
                </c:pt>
                <c:pt idx="215">
                  <c:v>20.292796107345843</c:v>
                </c:pt>
                <c:pt idx="216">
                  <c:v>26.149519179272708</c:v>
                </c:pt>
                <c:pt idx="217">
                  <c:v>27.559096521231258</c:v>
                </c:pt>
                <c:pt idx="218">
                  <c:v>15.143106193226501</c:v>
                </c:pt>
                <c:pt idx="219">
                  <c:v>16.329190298726612</c:v>
                </c:pt>
                <c:pt idx="220">
                  <c:v>23.128304851408814</c:v>
                </c:pt>
                <c:pt idx="221">
                  <c:v>23.580444548925382</c:v>
                </c:pt>
                <c:pt idx="222">
                  <c:v>22.154401595521527</c:v>
                </c:pt>
                <c:pt idx="223">
                  <c:v>26.674316142262043</c:v>
                </c:pt>
                <c:pt idx="224">
                  <c:v>25.76771287293473</c:v>
                </c:pt>
                <c:pt idx="225">
                  <c:v>25.499679432086708</c:v>
                </c:pt>
                <c:pt idx="226">
                  <c:v>25.005397391756606</c:v>
                </c:pt>
                <c:pt idx="227">
                  <c:v>21.484245757081457</c:v>
                </c:pt>
                <c:pt idx="228">
                  <c:v>20.588285632224252</c:v>
                </c:pt>
                <c:pt idx="229">
                  <c:v>19.005347714375521</c:v>
                </c:pt>
                <c:pt idx="230">
                  <c:v>24.514139964489289</c:v>
                </c:pt>
                <c:pt idx="231">
                  <c:v>29.34360188352737</c:v>
                </c:pt>
                <c:pt idx="232">
                  <c:v>34.750176693301782</c:v>
                </c:pt>
                <c:pt idx="233">
                  <c:v>30.472846505387835</c:v>
                </c:pt>
                <c:pt idx="234">
                  <c:v>31.258783361319953</c:v>
                </c:pt>
                <c:pt idx="235">
                  <c:v>30.33616897682916</c:v>
                </c:pt>
                <c:pt idx="236">
                  <c:v>34.961438372641439</c:v>
                </c:pt>
                <c:pt idx="237">
                  <c:v>33.698086051250328</c:v>
                </c:pt>
                <c:pt idx="238">
                  <c:v>30.182182087756402</c:v>
                </c:pt>
                <c:pt idx="239">
                  <c:v>30.774203519485493</c:v>
                </c:pt>
                <c:pt idx="240">
                  <c:v>37.699921679169542</c:v>
                </c:pt>
                <c:pt idx="241">
                  <c:v>37.351669017641655</c:v>
                </c:pt>
                <c:pt idx="242">
                  <c:v>40.595434020108129</c:v>
                </c:pt>
                <c:pt idx="243">
                  <c:v>46.212000068695907</c:v>
                </c:pt>
                <c:pt idx="244">
                  <c:v>48.796151323192056</c:v>
                </c:pt>
                <c:pt idx="245">
                  <c:v>50.965110902330004</c:v>
                </c:pt>
                <c:pt idx="246">
                  <c:v>54.17450685416479</c:v>
                </c:pt>
                <c:pt idx="247">
                  <c:v>51.034146506302122</c:v>
                </c:pt>
                <c:pt idx="248">
                  <c:v>50.373239088048095</c:v>
                </c:pt>
                <c:pt idx="249">
                  <c:v>47.834634272074844</c:v>
                </c:pt>
                <c:pt idx="250">
                  <c:v>48.22705685925046</c:v>
                </c:pt>
                <c:pt idx="251">
                  <c:v>46.855456671017016</c:v>
                </c:pt>
                <c:pt idx="252">
                  <c:v>46.897330665350253</c:v>
                </c:pt>
                <c:pt idx="253">
                  <c:v>40.751044477728037</c:v>
                </c:pt>
                <c:pt idx="254">
                  <c:v>42.301207634741544</c:v>
                </c:pt>
                <c:pt idx="255">
                  <c:v>46.229936890913912</c:v>
                </c:pt>
                <c:pt idx="256">
                  <c:v>49.220434153079587</c:v>
                </c:pt>
                <c:pt idx="257">
                  <c:v>51.911881689028689</c:v>
                </c:pt>
                <c:pt idx="258">
                  <c:v>56.523710125435315</c:v>
                </c:pt>
                <c:pt idx="259">
                  <c:v>61.250191726712281</c:v>
                </c:pt>
                <c:pt idx="260">
                  <c:v>67.139474074561249</c:v>
                </c:pt>
                <c:pt idx="261">
                  <c:v>69.091985669033008</c:v>
                </c:pt>
                <c:pt idx="262">
                  <c:v>70.637601177940894</c:v>
                </c:pt>
                <c:pt idx="263">
                  <c:v>72.82744891337471</c:v>
                </c:pt>
                <c:pt idx="264">
                  <c:v>74.46599660017435</c:v>
                </c:pt>
                <c:pt idx="265">
                  <c:v>58.07312838685867</c:v>
                </c:pt>
                <c:pt idx="266">
                  <c:v>59.697818153720021</c:v>
                </c:pt>
                <c:pt idx="267">
                  <c:v>61.069350544963442</c:v>
                </c:pt>
                <c:pt idx="268">
                  <c:v>58.323707981437401</c:v>
                </c:pt>
                <c:pt idx="269">
                  <c:v>60.104828134550722</c:v>
                </c:pt>
                <c:pt idx="270">
                  <c:v>63.031603223836584</c:v>
                </c:pt>
                <c:pt idx="271">
                  <c:v>63.995585143802217</c:v>
                </c:pt>
                <c:pt idx="272">
                  <c:v>58.013983099777235</c:v>
                </c:pt>
                <c:pt idx="273">
                  <c:v>57.388470804182617</c:v>
                </c:pt>
                <c:pt idx="274">
                  <c:v>53.535150953406124</c:v>
                </c:pt>
                <c:pt idx="275">
                  <c:v>46.43494125238977</c:v>
                </c:pt>
                <c:pt idx="276">
                  <c:v>46.199092481097438</c:v>
                </c:pt>
                <c:pt idx="277">
                  <c:v>45.859048985732585</c:v>
                </c:pt>
                <c:pt idx="278">
                  <c:v>49.159146769820779</c:v>
                </c:pt>
                <c:pt idx="279">
                  <c:v>45.415536665447092</c:v>
                </c:pt>
                <c:pt idx="280">
                  <c:v>42.575887543784305</c:v>
                </c:pt>
                <c:pt idx="281">
                  <c:v>44.845086517271355</c:v>
                </c:pt>
                <c:pt idx="282">
                  <c:v>45.686155912080743</c:v>
                </c:pt>
                <c:pt idx="283">
                  <c:v>48.898691116344452</c:v>
                </c:pt>
                <c:pt idx="284">
                  <c:v>42.179301111086488</c:v>
                </c:pt>
                <c:pt idx="285">
                  <c:v>35.202230733365809</c:v>
                </c:pt>
                <c:pt idx="286">
                  <c:v>38.039479611616969</c:v>
                </c:pt>
                <c:pt idx="287">
                  <c:v>37.178182580684044</c:v>
                </c:pt>
                <c:pt idx="288">
                  <c:v>40.562768957063518</c:v>
                </c:pt>
                <c:pt idx="289">
                  <c:v>37.678796633965554</c:v>
                </c:pt>
                <c:pt idx="290">
                  <c:v>35.303732092522289</c:v>
                </c:pt>
                <c:pt idx="291">
                  <c:v>33.702628550680572</c:v>
                </c:pt>
                <c:pt idx="292">
                  <c:v>36.859153423477999</c:v>
                </c:pt>
                <c:pt idx="293">
                  <c:v>43.6649286096618</c:v>
                </c:pt>
                <c:pt idx="294">
                  <c:v>31.829346714304926</c:v>
                </c:pt>
                <c:pt idx="295">
                  <c:v>31.500204582612305</c:v>
                </c:pt>
                <c:pt idx="296">
                  <c:v>36.084750007537565</c:v>
                </c:pt>
                <c:pt idx="297">
                  <c:v>37.989111257276527</c:v>
                </c:pt>
                <c:pt idx="298">
                  <c:v>39.611089739030838</c:v>
                </c:pt>
                <c:pt idx="299">
                  <c:v>41.005509430375788</c:v>
                </c:pt>
                <c:pt idx="300">
                  <c:v>43.770767596868104</c:v>
                </c:pt>
                <c:pt idx="301">
                  <c:v>40.464296417211337</c:v>
                </c:pt>
                <c:pt idx="302">
                  <c:v>38.554037448934501</c:v>
                </c:pt>
                <c:pt idx="303">
                  <c:v>33.802737437059612</c:v>
                </c:pt>
                <c:pt idx="304">
                  <c:v>26.36853620424403</c:v>
                </c:pt>
                <c:pt idx="305">
                  <c:v>25.124497705772917</c:v>
                </c:pt>
                <c:pt idx="306">
                  <c:v>22.992355453078911</c:v>
                </c:pt>
                <c:pt idx="307">
                  <c:v>27.491083117716752</c:v>
                </c:pt>
                <c:pt idx="308">
                  <c:v>32.822834161985384</c:v>
                </c:pt>
                <c:pt idx="309">
                  <c:v>34.492089353855604</c:v>
                </c:pt>
                <c:pt idx="310">
                  <c:v>38.928883101131497</c:v>
                </c:pt>
                <c:pt idx="311">
                  <c:v>41.961685228210747</c:v>
                </c:pt>
                <c:pt idx="312">
                  <c:v>45.19751931093689</c:v>
                </c:pt>
                <c:pt idx="313">
                  <c:v>46.238781473452732</c:v>
                </c:pt>
                <c:pt idx="314">
                  <c:v>47.060308286999387</c:v>
                </c:pt>
                <c:pt idx="315">
                  <c:v>45.519232154896208</c:v>
                </c:pt>
                <c:pt idx="316">
                  <c:v>41.259794203237846</c:v>
                </c:pt>
                <c:pt idx="317">
                  <c:v>36.152877362988995</c:v>
                </c:pt>
                <c:pt idx="318">
                  <c:v>32.610674105712881</c:v>
                </c:pt>
                <c:pt idx="319">
                  <c:v>35.06486069310742</c:v>
                </c:pt>
                <c:pt idx="320">
                  <c:v>27.504447134687055</c:v>
                </c:pt>
                <c:pt idx="321">
                  <c:v>23.18860073815889</c:v>
                </c:pt>
                <c:pt idx="322">
                  <c:v>20.067428145759234</c:v>
                </c:pt>
                <c:pt idx="323">
                  <c:v>19.895190779593563</c:v>
                </c:pt>
                <c:pt idx="324">
                  <c:v>21.738893208105107</c:v>
                </c:pt>
                <c:pt idx="325">
                  <c:v>16.950209058704747</c:v>
                </c:pt>
                <c:pt idx="326">
                  <c:v>23.141190835495721</c:v>
                </c:pt>
                <c:pt idx="327">
                  <c:v>26.677374241972899</c:v>
                </c:pt>
                <c:pt idx="328">
                  <c:v>30.171905622835339</c:v>
                </c:pt>
                <c:pt idx="329">
                  <c:v>27.740078977943611</c:v>
                </c:pt>
                <c:pt idx="330">
                  <c:v>26.138375652757642</c:v>
                </c:pt>
                <c:pt idx="331">
                  <c:v>27.536308310539518</c:v>
                </c:pt>
                <c:pt idx="332">
                  <c:v>32.161329467317039</c:v>
                </c:pt>
                <c:pt idx="333">
                  <c:v>35.471984248450816</c:v>
                </c:pt>
                <c:pt idx="334">
                  <c:v>37.039463504619206</c:v>
                </c:pt>
                <c:pt idx="335">
                  <c:v>38.896531247766816</c:v>
                </c:pt>
                <c:pt idx="336">
                  <c:v>39.91357467612918</c:v>
                </c:pt>
                <c:pt idx="337">
                  <c:v>44.810305587702764</c:v>
                </c:pt>
                <c:pt idx="338">
                  <c:v>46.856062756797968</c:v>
                </c:pt>
                <c:pt idx="339">
                  <c:v>47.077153034257215</c:v>
                </c:pt>
                <c:pt idx="340">
                  <c:v>49.574788992197234</c:v>
                </c:pt>
                <c:pt idx="341">
                  <c:v>48.450531599448411</c:v>
                </c:pt>
                <c:pt idx="342">
                  <c:v>61.482815802988668</c:v>
                </c:pt>
                <c:pt idx="343">
                  <c:v>71.271926744099204</c:v>
                </c:pt>
                <c:pt idx="344">
                  <c:v>73.398341922917027</c:v>
                </c:pt>
                <c:pt idx="345">
                  <c:v>70.785927392060088</c:v>
                </c:pt>
                <c:pt idx="346">
                  <c:v>74.030485910357882</c:v>
                </c:pt>
                <c:pt idx="347">
                  <c:v>81.436941177975896</c:v>
                </c:pt>
                <c:pt idx="348">
                  <c:v>89.356309627577204</c:v>
                </c:pt>
                <c:pt idx="349">
                  <c:v>90.590722972550694</c:v>
                </c:pt>
                <c:pt idx="350">
                  <c:v>97.045423041679527</c:v>
                </c:pt>
                <c:pt idx="351">
                  <c:v>92.516766751894679</c:v>
                </c:pt>
                <c:pt idx="352">
                  <c:v>88.890357681491693</c:v>
                </c:pt>
                <c:pt idx="353">
                  <c:v>93.608614971178326</c:v>
                </c:pt>
                <c:pt idx="354">
                  <c:v>94.877434641325806</c:v>
                </c:pt>
                <c:pt idx="355">
                  <c:v>94.186493603458956</c:v>
                </c:pt>
                <c:pt idx="356">
                  <c:v>88.218949740804661</c:v>
                </c:pt>
                <c:pt idx="357">
                  <c:v>90.856477411188195</c:v>
                </c:pt>
                <c:pt idx="358">
                  <c:v>91.690562184869677</c:v>
                </c:pt>
                <c:pt idx="359">
                  <c:v>93.348464900793104</c:v>
                </c:pt>
                <c:pt idx="360">
                  <c:v>88.997192652784662</c:v>
                </c:pt>
                <c:pt idx="361">
                  <c:v>84.122002647392023</c:v>
                </c:pt>
                <c:pt idx="362">
                  <c:v>79.543023889123731</c:v>
                </c:pt>
                <c:pt idx="363">
                  <c:v>80.09531812581902</c:v>
                </c:pt>
                <c:pt idx="364">
                  <c:v>83.82247618006302</c:v>
                </c:pt>
                <c:pt idx="365">
                  <c:v>81.666100172545754</c:v>
                </c:pt>
                <c:pt idx="366">
                  <c:v>82.296292581556912</c:v>
                </c:pt>
                <c:pt idx="367">
                  <c:v>73.191559960302982</c:v>
                </c:pt>
                <c:pt idx="368">
                  <c:v>70.89869963945911</c:v>
                </c:pt>
                <c:pt idx="369">
                  <c:v>71.922181806744959</c:v>
                </c:pt>
                <c:pt idx="370">
                  <c:v>73.526766052336384</c:v>
                </c:pt>
                <c:pt idx="371">
                  <c:v>67.346394019711141</c:v>
                </c:pt>
                <c:pt idx="372">
                  <c:v>67.409717827685753</c:v>
                </c:pt>
                <c:pt idx="373">
                  <c:v>68.100748650464396</c:v>
                </c:pt>
                <c:pt idx="374">
                  <c:v>69.176676468079407</c:v>
                </c:pt>
                <c:pt idx="375">
                  <c:v>69.830604638797951</c:v>
                </c:pt>
                <c:pt idx="376">
                  <c:v>68.810450283803789</c:v>
                </c:pt>
                <c:pt idx="377">
                  <c:v>70.634959248683259</c:v>
                </c:pt>
                <c:pt idx="378">
                  <c:v>69.08429957430765</c:v>
                </c:pt>
                <c:pt idx="379">
                  <c:v>72.254100253841486</c:v>
                </c:pt>
                <c:pt idx="380">
                  <c:v>80.734918549131137</c:v>
                </c:pt>
                <c:pt idx="381">
                  <c:v>82.164597534775424</c:v>
                </c:pt>
                <c:pt idx="382">
                  <c:v>86.890307297878991</c:v>
                </c:pt>
                <c:pt idx="383">
                  <c:v>82.034498074561995</c:v>
                </c:pt>
                <c:pt idx="384">
                  <c:v>79.214227272119857</c:v>
                </c:pt>
                <c:pt idx="385">
                  <c:v>78.090767754853601</c:v>
                </c:pt>
                <c:pt idx="386">
                  <c:v>75.073121333694417</c:v>
                </c:pt>
                <c:pt idx="387">
                  <c:v>72.638121847211593</c:v>
                </c:pt>
                <c:pt idx="388">
                  <c:v>76.833732306954431</c:v>
                </c:pt>
                <c:pt idx="389">
                  <c:v>81.521077853793287</c:v>
                </c:pt>
                <c:pt idx="390">
                  <c:v>85.661228316156951</c:v>
                </c:pt>
                <c:pt idx="391">
                  <c:v>87.265149792272467</c:v>
                </c:pt>
                <c:pt idx="392">
                  <c:v>93.067047118644922</c:v>
                </c:pt>
                <c:pt idx="393">
                  <c:v>92.101277404907407</c:v>
                </c:pt>
                <c:pt idx="394">
                  <c:v>94.289004080730976</c:v>
                </c:pt>
                <c:pt idx="395">
                  <c:v>94.66312027796738</c:v>
                </c:pt>
                <c:pt idx="396">
                  <c:v>94.176220125339171</c:v>
                </c:pt>
                <c:pt idx="397">
                  <c:v>82.72214991222647</c:v>
                </c:pt>
                <c:pt idx="398">
                  <c:v>79.850397150886778</c:v>
                </c:pt>
                <c:pt idx="399">
                  <c:v>86.987597622762806</c:v>
                </c:pt>
                <c:pt idx="400">
                  <c:v>83.849851954096053</c:v>
                </c:pt>
                <c:pt idx="401">
                  <c:v>87.799918248679461</c:v>
                </c:pt>
                <c:pt idx="402">
                  <c:v>89.452504251665616</c:v>
                </c:pt>
                <c:pt idx="403">
                  <c:v>88.366524844388252</c:v>
                </c:pt>
                <c:pt idx="404">
                  <c:v>90.312976704691621</c:v>
                </c:pt>
                <c:pt idx="405">
                  <c:v>87.5075506447115</c:v>
                </c:pt>
                <c:pt idx="406">
                  <c:v>86.415681873735537</c:v>
                </c:pt>
                <c:pt idx="407">
                  <c:v>88.956612899192095</c:v>
                </c:pt>
                <c:pt idx="408">
                  <c:v>91.612758430618896</c:v>
                </c:pt>
                <c:pt idx="409">
                  <c:v>94.213395635108114</c:v>
                </c:pt>
                <c:pt idx="410">
                  <c:v>89.609095918862948</c:v>
                </c:pt>
                <c:pt idx="411">
                  <c:v>92.894094462774561</c:v>
                </c:pt>
                <c:pt idx="412">
                  <c:v>90.62476683739294</c:v>
                </c:pt>
                <c:pt idx="413">
                  <c:v>89.838177636371114</c:v>
                </c:pt>
                <c:pt idx="414">
                  <c:v>86.964603649341882</c:v>
                </c:pt>
                <c:pt idx="415">
                  <c:v>90.661562386816598</c:v>
                </c:pt>
                <c:pt idx="416">
                  <c:v>92.118933088317249</c:v>
                </c:pt>
                <c:pt idx="417">
                  <c:v>91.423197582218393</c:v>
                </c:pt>
                <c:pt idx="418">
                  <c:v>96.421692861789367</c:v>
                </c:pt>
                <c:pt idx="419">
                  <c:v>98.54143662316153</c:v>
                </c:pt>
                <c:pt idx="420">
                  <c:v>98.123886273288633</c:v>
                </c:pt>
                <c:pt idx="421">
                  <c:v>103.12100150461357</c:v>
                </c:pt>
                <c:pt idx="422">
                  <c:v>108.62517831446021</c:v>
                </c:pt>
                <c:pt idx="423">
                  <c:v>115.8411297879597</c:v>
                </c:pt>
                <c:pt idx="424">
                  <c:v>113.1190196576038</c:v>
                </c:pt>
                <c:pt idx="425">
                  <c:v>108.3339054197089</c:v>
                </c:pt>
                <c:pt idx="426">
                  <c:v>109.97826963566901</c:v>
                </c:pt>
                <c:pt idx="427">
                  <c:v>112.43034660193581</c:v>
                </c:pt>
                <c:pt idx="428">
                  <c:v>112.94922498929334</c:v>
                </c:pt>
                <c:pt idx="429">
                  <c:v>108.79788002597698</c:v>
                </c:pt>
                <c:pt idx="430">
                  <c:v>107.367761491267</c:v>
                </c:pt>
                <c:pt idx="431">
                  <c:v>107.8596146130249</c:v>
                </c:pt>
                <c:pt idx="432">
                  <c:v>107.37492554339231</c:v>
                </c:pt>
                <c:pt idx="433">
                  <c:v>100.88290923175606</c:v>
                </c:pt>
                <c:pt idx="434">
                  <c:v>107.40115185067776</c:v>
                </c:pt>
                <c:pt idx="435">
                  <c:v>113.11726976371838</c:v>
                </c:pt>
                <c:pt idx="436">
                  <c:v>110.74280069008748</c:v>
                </c:pt>
                <c:pt idx="437">
                  <c:v>107.4030865042654</c:v>
                </c:pt>
                <c:pt idx="438">
                  <c:v>106.70167136154386</c:v>
                </c:pt>
                <c:pt idx="439">
                  <c:v>103.46350683093669</c:v>
                </c:pt>
                <c:pt idx="440">
                  <c:v>106.30979446240273</c:v>
                </c:pt>
                <c:pt idx="441">
                  <c:v>104.47561744242819</c:v>
                </c:pt>
                <c:pt idx="442">
                  <c:v>110.95699869234697</c:v>
                </c:pt>
                <c:pt idx="443">
                  <c:v>113.73519441473988</c:v>
                </c:pt>
                <c:pt idx="444">
                  <c:v>118.5819235856485</c:v>
                </c:pt>
                <c:pt idx="445">
                  <c:v>111.53262227597084</c:v>
                </c:pt>
                <c:pt idx="446">
                  <c:v>118.39929982791355</c:v>
                </c:pt>
                <c:pt idx="447">
                  <c:v>117.64963753485431</c:v>
                </c:pt>
                <c:pt idx="448">
                  <c:v>114.86408565653741</c:v>
                </c:pt>
                <c:pt idx="449">
                  <c:v>115.20686587377918</c:v>
                </c:pt>
                <c:pt idx="450">
                  <c:v>121.06726929613808</c:v>
                </c:pt>
                <c:pt idx="451">
                  <c:v>123.25923172297658</c:v>
                </c:pt>
                <c:pt idx="452">
                  <c:v>129.35128094893912</c:v>
                </c:pt>
                <c:pt idx="453">
                  <c:v>134.38854852235471</c:v>
                </c:pt>
                <c:pt idx="454">
                  <c:v>137.71092634693105</c:v>
                </c:pt>
                <c:pt idx="455">
                  <c:v>143.39075016730004</c:v>
                </c:pt>
                <c:pt idx="456">
                  <c:v>144.80069378258395</c:v>
                </c:pt>
                <c:pt idx="457">
                  <c:v>145.44286459129037</c:v>
                </c:pt>
                <c:pt idx="458">
                  <c:v>147.76300243117822</c:v>
                </c:pt>
                <c:pt idx="459">
                  <c:v>153.49275764721409</c:v>
                </c:pt>
                <c:pt idx="460">
                  <c:v>152.2236055524277</c:v>
                </c:pt>
                <c:pt idx="461">
                  <c:v>149.01554651770513</c:v>
                </c:pt>
                <c:pt idx="462">
                  <c:v>152.97779821503443</c:v>
                </c:pt>
                <c:pt idx="463">
                  <c:v>154.18347799787929</c:v>
                </c:pt>
                <c:pt idx="464">
                  <c:v>154.95168686919527</c:v>
                </c:pt>
                <c:pt idx="465">
                  <c:v>150.56984017957916</c:v>
                </c:pt>
                <c:pt idx="466">
                  <c:v>151.26187479363514</c:v>
                </c:pt>
                <c:pt idx="467">
                  <c:v>150.94519117292543</c:v>
                </c:pt>
                <c:pt idx="468">
                  <c:v>147.86497357615309</c:v>
                </c:pt>
                <c:pt idx="469">
                  <c:v>141.58507284414543</c:v>
                </c:pt>
                <c:pt idx="470">
                  <c:v>138.3631987089224</c:v>
                </c:pt>
                <c:pt idx="471">
                  <c:v>140.54505120995037</c:v>
                </c:pt>
                <c:pt idx="472">
                  <c:v>141.90357374256595</c:v>
                </c:pt>
                <c:pt idx="473">
                  <c:v>145.63807789897987</c:v>
                </c:pt>
                <c:pt idx="474">
                  <c:v>143.86152768577458</c:v>
                </c:pt>
                <c:pt idx="475">
                  <c:v>147.90778191134561</c:v>
                </c:pt>
                <c:pt idx="476">
                  <c:v>152.78334638750385</c:v>
                </c:pt>
                <c:pt idx="477">
                  <c:v>158.79906281835099</c:v>
                </c:pt>
                <c:pt idx="478">
                  <c:v>151.48790817952178</c:v>
                </c:pt>
                <c:pt idx="479">
                  <c:v>147.31414922887211</c:v>
                </c:pt>
                <c:pt idx="480">
                  <c:v>145.8632656512541</c:v>
                </c:pt>
                <c:pt idx="481">
                  <c:v>142.93539053177528</c:v>
                </c:pt>
                <c:pt idx="482">
                  <c:v>138.90374732621117</c:v>
                </c:pt>
                <c:pt idx="483">
                  <c:v>139.29611768153825</c:v>
                </c:pt>
                <c:pt idx="484">
                  <c:v>136.42131008779913</c:v>
                </c:pt>
                <c:pt idx="485">
                  <c:v>146.43149776946342</c:v>
                </c:pt>
                <c:pt idx="486">
                  <c:v>152.77563273154431</c:v>
                </c:pt>
                <c:pt idx="487">
                  <c:v>152.07330596855869</c:v>
                </c:pt>
                <c:pt idx="488">
                  <c:v>148.20787339799043</c:v>
                </c:pt>
                <c:pt idx="489">
                  <c:v>145.35088708479768</c:v>
                </c:pt>
                <c:pt idx="490">
                  <c:v>143.2272867299655</c:v>
                </c:pt>
                <c:pt idx="491">
                  <c:v>138.15816591019689</c:v>
                </c:pt>
                <c:pt idx="492">
                  <c:v>137.6101828754847</c:v>
                </c:pt>
                <c:pt idx="493">
                  <c:v>136.55900634811644</c:v>
                </c:pt>
                <c:pt idx="494">
                  <c:v>135.38086047123579</c:v>
                </c:pt>
                <c:pt idx="495">
                  <c:v>131.55412860116502</c:v>
                </c:pt>
                <c:pt idx="496">
                  <c:v>131.80626453291273</c:v>
                </c:pt>
                <c:pt idx="497">
                  <c:v>130.19844663459247</c:v>
                </c:pt>
                <c:pt idx="498">
                  <c:v>129.36132087975423</c:v>
                </c:pt>
                <c:pt idx="499">
                  <c:v>125.0699313293436</c:v>
                </c:pt>
                <c:pt idx="500">
                  <c:v>122.67559452361095</c:v>
                </c:pt>
                <c:pt idx="501">
                  <c:v>122.60760269537445</c:v>
                </c:pt>
                <c:pt idx="502">
                  <c:v>117.53160052839441</c:v>
                </c:pt>
                <c:pt idx="503">
                  <c:v>121.05721188002687</c:v>
                </c:pt>
                <c:pt idx="504">
                  <c:v>112.11644538862095</c:v>
                </c:pt>
                <c:pt idx="505">
                  <c:v>114.20486865902276</c:v>
                </c:pt>
                <c:pt idx="506">
                  <c:v>104.97629005066671</c:v>
                </c:pt>
                <c:pt idx="507">
                  <c:v>109.28816490425383</c:v>
                </c:pt>
                <c:pt idx="508">
                  <c:v>111.76689720569256</c:v>
                </c:pt>
                <c:pt idx="509">
                  <c:v>112.29607288557371</c:v>
                </c:pt>
                <c:pt idx="510">
                  <c:v>110.77781977406923</c:v>
                </c:pt>
                <c:pt idx="511">
                  <c:v>109.50305440197181</c:v>
                </c:pt>
                <c:pt idx="512">
                  <c:v>117.62118887506092</c:v>
                </c:pt>
                <c:pt idx="513">
                  <c:v>114.56462398081469</c:v>
                </c:pt>
                <c:pt idx="514">
                  <c:v>111.16465448288739</c:v>
                </c:pt>
                <c:pt idx="515">
                  <c:v>108.61694067760455</c:v>
                </c:pt>
                <c:pt idx="516">
                  <c:v>105.95310225301462</c:v>
                </c:pt>
                <c:pt idx="517">
                  <c:v>101.88457975557864</c:v>
                </c:pt>
                <c:pt idx="518">
                  <c:v>97.771689017274781</c:v>
                </c:pt>
                <c:pt idx="519">
                  <c:v>92.125403516314577</c:v>
                </c:pt>
                <c:pt idx="520">
                  <c:v>90.571749458178303</c:v>
                </c:pt>
                <c:pt idx="521">
                  <c:v>90.964243980248185</c:v>
                </c:pt>
                <c:pt idx="522">
                  <c:v>83.611906595071275</c:v>
                </c:pt>
                <c:pt idx="523">
                  <c:v>80.426601949947241</c:v>
                </c:pt>
                <c:pt idx="524">
                  <c:v>79.0914761523387</c:v>
                </c:pt>
                <c:pt idx="525">
                  <c:v>82.919018403930735</c:v>
                </c:pt>
                <c:pt idx="526">
                  <c:v>78.843120366510163</c:v>
                </c:pt>
                <c:pt idx="527">
                  <c:v>78.996351393937687</c:v>
                </c:pt>
                <c:pt idx="528">
                  <c:v>76.94701874457067</c:v>
                </c:pt>
                <c:pt idx="529">
                  <c:v>81.053040370528109</c:v>
                </c:pt>
                <c:pt idx="530">
                  <c:v>79.996311044932455</c:v>
                </c:pt>
                <c:pt idx="531">
                  <c:v>81.250287793667113</c:v>
                </c:pt>
                <c:pt idx="532">
                  <c:v>84.047930631832003</c:v>
                </c:pt>
                <c:pt idx="533">
                  <c:v>78.008852470756253</c:v>
                </c:pt>
                <c:pt idx="534">
                  <c:v>73.547502867234869</c:v>
                </c:pt>
                <c:pt idx="535">
                  <c:v>71.368638594894477</c:v>
                </c:pt>
                <c:pt idx="536">
                  <c:v>66.996744918062475</c:v>
                </c:pt>
                <c:pt idx="537">
                  <c:v>63.70479573189477</c:v>
                </c:pt>
                <c:pt idx="538">
                  <c:v>68.79373880316929</c:v>
                </c:pt>
                <c:pt idx="539">
                  <c:v>70.25529992097934</c:v>
                </c:pt>
                <c:pt idx="540">
                  <c:v>77.03698519858311</c:v>
                </c:pt>
                <c:pt idx="541">
                  <c:v>80.885093500070809</c:v>
                </c:pt>
                <c:pt idx="542">
                  <c:v>79.323371877929219</c:v>
                </c:pt>
                <c:pt idx="543">
                  <c:v>70.982214707840683</c:v>
                </c:pt>
                <c:pt idx="544">
                  <c:v>64.767965878938952</c:v>
                </c:pt>
                <c:pt idx="545">
                  <c:v>63.467055305428161</c:v>
                </c:pt>
                <c:pt idx="546">
                  <c:v>60.953571281356247</c:v>
                </c:pt>
                <c:pt idx="547">
                  <c:v>49.221306783094875</c:v>
                </c:pt>
                <c:pt idx="548">
                  <c:v>52.01481966585385</c:v>
                </c:pt>
                <c:pt idx="549">
                  <c:v>47.105822963099541</c:v>
                </c:pt>
                <c:pt idx="550">
                  <c:v>45.704159218773739</c:v>
                </c:pt>
                <c:pt idx="551">
                  <c:v>41.865694310318716</c:v>
                </c:pt>
                <c:pt idx="552">
                  <c:v>38.097081349641904</c:v>
                </c:pt>
                <c:pt idx="553">
                  <c:v>36.343059117556287</c:v>
                </c:pt>
                <c:pt idx="554">
                  <c:v>32.562657847431765</c:v>
                </c:pt>
                <c:pt idx="555">
                  <c:v>29.598877326519666</c:v>
                </c:pt>
                <c:pt idx="556">
                  <c:v>23.674892487296439</c:v>
                </c:pt>
                <c:pt idx="557">
                  <c:v>26.202890705518975</c:v>
                </c:pt>
                <c:pt idx="558">
                  <c:v>23.373924001393796</c:v>
                </c:pt>
                <c:pt idx="559">
                  <c:v>21.266308361436412</c:v>
                </c:pt>
                <c:pt idx="560">
                  <c:v>22.65442282830552</c:v>
                </c:pt>
                <c:pt idx="561">
                  <c:v>24.96711432559248</c:v>
                </c:pt>
                <c:pt idx="562">
                  <c:v>22.700179653215226</c:v>
                </c:pt>
                <c:pt idx="563">
                  <c:v>21.791461659875566</c:v>
                </c:pt>
                <c:pt idx="564">
                  <c:v>24.403745848214168</c:v>
                </c:pt>
                <c:pt idx="565">
                  <c:v>20.332686661189651</c:v>
                </c:pt>
                <c:pt idx="566">
                  <c:v>21.413051803435415</c:v>
                </c:pt>
                <c:pt idx="567">
                  <c:v>17.628629407613506</c:v>
                </c:pt>
                <c:pt idx="568">
                  <c:v>15.719671108483263</c:v>
                </c:pt>
                <c:pt idx="569">
                  <c:v>11.388563731022906</c:v>
                </c:pt>
                <c:pt idx="570">
                  <c:v>7.9672729992610041</c:v>
                </c:pt>
                <c:pt idx="571">
                  <c:v>7.81453262405768</c:v>
                </c:pt>
                <c:pt idx="572">
                  <c:v>6.8869840032830192</c:v>
                </c:pt>
                <c:pt idx="573">
                  <c:v>5.9270436956941808</c:v>
                </c:pt>
                <c:pt idx="574">
                  <c:v>2.2579779168445127</c:v>
                </c:pt>
                <c:pt idx="575">
                  <c:v>-1.8495572101588693</c:v>
                </c:pt>
                <c:pt idx="576">
                  <c:v>-5.2015455908523522</c:v>
                </c:pt>
                <c:pt idx="577">
                  <c:v>-8.2737855032233973</c:v>
                </c:pt>
                <c:pt idx="578">
                  <c:v>-1.3708397156472278</c:v>
                </c:pt>
                <c:pt idx="579">
                  <c:v>-8.194023624373445</c:v>
                </c:pt>
                <c:pt idx="580">
                  <c:v>-11.981087168506431</c:v>
                </c:pt>
                <c:pt idx="581">
                  <c:v>-17.221054765177527</c:v>
                </c:pt>
                <c:pt idx="582">
                  <c:v>-19.020669227841406</c:v>
                </c:pt>
                <c:pt idx="583">
                  <c:v>-21.356866752307905</c:v>
                </c:pt>
                <c:pt idx="584">
                  <c:v>-23.876691982300393</c:v>
                </c:pt>
                <c:pt idx="585">
                  <c:v>-27.428008141228144</c:v>
                </c:pt>
                <c:pt idx="586">
                  <c:v>-26.6637358025365</c:v>
                </c:pt>
                <c:pt idx="587">
                  <c:v>-27.866794998045684</c:v>
                </c:pt>
                <c:pt idx="588">
                  <c:v>-24.622934448007143</c:v>
                </c:pt>
                <c:pt idx="589">
                  <c:v>-30.15034343610202</c:v>
                </c:pt>
                <c:pt idx="590">
                  <c:v>-32.62720722522851</c:v>
                </c:pt>
                <c:pt idx="591">
                  <c:v>-35.843088310888987</c:v>
                </c:pt>
                <c:pt idx="592">
                  <c:v>-42.382683580101293</c:v>
                </c:pt>
                <c:pt idx="593">
                  <c:v>-44.156510841052821</c:v>
                </c:pt>
                <c:pt idx="594">
                  <c:v>-38.207603673046044</c:v>
                </c:pt>
                <c:pt idx="595">
                  <c:v>-38.153710778145722</c:v>
                </c:pt>
                <c:pt idx="596">
                  <c:v>-38.392267189440773</c:v>
                </c:pt>
                <c:pt idx="597">
                  <c:v>-41.673068781545609</c:v>
                </c:pt>
                <c:pt idx="598">
                  <c:v>-43.281682623337446</c:v>
                </c:pt>
                <c:pt idx="599">
                  <c:v>-45.743906079176185</c:v>
                </c:pt>
                <c:pt idx="600">
                  <c:v>-41.971827989842339</c:v>
                </c:pt>
                <c:pt idx="601">
                  <c:v>-43.457548372300828</c:v>
                </c:pt>
                <c:pt idx="602">
                  <c:v>-43.411468613289408</c:v>
                </c:pt>
                <c:pt idx="603">
                  <c:v>-46.409826129702573</c:v>
                </c:pt>
                <c:pt idx="604">
                  <c:v>-46.753083684048185</c:v>
                </c:pt>
                <c:pt idx="605">
                  <c:v>-48.059411352108071</c:v>
                </c:pt>
                <c:pt idx="606">
                  <c:v>-46.44506941582334</c:v>
                </c:pt>
                <c:pt idx="607">
                  <c:v>-45.788279253109252</c:v>
                </c:pt>
                <c:pt idx="608">
                  <c:v>-48.890192506447676</c:v>
                </c:pt>
                <c:pt idx="609">
                  <c:v>-45.457726376890101</c:v>
                </c:pt>
                <c:pt idx="610">
                  <c:v>-42.163467144164578</c:v>
                </c:pt>
                <c:pt idx="611">
                  <c:v>-38.718229402859798</c:v>
                </c:pt>
                <c:pt idx="612">
                  <c:v>-38.242139858205938</c:v>
                </c:pt>
                <c:pt idx="613">
                  <c:v>-43.574387622935696</c:v>
                </c:pt>
                <c:pt idx="614">
                  <c:v>-43.856856432779445</c:v>
                </c:pt>
                <c:pt idx="615">
                  <c:v>-41.951844261319991</c:v>
                </c:pt>
                <c:pt idx="616">
                  <c:v>-41.164164318163209</c:v>
                </c:pt>
                <c:pt idx="617">
                  <c:v>-41.198471935755627</c:v>
                </c:pt>
                <c:pt idx="618">
                  <c:v>-42.579951450172821</c:v>
                </c:pt>
                <c:pt idx="619">
                  <c:v>-34.278662409169208</c:v>
                </c:pt>
                <c:pt idx="620">
                  <c:v>-34.04239536717855</c:v>
                </c:pt>
                <c:pt idx="621">
                  <c:v>-34.692083319570315</c:v>
                </c:pt>
                <c:pt idx="622">
                  <c:v>-33.331701070294031</c:v>
                </c:pt>
                <c:pt idx="623">
                  <c:v>-34.654042868487998</c:v>
                </c:pt>
                <c:pt idx="624">
                  <c:v>-35.043872916328723</c:v>
                </c:pt>
                <c:pt idx="625">
                  <c:v>-35.378153930035467</c:v>
                </c:pt>
                <c:pt idx="626">
                  <c:v>-35.752361028415152</c:v>
                </c:pt>
                <c:pt idx="627">
                  <c:v>-38.404657179123816</c:v>
                </c:pt>
                <c:pt idx="628">
                  <c:v>-37.879191537995936</c:v>
                </c:pt>
                <c:pt idx="629">
                  <c:v>-40.346889124838263</c:v>
                </c:pt>
                <c:pt idx="630">
                  <c:v>-36.458295570723337</c:v>
                </c:pt>
                <c:pt idx="631">
                  <c:v>-35.733879800831247</c:v>
                </c:pt>
                <c:pt idx="632">
                  <c:v>-38.216884570752789</c:v>
                </c:pt>
                <c:pt idx="633">
                  <c:v>-38.991980568593682</c:v>
                </c:pt>
                <c:pt idx="634">
                  <c:v>-39.621784613726355</c:v>
                </c:pt>
                <c:pt idx="635">
                  <c:v>-41.16093286034647</c:v>
                </c:pt>
                <c:pt idx="636">
                  <c:v>-33.697832125523455</c:v>
                </c:pt>
                <c:pt idx="637">
                  <c:v>-34.81185092360802</c:v>
                </c:pt>
                <c:pt idx="638">
                  <c:v>-36.634984051602203</c:v>
                </c:pt>
                <c:pt idx="639">
                  <c:v>-35.930329876256145</c:v>
                </c:pt>
                <c:pt idx="640">
                  <c:v>-36.344277062290196</c:v>
                </c:pt>
                <c:pt idx="641">
                  <c:v>-36.5054400296575</c:v>
                </c:pt>
                <c:pt idx="642">
                  <c:v>-40.041456009863012</c:v>
                </c:pt>
                <c:pt idx="643">
                  <c:v>-31.821306605904212</c:v>
                </c:pt>
                <c:pt idx="644">
                  <c:v>-36.192950979218971</c:v>
                </c:pt>
                <c:pt idx="645">
                  <c:v>-34.139057564356534</c:v>
                </c:pt>
                <c:pt idx="646">
                  <c:v>-37.855161188291454</c:v>
                </c:pt>
                <c:pt idx="647">
                  <c:v>-37.888733699589622</c:v>
                </c:pt>
                <c:pt idx="648">
                  <c:v>-36.77240489493829</c:v>
                </c:pt>
                <c:pt idx="649">
                  <c:v>-40.352391635205983</c:v>
                </c:pt>
                <c:pt idx="650">
                  <c:v>-33.818433378853825</c:v>
                </c:pt>
                <c:pt idx="651">
                  <c:v>-33.381175818864357</c:v>
                </c:pt>
                <c:pt idx="652">
                  <c:v>-32.15188431965867</c:v>
                </c:pt>
                <c:pt idx="653">
                  <c:v>-34.363211184496137</c:v>
                </c:pt>
                <c:pt idx="654">
                  <c:v>-36.353405362849678</c:v>
                </c:pt>
                <c:pt idx="655">
                  <c:v>-40.610248800170538</c:v>
                </c:pt>
                <c:pt idx="656">
                  <c:v>-40.086168021863038</c:v>
                </c:pt>
                <c:pt idx="657">
                  <c:v>-38.750095784984275</c:v>
                </c:pt>
                <c:pt idx="658">
                  <c:v>-39.78790641490184</c:v>
                </c:pt>
                <c:pt idx="659">
                  <c:v>-42.174226887194145</c:v>
                </c:pt>
                <c:pt idx="660">
                  <c:v>-40.597850818905819</c:v>
                </c:pt>
                <c:pt idx="661">
                  <c:v>-39.78366149554423</c:v>
                </c:pt>
                <c:pt idx="662">
                  <c:v>-37.821059708322885</c:v>
                </c:pt>
                <c:pt idx="663">
                  <c:v>-40.168161319867821</c:v>
                </c:pt>
                <c:pt idx="664">
                  <c:v>-39.729148837955869</c:v>
                </c:pt>
                <c:pt idx="665">
                  <c:v>-41.976056097352227</c:v>
                </c:pt>
                <c:pt idx="666">
                  <c:v>-48.191731149171204</c:v>
                </c:pt>
                <c:pt idx="667">
                  <c:v>-40.325321658623437</c:v>
                </c:pt>
                <c:pt idx="668">
                  <c:v>-32.459567986290196</c:v>
                </c:pt>
                <c:pt idx="669">
                  <c:v>-29.096664238156702</c:v>
                </c:pt>
                <c:pt idx="670">
                  <c:v>-27.032987767075397</c:v>
                </c:pt>
                <c:pt idx="671">
                  <c:v>-26.275630813365279</c:v>
                </c:pt>
                <c:pt idx="672">
                  <c:v>-27.900505416852891</c:v>
                </c:pt>
                <c:pt idx="673">
                  <c:v>-27.937935681020111</c:v>
                </c:pt>
                <c:pt idx="674">
                  <c:v>-30.485126751555391</c:v>
                </c:pt>
                <c:pt idx="675">
                  <c:v>-30.381199854295762</c:v>
                </c:pt>
                <c:pt idx="676">
                  <c:v>-26.501123802808561</c:v>
                </c:pt>
                <c:pt idx="677">
                  <c:v>-29.487918792653456</c:v>
                </c:pt>
                <c:pt idx="678">
                  <c:v>-28.77817225238223</c:v>
                </c:pt>
                <c:pt idx="679">
                  <c:v>-25.427020626164278</c:v>
                </c:pt>
                <c:pt idx="680">
                  <c:v>-24.34087168463504</c:v>
                </c:pt>
                <c:pt idx="681">
                  <c:v>-25.221784592955949</c:v>
                </c:pt>
                <c:pt idx="682">
                  <c:v>-28.157215050089842</c:v>
                </c:pt>
                <c:pt idx="683">
                  <c:v>-28.395586023065288</c:v>
                </c:pt>
                <c:pt idx="684">
                  <c:v>-28.747626619684841</c:v>
                </c:pt>
                <c:pt idx="685">
                  <c:v>-30.779239093828448</c:v>
                </c:pt>
                <c:pt idx="686">
                  <c:v>-29.321120665133733</c:v>
                </c:pt>
                <c:pt idx="687">
                  <c:v>-23.8902895057888</c:v>
                </c:pt>
                <c:pt idx="688">
                  <c:v>-21.271483795027926</c:v>
                </c:pt>
                <c:pt idx="689">
                  <c:v>-25.296489452404746</c:v>
                </c:pt>
                <c:pt idx="690">
                  <c:v>-33.253820820335072</c:v>
                </c:pt>
                <c:pt idx="691">
                  <c:v>-33.786684941629439</c:v>
                </c:pt>
                <c:pt idx="692">
                  <c:v>-37.594576430637758</c:v>
                </c:pt>
                <c:pt idx="693">
                  <c:v>-35.454924268262111</c:v>
                </c:pt>
                <c:pt idx="694">
                  <c:v>-39.20406169708022</c:v>
                </c:pt>
                <c:pt idx="695">
                  <c:v>-39.380609076265465</c:v>
                </c:pt>
                <c:pt idx="696">
                  <c:v>-37.85966144038035</c:v>
                </c:pt>
                <c:pt idx="697">
                  <c:v>-45.558362570555417</c:v>
                </c:pt>
                <c:pt idx="698">
                  <c:v>-47.962794193790998</c:v>
                </c:pt>
                <c:pt idx="699">
                  <c:v>-43.312610132780613</c:v>
                </c:pt>
                <c:pt idx="700">
                  <c:v>-43.551023193650323</c:v>
                </c:pt>
                <c:pt idx="701">
                  <c:v>-45.943822492203907</c:v>
                </c:pt>
                <c:pt idx="702">
                  <c:v>-45.959512853576456</c:v>
                </c:pt>
                <c:pt idx="703">
                  <c:v>-46.091678761758125</c:v>
                </c:pt>
                <c:pt idx="704">
                  <c:v>-47.677273255981746</c:v>
                </c:pt>
                <c:pt idx="705">
                  <c:v>-48.25053056902086</c:v>
                </c:pt>
                <c:pt idx="706">
                  <c:v>-42.748508214372485</c:v>
                </c:pt>
                <c:pt idx="707">
                  <c:v>-41.603529706108979</c:v>
                </c:pt>
                <c:pt idx="708">
                  <c:v>-40.526742307672109</c:v>
                </c:pt>
                <c:pt idx="709">
                  <c:v>-44.507097761983133</c:v>
                </c:pt>
                <c:pt idx="710">
                  <c:v>-44.171778645969404</c:v>
                </c:pt>
                <c:pt idx="711">
                  <c:v>-42.834352414876847</c:v>
                </c:pt>
                <c:pt idx="712">
                  <c:v>-40.899560114596149</c:v>
                </c:pt>
                <c:pt idx="713">
                  <c:v>-42.455899173550989</c:v>
                </c:pt>
                <c:pt idx="714">
                  <c:v>-41.747253357905443</c:v>
                </c:pt>
                <c:pt idx="715">
                  <c:v>-38.974636368574124</c:v>
                </c:pt>
                <c:pt idx="716">
                  <c:v>-31.567323453900705</c:v>
                </c:pt>
                <c:pt idx="717">
                  <c:v>-31.633047137190609</c:v>
                </c:pt>
                <c:pt idx="718">
                  <c:v>-28.323548915718625</c:v>
                </c:pt>
                <c:pt idx="719">
                  <c:v>-27.185164506733464</c:v>
                </c:pt>
                <c:pt idx="720">
                  <c:v>-27.117538277036569</c:v>
                </c:pt>
                <c:pt idx="721">
                  <c:v>-25.698962233523723</c:v>
                </c:pt>
                <c:pt idx="722">
                  <c:v>-22.1219982331531</c:v>
                </c:pt>
                <c:pt idx="723">
                  <c:v>-17.71789015229157</c:v>
                </c:pt>
                <c:pt idx="724">
                  <c:v>-13.754192879516193</c:v>
                </c:pt>
                <c:pt idx="725">
                  <c:v>-9.9433999099735342</c:v>
                </c:pt>
                <c:pt idx="726">
                  <c:v>-9.7858553523131899</c:v>
                </c:pt>
                <c:pt idx="727">
                  <c:v>-10.26382293816906</c:v>
                </c:pt>
                <c:pt idx="728">
                  <c:v>-10.367119975341495</c:v>
                </c:pt>
                <c:pt idx="729">
                  <c:v>-10.917572818093346</c:v>
                </c:pt>
                <c:pt idx="730">
                  <c:v>-5.3222867105958809</c:v>
                </c:pt>
                <c:pt idx="731">
                  <c:v>-4.5853596246961068</c:v>
                </c:pt>
                <c:pt idx="732">
                  <c:v>-0.20434594634568626</c:v>
                </c:pt>
                <c:pt idx="733">
                  <c:v>3.0988249212632728</c:v>
                </c:pt>
                <c:pt idx="734">
                  <c:v>10.674945111798396</c:v>
                </c:pt>
                <c:pt idx="735">
                  <c:v>12.605656332864797</c:v>
                </c:pt>
                <c:pt idx="736">
                  <c:v>17.088769086042348</c:v>
                </c:pt>
                <c:pt idx="737">
                  <c:v>13.251330869819094</c:v>
                </c:pt>
                <c:pt idx="738">
                  <c:v>15.893317213702026</c:v>
                </c:pt>
                <c:pt idx="739">
                  <c:v>16.094281697566974</c:v>
                </c:pt>
                <c:pt idx="740">
                  <c:v>16.572729783933948</c:v>
                </c:pt>
                <c:pt idx="741">
                  <c:v>14.273370056829583</c:v>
                </c:pt>
                <c:pt idx="742">
                  <c:v>11.450971497887645</c:v>
                </c:pt>
                <c:pt idx="743">
                  <c:v>15.481760362482161</c:v>
                </c:pt>
                <c:pt idx="744">
                  <c:v>16.795453412157563</c:v>
                </c:pt>
                <c:pt idx="745">
                  <c:v>18.280862767538657</c:v>
                </c:pt>
                <c:pt idx="746">
                  <c:v>24.566128622016542</c:v>
                </c:pt>
                <c:pt idx="747">
                  <c:v>23.061532408569924</c:v>
                </c:pt>
                <c:pt idx="748">
                  <c:v>30.794272675417929</c:v>
                </c:pt>
                <c:pt idx="749">
                  <c:v>31.930849210848638</c:v>
                </c:pt>
                <c:pt idx="750">
                  <c:v>31.735970022010015</c:v>
                </c:pt>
                <c:pt idx="751">
                  <c:v>26.888177390212256</c:v>
                </c:pt>
                <c:pt idx="752">
                  <c:v>23.178747755691543</c:v>
                </c:pt>
                <c:pt idx="753">
                  <c:v>21.018316210513458</c:v>
                </c:pt>
                <c:pt idx="754">
                  <c:v>16.776646817929773</c:v>
                </c:pt>
                <c:pt idx="755">
                  <c:v>12.177568348956555</c:v>
                </c:pt>
                <c:pt idx="756">
                  <c:v>10.813716155692008</c:v>
                </c:pt>
                <c:pt idx="757">
                  <c:v>9.6738946243854986</c:v>
                </c:pt>
                <c:pt idx="758">
                  <c:v>10.256964307478599</c:v>
                </c:pt>
                <c:pt idx="759">
                  <c:v>11.375488656807928</c:v>
                </c:pt>
                <c:pt idx="760">
                  <c:v>11.575606386150566</c:v>
                </c:pt>
                <c:pt idx="761">
                  <c:v>8.5264259068296298</c:v>
                </c:pt>
                <c:pt idx="762">
                  <c:v>15.479600679361397</c:v>
                </c:pt>
                <c:pt idx="763">
                  <c:v>9.4088015996491059</c:v>
                </c:pt>
                <c:pt idx="764">
                  <c:v>10.578937439802075</c:v>
                </c:pt>
                <c:pt idx="765">
                  <c:v>10.014317598585718</c:v>
                </c:pt>
                <c:pt idx="766">
                  <c:v>12.567415397700767</c:v>
                </c:pt>
                <c:pt idx="767">
                  <c:v>5.7254061745756415</c:v>
                </c:pt>
                <c:pt idx="768">
                  <c:v>9.266728834462338</c:v>
                </c:pt>
                <c:pt idx="769">
                  <c:v>15.360137771911944</c:v>
                </c:pt>
                <c:pt idx="770">
                  <c:v>19.214373246025271</c:v>
                </c:pt>
                <c:pt idx="771">
                  <c:v>20.324481297484617</c:v>
                </c:pt>
                <c:pt idx="772">
                  <c:v>18.145937809367265</c:v>
                </c:pt>
                <c:pt idx="773">
                  <c:v>16.514101260554817</c:v>
                </c:pt>
                <c:pt idx="774">
                  <c:v>15.02350939505194</c:v>
                </c:pt>
                <c:pt idx="775">
                  <c:v>20.047946183412225</c:v>
                </c:pt>
                <c:pt idx="776">
                  <c:v>21.685231889962772</c:v>
                </c:pt>
                <c:pt idx="777">
                  <c:v>19.46452052524873</c:v>
                </c:pt>
                <c:pt idx="778">
                  <c:v>25.40407115538531</c:v>
                </c:pt>
                <c:pt idx="779">
                  <c:v>27.485694914063448</c:v>
                </c:pt>
                <c:pt idx="780">
                  <c:v>29.259835961894517</c:v>
                </c:pt>
                <c:pt idx="781">
                  <c:v>29.852341761719018</c:v>
                </c:pt>
                <c:pt idx="782">
                  <c:v>28.804802727906576</c:v>
                </c:pt>
                <c:pt idx="783">
                  <c:v>23.685277116121799</c:v>
                </c:pt>
                <c:pt idx="784">
                  <c:v>22.753693381092258</c:v>
                </c:pt>
                <c:pt idx="785">
                  <c:v>20.691001618002677</c:v>
                </c:pt>
                <c:pt idx="786">
                  <c:v>21.742377355388697</c:v>
                </c:pt>
                <c:pt idx="787">
                  <c:v>21.181688254291668</c:v>
                </c:pt>
                <c:pt idx="788">
                  <c:v>25.312523877175142</c:v>
                </c:pt>
                <c:pt idx="789">
                  <c:v>24.892287489575509</c:v>
                </c:pt>
                <c:pt idx="790">
                  <c:v>20.783253259929829</c:v>
                </c:pt>
                <c:pt idx="791">
                  <c:v>25.231715661802149</c:v>
                </c:pt>
                <c:pt idx="792">
                  <c:v>21.999855663258447</c:v>
                </c:pt>
                <c:pt idx="793">
                  <c:v>24.853356456342055</c:v>
                </c:pt>
                <c:pt idx="794">
                  <c:v>25.351073836235109</c:v>
                </c:pt>
                <c:pt idx="795">
                  <c:v>26.340504133851098</c:v>
                </c:pt>
                <c:pt idx="796">
                  <c:v>27.298261392211472</c:v>
                </c:pt>
                <c:pt idx="797">
                  <c:v>29.343018882289787</c:v>
                </c:pt>
                <c:pt idx="798">
                  <c:v>25.824923469472115</c:v>
                </c:pt>
                <c:pt idx="799">
                  <c:v>29.266488990982644</c:v>
                </c:pt>
                <c:pt idx="800">
                  <c:v>32.866627819749858</c:v>
                </c:pt>
                <c:pt idx="801">
                  <c:v>40.485883970683375</c:v>
                </c:pt>
                <c:pt idx="802">
                  <c:v>41.77168220293261</c:v>
                </c:pt>
                <c:pt idx="803">
                  <c:v>42.321933644074292</c:v>
                </c:pt>
                <c:pt idx="804">
                  <c:v>48.167970916631461</c:v>
                </c:pt>
                <c:pt idx="805">
                  <c:v>49.950565211461097</c:v>
                </c:pt>
                <c:pt idx="806">
                  <c:v>51.318109516002764</c:v>
                </c:pt>
                <c:pt idx="807">
                  <c:v>49.484743829597583</c:v>
                </c:pt>
                <c:pt idx="808">
                  <c:v>52.449007019806494</c:v>
                </c:pt>
                <c:pt idx="809">
                  <c:v>52.95793715976184</c:v>
                </c:pt>
                <c:pt idx="810">
                  <c:v>52.091092622016617</c:v>
                </c:pt>
                <c:pt idx="811">
                  <c:v>51.961692488722008</c:v>
                </c:pt>
                <c:pt idx="812">
                  <c:v>52.750956972238974</c:v>
                </c:pt>
                <c:pt idx="813">
                  <c:v>55.021276659241892</c:v>
                </c:pt>
                <c:pt idx="814">
                  <c:v>58.772756846545704</c:v>
                </c:pt>
                <c:pt idx="815">
                  <c:v>62.698497767200806</c:v>
                </c:pt>
                <c:pt idx="816">
                  <c:v>62.955435718346209</c:v>
                </c:pt>
                <c:pt idx="817">
                  <c:v>66.109561614399311</c:v>
                </c:pt>
                <c:pt idx="818">
                  <c:v>68.752213306187286</c:v>
                </c:pt>
                <c:pt idx="819">
                  <c:v>65.504376025833395</c:v>
                </c:pt>
                <c:pt idx="820">
                  <c:v>65.311410374837806</c:v>
                </c:pt>
                <c:pt idx="821">
                  <c:v>67.030143155522381</c:v>
                </c:pt>
                <c:pt idx="822">
                  <c:v>71.302160707272648</c:v>
                </c:pt>
                <c:pt idx="823">
                  <c:v>74.801625803810694</c:v>
                </c:pt>
                <c:pt idx="824">
                  <c:v>82.443703410394335</c:v>
                </c:pt>
                <c:pt idx="825">
                  <c:v>85.398112390565615</c:v>
                </c:pt>
                <c:pt idx="826">
                  <c:v>85.3622811057175</c:v>
                </c:pt>
                <c:pt idx="827">
                  <c:v>86.766634079338161</c:v>
                </c:pt>
                <c:pt idx="828">
                  <c:v>92.467171382661846</c:v>
                </c:pt>
                <c:pt idx="829">
                  <c:v>102.92671305904267</c:v>
                </c:pt>
                <c:pt idx="830">
                  <c:v>102.62049656503727</c:v>
                </c:pt>
                <c:pt idx="831">
                  <c:v>106.34221209482125</c:v>
                </c:pt>
                <c:pt idx="832">
                  <c:v>107.62893909497853</c:v>
                </c:pt>
                <c:pt idx="833">
                  <c:v>110.73994077710859</c:v>
                </c:pt>
                <c:pt idx="834">
                  <c:v>112.85858501395744</c:v>
                </c:pt>
                <c:pt idx="835">
                  <c:v>115.45760664504121</c:v>
                </c:pt>
                <c:pt idx="836">
                  <c:v>107.745067487008</c:v>
                </c:pt>
                <c:pt idx="837">
                  <c:v>105.80246870497533</c:v>
                </c:pt>
                <c:pt idx="838">
                  <c:v>106.04918076888819</c:v>
                </c:pt>
                <c:pt idx="839">
                  <c:v>106.62676190482966</c:v>
                </c:pt>
                <c:pt idx="840">
                  <c:v>113.4579391342229</c:v>
                </c:pt>
                <c:pt idx="841">
                  <c:v>110.5773148396668</c:v>
                </c:pt>
                <c:pt idx="842">
                  <c:v>108.64257948972886</c:v>
                </c:pt>
                <c:pt idx="843">
                  <c:v>115.34516946659788</c:v>
                </c:pt>
                <c:pt idx="844">
                  <c:v>110.16812447152583</c:v>
                </c:pt>
                <c:pt idx="845">
                  <c:v>108.40491987760116</c:v>
                </c:pt>
                <c:pt idx="846">
                  <c:v>107.96417210313615</c:v>
                </c:pt>
                <c:pt idx="847">
                  <c:v>109.27467028248785</c:v>
                </c:pt>
                <c:pt idx="848">
                  <c:v>107.05275724749892</c:v>
                </c:pt>
                <c:pt idx="849">
                  <c:v>110.80567579792152</c:v>
                </c:pt>
                <c:pt idx="850">
                  <c:v>110.16905265527278</c:v>
                </c:pt>
                <c:pt idx="851">
                  <c:v>114.02862960476762</c:v>
                </c:pt>
                <c:pt idx="852">
                  <c:v>112.62890515592346</c:v>
                </c:pt>
                <c:pt idx="853">
                  <c:v>111.44424527729572</c:v>
                </c:pt>
                <c:pt idx="854">
                  <c:v>114.17371634119405</c:v>
                </c:pt>
                <c:pt idx="855">
                  <c:v>110.77223279945702</c:v>
                </c:pt>
                <c:pt idx="856">
                  <c:v>107.02032374829642</c:v>
                </c:pt>
                <c:pt idx="857">
                  <c:v>101.6438694200033</c:v>
                </c:pt>
                <c:pt idx="858">
                  <c:v>99.36548516066442</c:v>
                </c:pt>
                <c:pt idx="859">
                  <c:v>98.943998427492886</c:v>
                </c:pt>
                <c:pt idx="860">
                  <c:v>97.960514317359241</c:v>
                </c:pt>
                <c:pt idx="861">
                  <c:v>94.884913419411006</c:v>
                </c:pt>
                <c:pt idx="862">
                  <c:v>91.923209805335389</c:v>
                </c:pt>
                <c:pt idx="863">
                  <c:v>98.951137437184457</c:v>
                </c:pt>
                <c:pt idx="864">
                  <c:v>100.85674719388052</c:v>
                </c:pt>
                <c:pt idx="865">
                  <c:v>102.50776234131837</c:v>
                </c:pt>
                <c:pt idx="866">
                  <c:v>100.99675386742699</c:v>
                </c:pt>
                <c:pt idx="867">
                  <c:v>99.83433638342521</c:v>
                </c:pt>
                <c:pt idx="868">
                  <c:v>88.884845122819144</c:v>
                </c:pt>
                <c:pt idx="869">
                  <c:v>92.474115368468233</c:v>
                </c:pt>
                <c:pt idx="870">
                  <c:v>86.725537452267972</c:v>
                </c:pt>
                <c:pt idx="871">
                  <c:v>90.39432901118218</c:v>
                </c:pt>
                <c:pt idx="872">
                  <c:v>87.655958308901049</c:v>
                </c:pt>
                <c:pt idx="873">
                  <c:v>88.047156634781885</c:v>
                </c:pt>
                <c:pt idx="874">
                  <c:v>86.855931922560757</c:v>
                </c:pt>
                <c:pt idx="875">
                  <c:v>91.535540380260684</c:v>
                </c:pt>
                <c:pt idx="876">
                  <c:v>94.705149999565009</c:v>
                </c:pt>
                <c:pt idx="877">
                  <c:v>89.365518400375791</c:v>
                </c:pt>
                <c:pt idx="878">
                  <c:v>88.000562377864696</c:v>
                </c:pt>
                <c:pt idx="879">
                  <c:v>83.239758286665165</c:v>
                </c:pt>
                <c:pt idx="880">
                  <c:v>77.79495943146803</c:v>
                </c:pt>
                <c:pt idx="881">
                  <c:v>74.742883149755997</c:v>
                </c:pt>
                <c:pt idx="882">
                  <c:v>73.408565697226578</c:v>
                </c:pt>
                <c:pt idx="883">
                  <c:v>70.795128788938683</c:v>
                </c:pt>
                <c:pt idx="884">
                  <c:v>72.969223763272723</c:v>
                </c:pt>
                <c:pt idx="885">
                  <c:v>64.390019667810762</c:v>
                </c:pt>
                <c:pt idx="886">
                  <c:v>56.930405805530192</c:v>
                </c:pt>
                <c:pt idx="887">
                  <c:v>54.099234310900798</c:v>
                </c:pt>
                <c:pt idx="888">
                  <c:v>50.523816328220967</c:v>
                </c:pt>
                <c:pt idx="889">
                  <c:v>47.970153788230427</c:v>
                </c:pt>
                <c:pt idx="890">
                  <c:v>45.671857502238943</c:v>
                </c:pt>
                <c:pt idx="891">
                  <c:v>42.442338347038479</c:v>
                </c:pt>
                <c:pt idx="892">
                  <c:v>39.811653146776663</c:v>
                </c:pt>
                <c:pt idx="893">
                  <c:v>36.47447475682177</c:v>
                </c:pt>
                <c:pt idx="894">
                  <c:v>40.398623098666071</c:v>
                </c:pt>
                <c:pt idx="895">
                  <c:v>37.707455974646834</c:v>
                </c:pt>
                <c:pt idx="896">
                  <c:v>37.918712396729113</c:v>
                </c:pt>
                <c:pt idx="897">
                  <c:v>44.756522324321509</c:v>
                </c:pt>
                <c:pt idx="898">
                  <c:v>42.613346574894294</c:v>
                </c:pt>
                <c:pt idx="899">
                  <c:v>38.661383325931617</c:v>
                </c:pt>
                <c:pt idx="900">
                  <c:v>35.904587456993774</c:v>
                </c:pt>
                <c:pt idx="901">
                  <c:v>34.546920227167426</c:v>
                </c:pt>
                <c:pt idx="902">
                  <c:v>27.979193557876116</c:v>
                </c:pt>
                <c:pt idx="903">
                  <c:v>28.150066813810756</c:v>
                </c:pt>
                <c:pt idx="904">
                  <c:v>26.155010746900281</c:v>
                </c:pt>
                <c:pt idx="905">
                  <c:v>25.595195575088823</c:v>
                </c:pt>
                <c:pt idx="906">
                  <c:v>21.077200286611141</c:v>
                </c:pt>
                <c:pt idx="907">
                  <c:v>17.774386762818118</c:v>
                </c:pt>
                <c:pt idx="908">
                  <c:v>19.830169593007206</c:v>
                </c:pt>
                <c:pt idx="909">
                  <c:v>20.124242971260294</c:v>
                </c:pt>
                <c:pt idx="910">
                  <c:v>18.931769288605139</c:v>
                </c:pt>
                <c:pt idx="911">
                  <c:v>18.924119589386397</c:v>
                </c:pt>
                <c:pt idx="912">
                  <c:v>16.885612272078866</c:v>
                </c:pt>
                <c:pt idx="913">
                  <c:v>22.17598294910162</c:v>
                </c:pt>
                <c:pt idx="914">
                  <c:v>21.79289010260171</c:v>
                </c:pt>
                <c:pt idx="915">
                  <c:v>22.1123201851731</c:v>
                </c:pt>
                <c:pt idx="916">
                  <c:v>18.241018536594769</c:v>
                </c:pt>
                <c:pt idx="917">
                  <c:v>15.980818830338697</c:v>
                </c:pt>
                <c:pt idx="918">
                  <c:v>13.507633584206769</c:v>
                </c:pt>
                <c:pt idx="919">
                  <c:v>14.275791668575451</c:v>
                </c:pt>
                <c:pt idx="920">
                  <c:v>13.631923684162947</c:v>
                </c:pt>
                <c:pt idx="921">
                  <c:v>14.412952095823574</c:v>
                </c:pt>
                <c:pt idx="922">
                  <c:v>12.825561527872324</c:v>
                </c:pt>
                <c:pt idx="923">
                  <c:v>14.041724467916653</c:v>
                </c:pt>
                <c:pt idx="924">
                  <c:v>14.926301434548087</c:v>
                </c:pt>
                <c:pt idx="925">
                  <c:v>14.397276496339863</c:v>
                </c:pt>
                <c:pt idx="926">
                  <c:v>15.604145234021788</c:v>
                </c:pt>
                <c:pt idx="927">
                  <c:v>14.975732212108294</c:v>
                </c:pt>
                <c:pt idx="928">
                  <c:v>21.322850460127668</c:v>
                </c:pt>
                <c:pt idx="929">
                  <c:v>24.921703177447295</c:v>
                </c:pt>
                <c:pt idx="930">
                  <c:v>22.722018123533822</c:v>
                </c:pt>
                <c:pt idx="931">
                  <c:v>16.073402550498763</c:v>
                </c:pt>
                <c:pt idx="932">
                  <c:v>17.408713225677658</c:v>
                </c:pt>
                <c:pt idx="933">
                  <c:v>12.692364001523293</c:v>
                </c:pt>
                <c:pt idx="934">
                  <c:v>13.438582226442525</c:v>
                </c:pt>
                <c:pt idx="935">
                  <c:v>11.015935989764063</c:v>
                </c:pt>
                <c:pt idx="936">
                  <c:v>9.7682470324187651</c:v>
                </c:pt>
                <c:pt idx="937">
                  <c:v>7.2477859879611586</c:v>
                </c:pt>
                <c:pt idx="938">
                  <c:v>4.2839620501709224</c:v>
                </c:pt>
                <c:pt idx="939">
                  <c:v>10.576016378941521</c:v>
                </c:pt>
                <c:pt idx="940">
                  <c:v>11.39713837825062</c:v>
                </c:pt>
                <c:pt idx="941">
                  <c:v>15.188579263563849</c:v>
                </c:pt>
                <c:pt idx="942">
                  <c:v>14.137886535627148</c:v>
                </c:pt>
                <c:pt idx="943">
                  <c:v>12.402817511727624</c:v>
                </c:pt>
                <c:pt idx="944">
                  <c:v>14.105186690783722</c:v>
                </c:pt>
                <c:pt idx="945">
                  <c:v>14.13161199828799</c:v>
                </c:pt>
                <c:pt idx="946">
                  <c:v>7.3774661598219007</c:v>
                </c:pt>
                <c:pt idx="947">
                  <c:v>5.1831664227525209</c:v>
                </c:pt>
                <c:pt idx="948">
                  <c:v>6.4993552288875192</c:v>
                </c:pt>
                <c:pt idx="949">
                  <c:v>9.8886718525856985</c:v>
                </c:pt>
                <c:pt idx="950">
                  <c:v>9.8832774021365299</c:v>
                </c:pt>
                <c:pt idx="951">
                  <c:v>8.3111561373342777</c:v>
                </c:pt>
                <c:pt idx="952">
                  <c:v>11.066821563500261</c:v>
                </c:pt>
                <c:pt idx="953">
                  <c:v>10.189916167332228</c:v>
                </c:pt>
                <c:pt idx="954">
                  <c:v>13.898344212033946</c:v>
                </c:pt>
                <c:pt idx="955">
                  <c:v>16.04447246582734</c:v>
                </c:pt>
                <c:pt idx="956">
                  <c:v>14.371262242180755</c:v>
                </c:pt>
                <c:pt idx="957">
                  <c:v>15.34417666839675</c:v>
                </c:pt>
                <c:pt idx="958">
                  <c:v>12.934655638459017</c:v>
                </c:pt>
                <c:pt idx="959">
                  <c:v>10.838877556029349</c:v>
                </c:pt>
                <c:pt idx="960">
                  <c:v>14.930875814809426</c:v>
                </c:pt>
                <c:pt idx="961">
                  <c:v>23.378369317520885</c:v>
                </c:pt>
                <c:pt idx="962">
                  <c:v>24.205487082365558</c:v>
                </c:pt>
                <c:pt idx="963">
                  <c:v>21.026312074376914</c:v>
                </c:pt>
                <c:pt idx="964">
                  <c:v>24.436517117431944</c:v>
                </c:pt>
                <c:pt idx="965">
                  <c:v>18.168555355051758</c:v>
                </c:pt>
                <c:pt idx="966">
                  <c:v>15.331087924047001</c:v>
                </c:pt>
                <c:pt idx="967">
                  <c:v>17.562566701254042</c:v>
                </c:pt>
                <c:pt idx="968">
                  <c:v>18.486528830252027</c:v>
                </c:pt>
                <c:pt idx="969">
                  <c:v>22.623309679615993</c:v>
                </c:pt>
                <c:pt idx="970">
                  <c:v>24.730282384288145</c:v>
                </c:pt>
                <c:pt idx="971">
                  <c:v>22.374201095363805</c:v>
                </c:pt>
                <c:pt idx="972">
                  <c:v>19.299985552490416</c:v>
                </c:pt>
                <c:pt idx="973">
                  <c:v>22.829586304325595</c:v>
                </c:pt>
                <c:pt idx="974">
                  <c:v>24.558397896951046</c:v>
                </c:pt>
                <c:pt idx="975">
                  <c:v>22.044108191518632</c:v>
                </c:pt>
                <c:pt idx="976">
                  <c:v>29.276290684810107</c:v>
                </c:pt>
                <c:pt idx="977">
                  <c:v>34.759669127501823</c:v>
                </c:pt>
                <c:pt idx="978">
                  <c:v>26.370882006335652</c:v>
                </c:pt>
                <c:pt idx="979">
                  <c:v>26.232512898533649</c:v>
                </c:pt>
                <c:pt idx="980">
                  <c:v>22.233124045520245</c:v>
                </c:pt>
                <c:pt idx="981">
                  <c:v>24.208401769425759</c:v>
                </c:pt>
                <c:pt idx="982">
                  <c:v>28.653370702013074</c:v>
                </c:pt>
                <c:pt idx="983">
                  <c:v>36.049929479425067</c:v>
                </c:pt>
                <c:pt idx="984">
                  <c:v>37.33980813112548</c:v>
                </c:pt>
                <c:pt idx="985">
                  <c:v>36.758650538318093</c:v>
                </c:pt>
                <c:pt idx="986">
                  <c:v>34.69633411892832</c:v>
                </c:pt>
                <c:pt idx="987">
                  <c:v>35.769723120060235</c:v>
                </c:pt>
                <c:pt idx="988">
                  <c:v>33.953579152953104</c:v>
                </c:pt>
                <c:pt idx="989">
                  <c:v>34.087432708062124</c:v>
                </c:pt>
                <c:pt idx="990">
                  <c:v>32.60164021158527</c:v>
                </c:pt>
                <c:pt idx="991">
                  <c:v>32.807554098927135</c:v>
                </c:pt>
                <c:pt idx="992">
                  <c:v>31.614674945158093</c:v>
                </c:pt>
                <c:pt idx="993">
                  <c:v>34.979995178507764</c:v>
                </c:pt>
                <c:pt idx="994">
                  <c:v>31.774480924488245</c:v>
                </c:pt>
                <c:pt idx="995">
                  <c:v>36.437593603587885</c:v>
                </c:pt>
                <c:pt idx="996">
                  <c:v>35.863488281722091</c:v>
                </c:pt>
                <c:pt idx="997">
                  <c:v>34.377088314064146</c:v>
                </c:pt>
                <c:pt idx="998">
                  <c:v>35.711604673397304</c:v>
                </c:pt>
                <c:pt idx="999">
                  <c:v>40.761802158241302</c:v>
                </c:pt>
                <c:pt idx="1000">
                  <c:v>46.666679354456974</c:v>
                </c:pt>
                <c:pt idx="1001">
                  <c:v>44.039603922365288</c:v>
                </c:pt>
                <c:pt idx="1002">
                  <c:v>42.324508926901991</c:v>
                </c:pt>
                <c:pt idx="1003">
                  <c:v>39.869724669804029</c:v>
                </c:pt>
                <c:pt idx="1004">
                  <c:v>39.715973709294623</c:v>
                </c:pt>
                <c:pt idx="1005">
                  <c:v>44.681634241106096</c:v>
                </c:pt>
                <c:pt idx="1006">
                  <c:v>45.4791598408802</c:v>
                </c:pt>
                <c:pt idx="1007">
                  <c:v>45.121708076108789</c:v>
                </c:pt>
                <c:pt idx="1008">
                  <c:v>42.182935937754763</c:v>
                </c:pt>
                <c:pt idx="1009">
                  <c:v>38.508142338556738</c:v>
                </c:pt>
                <c:pt idx="1010">
                  <c:v>35.125493303120749</c:v>
                </c:pt>
                <c:pt idx="1011">
                  <c:v>40.534236550945792</c:v>
                </c:pt>
                <c:pt idx="1012">
                  <c:v>36.45424280595013</c:v>
                </c:pt>
                <c:pt idx="1013">
                  <c:v>32.88527672676345</c:v>
                </c:pt>
                <c:pt idx="1014">
                  <c:v>33.041328436138244</c:v>
                </c:pt>
                <c:pt idx="1015">
                  <c:v>33.347435233029145</c:v>
                </c:pt>
                <c:pt idx="1016">
                  <c:v>30.005814434092414</c:v>
                </c:pt>
                <c:pt idx="1017">
                  <c:v>28.839738439093423</c:v>
                </c:pt>
                <c:pt idx="1018">
                  <c:v>26.731710968743045</c:v>
                </c:pt>
                <c:pt idx="1019">
                  <c:v>29.003671912662682</c:v>
                </c:pt>
                <c:pt idx="1020">
                  <c:v>34.487104980819659</c:v>
                </c:pt>
                <c:pt idx="1021">
                  <c:v>34.514953686944253</c:v>
                </c:pt>
                <c:pt idx="1022">
                  <c:v>32.60340432064212</c:v>
                </c:pt>
                <c:pt idx="1023">
                  <c:v>28.836164462320866</c:v>
                </c:pt>
                <c:pt idx="1024">
                  <c:v>23.78945439218522</c:v>
                </c:pt>
                <c:pt idx="1025">
                  <c:v>26.137928614401638</c:v>
                </c:pt>
                <c:pt idx="1026">
                  <c:v>23.378040394592581</c:v>
                </c:pt>
                <c:pt idx="1027">
                  <c:v>20.237923836549555</c:v>
                </c:pt>
                <c:pt idx="1028">
                  <c:v>21.212337185140843</c:v>
                </c:pt>
                <c:pt idx="1029">
                  <c:v>28.97876507225703</c:v>
                </c:pt>
                <c:pt idx="1030">
                  <c:v>29.579722185677888</c:v>
                </c:pt>
                <c:pt idx="1031">
                  <c:v>32.998028372894261</c:v>
                </c:pt>
                <c:pt idx="1032">
                  <c:v>30.870530108213224</c:v>
                </c:pt>
                <c:pt idx="1033">
                  <c:v>30.345559941189443</c:v>
                </c:pt>
                <c:pt idx="1034">
                  <c:v>27.014741369019927</c:v>
                </c:pt>
                <c:pt idx="1035">
                  <c:v>31.251056876906354</c:v>
                </c:pt>
                <c:pt idx="1036">
                  <c:v>30.84652369901314</c:v>
                </c:pt>
                <c:pt idx="1037">
                  <c:v>26.436008632688498</c:v>
                </c:pt>
                <c:pt idx="1038">
                  <c:v>21.0023488689109</c:v>
                </c:pt>
                <c:pt idx="1039">
                  <c:v>18.591778541649266</c:v>
                </c:pt>
                <c:pt idx="1040">
                  <c:v>16.788817338984085</c:v>
                </c:pt>
                <c:pt idx="1041">
                  <c:v>18.664465164059298</c:v>
                </c:pt>
                <c:pt idx="1042">
                  <c:v>17.733099283003646</c:v>
                </c:pt>
                <c:pt idx="1043">
                  <c:v>14.889594558588753</c:v>
                </c:pt>
                <c:pt idx="1044">
                  <c:v>9.6050444291335566</c:v>
                </c:pt>
                <c:pt idx="1045">
                  <c:v>7.3840520389133406</c:v>
                </c:pt>
                <c:pt idx="1046">
                  <c:v>5.770543471923764</c:v>
                </c:pt>
                <c:pt idx="1047">
                  <c:v>10.686490500839277</c:v>
                </c:pt>
                <c:pt idx="1048">
                  <c:v>8.8751032272979504</c:v>
                </c:pt>
                <c:pt idx="1049">
                  <c:v>8.7195439179905048</c:v>
                </c:pt>
                <c:pt idx="1050">
                  <c:v>9.1668763747019941</c:v>
                </c:pt>
                <c:pt idx="1051">
                  <c:v>8.1917388214944857</c:v>
                </c:pt>
                <c:pt idx="1052">
                  <c:v>7.355372157778155</c:v>
                </c:pt>
                <c:pt idx="1053">
                  <c:v>8.3217394868822598</c:v>
                </c:pt>
                <c:pt idx="1054">
                  <c:v>8.5296706630127535</c:v>
                </c:pt>
                <c:pt idx="1055">
                  <c:v>1.6756836893769282</c:v>
                </c:pt>
                <c:pt idx="1056">
                  <c:v>1.6250622699436166</c:v>
                </c:pt>
                <c:pt idx="1057">
                  <c:v>0.34222320221157498</c:v>
                </c:pt>
                <c:pt idx="1058">
                  <c:v>0.17635014437931049</c:v>
                </c:pt>
                <c:pt idx="1059">
                  <c:v>1.7328306981412593</c:v>
                </c:pt>
                <c:pt idx="1060">
                  <c:v>1.9871587245643845</c:v>
                </c:pt>
                <c:pt idx="1061">
                  <c:v>-3.7128838558848045</c:v>
                </c:pt>
                <c:pt idx="1062">
                  <c:v>2.4336698684765659</c:v>
                </c:pt>
                <c:pt idx="1063">
                  <c:v>1.0393830240772093</c:v>
                </c:pt>
                <c:pt idx="1064">
                  <c:v>1.9695034218180683</c:v>
                </c:pt>
                <c:pt idx="1065">
                  <c:v>-3.0545318722799193</c:v>
                </c:pt>
                <c:pt idx="1066">
                  <c:v>-6.0872085788185775</c:v>
                </c:pt>
                <c:pt idx="1067">
                  <c:v>-5.4367281668607221</c:v>
                </c:pt>
                <c:pt idx="1068">
                  <c:v>-4.8844584499754955</c:v>
                </c:pt>
                <c:pt idx="1069">
                  <c:v>-4.5421079633468384</c:v>
                </c:pt>
                <c:pt idx="1070">
                  <c:v>-4.5430473840011771</c:v>
                </c:pt>
                <c:pt idx="1071">
                  <c:v>4.480008997404842</c:v>
                </c:pt>
                <c:pt idx="1072">
                  <c:v>2.8556023519009175</c:v>
                </c:pt>
                <c:pt idx="1073">
                  <c:v>-1.4838853723987944</c:v>
                </c:pt>
                <c:pt idx="1074">
                  <c:v>-0.69150991043613885</c:v>
                </c:pt>
                <c:pt idx="1075">
                  <c:v>-4.3892263917965355</c:v>
                </c:pt>
                <c:pt idx="1076">
                  <c:v>-1.5402631021828119</c:v>
                </c:pt>
                <c:pt idx="1077">
                  <c:v>-4.1453770585765612</c:v>
                </c:pt>
                <c:pt idx="1078">
                  <c:v>-3.158796646896664</c:v>
                </c:pt>
                <c:pt idx="1079">
                  <c:v>-4.5452621528533577</c:v>
                </c:pt>
                <c:pt idx="1080">
                  <c:v>-5.3935274423985824</c:v>
                </c:pt>
                <c:pt idx="1081">
                  <c:v>-7.7493238924771237</c:v>
                </c:pt>
                <c:pt idx="1082">
                  <c:v>-12.047873286893422</c:v>
                </c:pt>
                <c:pt idx="1083">
                  <c:v>-13.66405907187259</c:v>
                </c:pt>
                <c:pt idx="1084">
                  <c:v>-9.3232583582330797</c:v>
                </c:pt>
                <c:pt idx="1085">
                  <c:v>-9.0775858929471234</c:v>
                </c:pt>
                <c:pt idx="1086">
                  <c:v>-5.2613569431647011</c:v>
                </c:pt>
                <c:pt idx="1087">
                  <c:v>2.4701300125176884</c:v>
                </c:pt>
                <c:pt idx="1088">
                  <c:v>0.88719840935746941</c:v>
                </c:pt>
                <c:pt idx="1089">
                  <c:v>3.4080962656802627</c:v>
                </c:pt>
                <c:pt idx="1090">
                  <c:v>6.4750119447507775</c:v>
                </c:pt>
                <c:pt idx="1091">
                  <c:v>7.7790838535152691</c:v>
                </c:pt>
                <c:pt idx="1092">
                  <c:v>9.5259832957477624</c:v>
                </c:pt>
                <c:pt idx="1093">
                  <c:v>4.6178350128778654</c:v>
                </c:pt>
                <c:pt idx="1094">
                  <c:v>6.7815164540446897</c:v>
                </c:pt>
                <c:pt idx="1095">
                  <c:v>7.0868375434496222</c:v>
                </c:pt>
                <c:pt idx="1096">
                  <c:v>6.1444482863090588</c:v>
                </c:pt>
                <c:pt idx="1097">
                  <c:v>2.1813608296781424</c:v>
                </c:pt>
                <c:pt idx="1098">
                  <c:v>0.65603854003775797</c:v>
                </c:pt>
                <c:pt idx="1099">
                  <c:v>1.6368332063766824</c:v>
                </c:pt>
                <c:pt idx="1100">
                  <c:v>1.3270545273703032</c:v>
                </c:pt>
                <c:pt idx="1101">
                  <c:v>-0.17604337914417734</c:v>
                </c:pt>
                <c:pt idx="1102">
                  <c:v>-1.3815611433417798</c:v>
                </c:pt>
                <c:pt idx="1103">
                  <c:v>-7.1100456399401768E-2</c:v>
                </c:pt>
                <c:pt idx="1104">
                  <c:v>-0.63685221475515363</c:v>
                </c:pt>
                <c:pt idx="1105">
                  <c:v>-0.28068172944856229</c:v>
                </c:pt>
                <c:pt idx="1106">
                  <c:v>-3.8758076339332259</c:v>
                </c:pt>
                <c:pt idx="1107">
                  <c:v>-7.5913262984182541</c:v>
                </c:pt>
                <c:pt idx="1108">
                  <c:v>-8.2887467896636196</c:v>
                </c:pt>
                <c:pt idx="1109">
                  <c:v>-9.7856867938279883</c:v>
                </c:pt>
                <c:pt idx="1110">
                  <c:v>-9.2451101364990116</c:v>
                </c:pt>
                <c:pt idx="1111">
                  <c:v>-13.661583761486401</c:v>
                </c:pt>
                <c:pt idx="1112">
                  <c:v>-12.065648625155767</c:v>
                </c:pt>
                <c:pt idx="1113">
                  <c:v>-13.582146701120422</c:v>
                </c:pt>
                <c:pt idx="1114">
                  <c:v>-14.983072297620129</c:v>
                </c:pt>
                <c:pt idx="1115">
                  <c:v>-17.723029515108568</c:v>
                </c:pt>
                <c:pt idx="1116">
                  <c:v>-19.080598876771454</c:v>
                </c:pt>
                <c:pt idx="1117">
                  <c:v>-20.343564519113272</c:v>
                </c:pt>
                <c:pt idx="1118">
                  <c:v>-21.221079724353949</c:v>
                </c:pt>
                <c:pt idx="1119">
                  <c:v>-18.417290279110887</c:v>
                </c:pt>
                <c:pt idx="1120">
                  <c:v>-16.809266753995399</c:v>
                </c:pt>
                <c:pt idx="1121">
                  <c:v>-15.790201333014586</c:v>
                </c:pt>
                <c:pt idx="1122">
                  <c:v>-14.969807499465213</c:v>
                </c:pt>
                <c:pt idx="1123">
                  <c:v>-14.38311693763465</c:v>
                </c:pt>
                <c:pt idx="1124">
                  <c:v>-13.797514022322964</c:v>
                </c:pt>
                <c:pt idx="1125">
                  <c:v>-15.648633382818529</c:v>
                </c:pt>
                <c:pt idx="1126">
                  <c:v>-17.512616071239954</c:v>
                </c:pt>
                <c:pt idx="1127">
                  <c:v>-18.285884451543879</c:v>
                </c:pt>
                <c:pt idx="1128">
                  <c:v>-18.891523476371702</c:v>
                </c:pt>
                <c:pt idx="1129">
                  <c:v>-20.280358344733823</c:v>
                </c:pt>
                <c:pt idx="1130">
                  <c:v>-17.190189706688482</c:v>
                </c:pt>
                <c:pt idx="1131">
                  <c:v>-20.383990944435535</c:v>
                </c:pt>
                <c:pt idx="1132">
                  <c:v>-20.065925997264735</c:v>
                </c:pt>
                <c:pt idx="1133">
                  <c:v>-20.211574601159072</c:v>
                </c:pt>
                <c:pt idx="1134">
                  <c:v>-20.358443503453067</c:v>
                </c:pt>
                <c:pt idx="1135">
                  <c:v>-19.600918531094038</c:v>
                </c:pt>
                <c:pt idx="1136">
                  <c:v>-21.407694150388643</c:v>
                </c:pt>
                <c:pt idx="1137">
                  <c:v>-21.766173816676748</c:v>
                </c:pt>
                <c:pt idx="1138">
                  <c:v>-22.988653063938301</c:v>
                </c:pt>
                <c:pt idx="1139">
                  <c:v>-24.355248647738954</c:v>
                </c:pt>
                <c:pt idx="1140">
                  <c:v>-26.159192528471529</c:v>
                </c:pt>
                <c:pt idx="1141">
                  <c:v>-27.564925583575818</c:v>
                </c:pt>
                <c:pt idx="1142">
                  <c:v>-29.721253233634137</c:v>
                </c:pt>
                <c:pt idx="1143">
                  <c:v>-29.161677167213924</c:v>
                </c:pt>
                <c:pt idx="1144">
                  <c:v>-30.977794625397863</c:v>
                </c:pt>
                <c:pt idx="1145">
                  <c:v>-32.578433152852305</c:v>
                </c:pt>
                <c:pt idx="1146">
                  <c:v>-32.407717819117458</c:v>
                </c:pt>
                <c:pt idx="1147">
                  <c:v>-29.958857872010871</c:v>
                </c:pt>
                <c:pt idx="1148">
                  <c:v>-26.714384669768563</c:v>
                </c:pt>
                <c:pt idx="1149">
                  <c:v>-26.224125985188127</c:v>
                </c:pt>
                <c:pt idx="1150">
                  <c:v>-27.030559413372593</c:v>
                </c:pt>
                <c:pt idx="1151">
                  <c:v>-23.561710662029114</c:v>
                </c:pt>
                <c:pt idx="1152">
                  <c:v>-17.372318089355304</c:v>
                </c:pt>
                <c:pt idx="1153">
                  <c:v>-19.473754585759114</c:v>
                </c:pt>
                <c:pt idx="1154">
                  <c:v>-18.58665824912924</c:v>
                </c:pt>
                <c:pt idx="1155">
                  <c:v>-22.496290271543756</c:v>
                </c:pt>
                <c:pt idx="1156">
                  <c:v>-21.485353230639994</c:v>
                </c:pt>
                <c:pt idx="1157">
                  <c:v>-24.973725277701746</c:v>
                </c:pt>
                <c:pt idx="1158">
                  <c:v>-23.194645509877351</c:v>
                </c:pt>
                <c:pt idx="1159">
                  <c:v>-20.268882063523126</c:v>
                </c:pt>
                <c:pt idx="1160">
                  <c:v>-23.903543065489036</c:v>
                </c:pt>
                <c:pt idx="1161">
                  <c:v>-27.951265072461872</c:v>
                </c:pt>
                <c:pt idx="1162">
                  <c:v>-30.371280964994096</c:v>
                </c:pt>
                <c:pt idx="1163">
                  <c:v>-31.646107972859777</c:v>
                </c:pt>
                <c:pt idx="1164">
                  <c:v>-35.006187422148912</c:v>
                </c:pt>
                <c:pt idx="1165">
                  <c:v>-34.984993643938125</c:v>
                </c:pt>
                <c:pt idx="1166">
                  <c:v>-35.540421768653935</c:v>
                </c:pt>
                <c:pt idx="1167">
                  <c:v>-34.00834931299363</c:v>
                </c:pt>
                <c:pt idx="1168">
                  <c:v>-35.627455638746589</c:v>
                </c:pt>
                <c:pt idx="1169">
                  <c:v>-35.561834867617321</c:v>
                </c:pt>
                <c:pt idx="1170">
                  <c:v>-36.591678156674249</c:v>
                </c:pt>
                <c:pt idx="1171">
                  <c:v>-33.297564922940062</c:v>
                </c:pt>
                <c:pt idx="1172">
                  <c:v>-34.574274337216387</c:v>
                </c:pt>
                <c:pt idx="1173">
                  <c:v>-32.338771275936772</c:v>
                </c:pt>
                <c:pt idx="1174">
                  <c:v>-31.940413597631405</c:v>
                </c:pt>
                <c:pt idx="1175">
                  <c:v>-30.321666535922255</c:v>
                </c:pt>
                <c:pt idx="1176">
                  <c:v>-32.630484520967322</c:v>
                </c:pt>
                <c:pt idx="1177">
                  <c:v>-34.747302499109182</c:v>
                </c:pt>
                <c:pt idx="1178">
                  <c:v>-36.313931316233678</c:v>
                </c:pt>
                <c:pt idx="1179">
                  <c:v>-37.509623136526308</c:v>
                </c:pt>
                <c:pt idx="1180">
                  <c:v>-40.237262631057007</c:v>
                </c:pt>
                <c:pt idx="1181">
                  <c:v>-42.418949499508756</c:v>
                </c:pt>
                <c:pt idx="1182">
                  <c:v>-45.448412428640971</c:v>
                </c:pt>
                <c:pt idx="1183">
                  <c:v>-48.317845522664008</c:v>
                </c:pt>
                <c:pt idx="1184">
                  <c:v>-49.671140371735468</c:v>
                </c:pt>
                <c:pt idx="1185">
                  <c:v>-52.414986436833217</c:v>
                </c:pt>
                <c:pt idx="1186">
                  <c:v>-49.065107633855774</c:v>
                </c:pt>
                <c:pt idx="1187">
                  <c:v>-51.415824100231902</c:v>
                </c:pt>
                <c:pt idx="1188">
                  <c:v>-53.294433703620342</c:v>
                </c:pt>
                <c:pt idx="1189">
                  <c:v>-52.203254780508949</c:v>
                </c:pt>
                <c:pt idx="1190">
                  <c:v>-52.385010741541713</c:v>
                </c:pt>
                <c:pt idx="1191">
                  <c:v>-53.402126408029645</c:v>
                </c:pt>
                <c:pt idx="1192">
                  <c:v>-54.347029443224301</c:v>
                </c:pt>
                <c:pt idx="1193">
                  <c:v>-54.143293114691069</c:v>
                </c:pt>
                <c:pt idx="1194">
                  <c:v>-50.612681129926443</c:v>
                </c:pt>
                <c:pt idx="1195">
                  <c:v>-50.280472975226488</c:v>
                </c:pt>
                <c:pt idx="1196">
                  <c:v>-49.47840589829466</c:v>
                </c:pt>
                <c:pt idx="1197">
                  <c:v>-45.114358833053885</c:v>
                </c:pt>
                <c:pt idx="1198">
                  <c:v>-43.037150419730708</c:v>
                </c:pt>
                <c:pt idx="1199">
                  <c:v>-44.928197748156975</c:v>
                </c:pt>
                <c:pt idx="1200">
                  <c:v>-49.78274464854001</c:v>
                </c:pt>
                <c:pt idx="1201">
                  <c:v>-52.485211362335356</c:v>
                </c:pt>
                <c:pt idx="1202">
                  <c:v>-53.85707095980522</c:v>
                </c:pt>
                <c:pt idx="1203">
                  <c:v>-57.350604187587187</c:v>
                </c:pt>
                <c:pt idx="1204">
                  <c:v>-57.725081008077495</c:v>
                </c:pt>
                <c:pt idx="1205">
                  <c:v>-52.250278897729252</c:v>
                </c:pt>
                <c:pt idx="1206">
                  <c:v>-52.234583525640701</c:v>
                </c:pt>
                <c:pt idx="1207">
                  <c:v>-52.962297303469924</c:v>
                </c:pt>
                <c:pt idx="1208">
                  <c:v>-53.775604812371959</c:v>
                </c:pt>
                <c:pt idx="1209">
                  <c:v>-57.109145512872956</c:v>
                </c:pt>
                <c:pt idx="1210">
                  <c:v>-60.427327648513298</c:v>
                </c:pt>
                <c:pt idx="1211">
                  <c:v>-63.180598418619859</c:v>
                </c:pt>
                <c:pt idx="1212">
                  <c:v>-62.386761530800989</c:v>
                </c:pt>
                <c:pt idx="1213">
                  <c:v>-66.919096390364984</c:v>
                </c:pt>
                <c:pt idx="1214">
                  <c:v>-69.203495600893547</c:v>
                </c:pt>
                <c:pt idx="1215">
                  <c:v>-61.276078263785941</c:v>
                </c:pt>
                <c:pt idx="1216">
                  <c:v>-61.768851171110747</c:v>
                </c:pt>
                <c:pt idx="1217">
                  <c:v>-55.059882097057667</c:v>
                </c:pt>
                <c:pt idx="1218">
                  <c:v>-53.105215378852485</c:v>
                </c:pt>
                <c:pt idx="1219">
                  <c:v>-51.202198323942447</c:v>
                </c:pt>
                <c:pt idx="1220">
                  <c:v>-52.702359225251605</c:v>
                </c:pt>
                <c:pt idx="1221">
                  <c:v>-54.335780766004788</c:v>
                </c:pt>
                <c:pt idx="1222">
                  <c:v>-49.376654256997718</c:v>
                </c:pt>
                <c:pt idx="1223">
                  <c:v>-51.116054883325056</c:v>
                </c:pt>
                <c:pt idx="1224">
                  <c:v>-51.963506715830199</c:v>
                </c:pt>
                <c:pt idx="1225">
                  <c:v>-50.821083533356713</c:v>
                </c:pt>
                <c:pt idx="1226">
                  <c:v>-48.844151799755032</c:v>
                </c:pt>
                <c:pt idx="1227">
                  <c:v>-47.696571201268597</c:v>
                </c:pt>
                <c:pt idx="1228">
                  <c:v>-51.695164796767081</c:v>
                </c:pt>
                <c:pt idx="1229">
                  <c:v>-49.024897398417345</c:v>
                </c:pt>
                <c:pt idx="1230">
                  <c:v>-44.531227640871222</c:v>
                </c:pt>
                <c:pt idx="1231">
                  <c:v>-44.454518637465782</c:v>
                </c:pt>
                <c:pt idx="1232">
                  <c:v>-44.385480534400884</c:v>
                </c:pt>
                <c:pt idx="1233">
                  <c:v>-41.925460956391966</c:v>
                </c:pt>
                <c:pt idx="1234">
                  <c:v>-43.988531601394691</c:v>
                </c:pt>
                <c:pt idx="1235">
                  <c:v>-45.18715298916598</c:v>
                </c:pt>
                <c:pt idx="1236">
                  <c:v>-46.576953086784783</c:v>
                </c:pt>
                <c:pt idx="1237">
                  <c:v>-46.217640181278519</c:v>
                </c:pt>
                <c:pt idx="1238">
                  <c:v>-45.991244682249373</c:v>
                </c:pt>
                <c:pt idx="1239">
                  <c:v>-49.002333954303296</c:v>
                </c:pt>
                <c:pt idx="1240">
                  <c:v>-49.809405681483128</c:v>
                </c:pt>
                <c:pt idx="1241">
                  <c:v>-56.98888651721272</c:v>
                </c:pt>
                <c:pt idx="1242">
                  <c:v>-54.535593624020443</c:v>
                </c:pt>
                <c:pt idx="1243">
                  <c:v>-54.669649472798611</c:v>
                </c:pt>
                <c:pt idx="1244">
                  <c:v>-55.610361690067222</c:v>
                </c:pt>
                <c:pt idx="1245">
                  <c:v>-55.390310159697613</c:v>
                </c:pt>
                <c:pt idx="1246">
                  <c:v>-55.070018058508289</c:v>
                </c:pt>
                <c:pt idx="1247">
                  <c:v>-54.100492315701786</c:v>
                </c:pt>
                <c:pt idx="1248">
                  <c:v>-53.076063650070701</c:v>
                </c:pt>
                <c:pt idx="1249">
                  <c:v>-49.442652914660393</c:v>
                </c:pt>
                <c:pt idx="1250">
                  <c:v>-44.805842727274502</c:v>
                </c:pt>
                <c:pt idx="1251">
                  <c:v>-46.093556301874493</c:v>
                </c:pt>
                <c:pt idx="1252">
                  <c:v>-47.209805430761612</c:v>
                </c:pt>
                <c:pt idx="1253">
                  <c:v>-46.155131029694481</c:v>
                </c:pt>
                <c:pt idx="1254">
                  <c:v>-49.431801900330854</c:v>
                </c:pt>
                <c:pt idx="1255">
                  <c:v>-49.217681668590458</c:v>
                </c:pt>
                <c:pt idx="1256">
                  <c:v>-52.456904198939995</c:v>
                </c:pt>
                <c:pt idx="1257">
                  <c:v>-52.510259189591466</c:v>
                </c:pt>
                <c:pt idx="1258">
                  <c:v>-52.984838029706893</c:v>
                </c:pt>
                <c:pt idx="1259">
                  <c:v>-54.792123059926745</c:v>
                </c:pt>
                <c:pt idx="1260">
                  <c:v>-51.855496722942519</c:v>
                </c:pt>
                <c:pt idx="1261">
                  <c:v>-52.651583087112982</c:v>
                </c:pt>
                <c:pt idx="1262">
                  <c:v>-52.910647732444801</c:v>
                </c:pt>
                <c:pt idx="1263">
                  <c:v>-53.14380591324344</c:v>
                </c:pt>
                <c:pt idx="1264">
                  <c:v>-55.510166500568445</c:v>
                </c:pt>
                <c:pt idx="1265">
                  <c:v>-55.157507718099723</c:v>
                </c:pt>
                <c:pt idx="1266">
                  <c:v>-58.135407093948288</c:v>
                </c:pt>
                <c:pt idx="1267">
                  <c:v>-58.431403623802588</c:v>
                </c:pt>
                <c:pt idx="1268">
                  <c:v>-56.900218365787417</c:v>
                </c:pt>
                <c:pt idx="1269">
                  <c:v>-58.320627219288774</c:v>
                </c:pt>
                <c:pt idx="1270">
                  <c:v>-54.301146225390703</c:v>
                </c:pt>
                <c:pt idx="1271">
                  <c:v>-53.60009156114414</c:v>
                </c:pt>
                <c:pt idx="1272">
                  <c:v>-54.860463138733124</c:v>
                </c:pt>
                <c:pt idx="1273">
                  <c:v>-50.488518448490893</c:v>
                </c:pt>
                <c:pt idx="1274">
                  <c:v>-50.597256580187732</c:v>
                </c:pt>
                <c:pt idx="1275">
                  <c:v>-48.12344509933002</c:v>
                </c:pt>
                <c:pt idx="1276">
                  <c:v>-51.231461134848161</c:v>
                </c:pt>
                <c:pt idx="1277">
                  <c:v>-51.842653148137103</c:v>
                </c:pt>
                <c:pt idx="1278">
                  <c:v>-52.914004573965499</c:v>
                </c:pt>
                <c:pt idx="1279">
                  <c:v>-54.101205924752101</c:v>
                </c:pt>
                <c:pt idx="1280">
                  <c:v>-55.00753918195867</c:v>
                </c:pt>
                <c:pt idx="1281">
                  <c:v>-53.208358507360408</c:v>
                </c:pt>
                <c:pt idx="1282">
                  <c:v>-48.18820034834647</c:v>
                </c:pt>
                <c:pt idx="1283">
                  <c:v>-49.013456509977814</c:v>
                </c:pt>
                <c:pt idx="1284">
                  <c:v>-49.239119844087142</c:v>
                </c:pt>
                <c:pt idx="1285">
                  <c:v>-47.593195075677627</c:v>
                </c:pt>
                <c:pt idx="1286">
                  <c:v>-46.28453521479652</c:v>
                </c:pt>
                <c:pt idx="1287">
                  <c:v>-45.494749998656481</c:v>
                </c:pt>
                <c:pt idx="1288">
                  <c:v>-38.728589921212894</c:v>
                </c:pt>
                <c:pt idx="1289">
                  <c:v>-41.794771656733317</c:v>
                </c:pt>
                <c:pt idx="1290">
                  <c:v>-42.857547598245183</c:v>
                </c:pt>
                <c:pt idx="1291">
                  <c:v>-44.055309668020122</c:v>
                </c:pt>
                <c:pt idx="1292">
                  <c:v>-43.934102762461769</c:v>
                </c:pt>
                <c:pt idx="1293">
                  <c:v>-40.89474997416005</c:v>
                </c:pt>
                <c:pt idx="1294">
                  <c:v>-43.991834959915124</c:v>
                </c:pt>
                <c:pt idx="1295">
                  <c:v>-47.582353896819207</c:v>
                </c:pt>
                <c:pt idx="1296">
                  <c:v>-51.412582257765678</c:v>
                </c:pt>
                <c:pt idx="1297">
                  <c:v>-52.551277687180018</c:v>
                </c:pt>
                <c:pt idx="1298">
                  <c:v>-49.621964601592943</c:v>
                </c:pt>
                <c:pt idx="1299">
                  <c:v>-48.008410769433659</c:v>
                </c:pt>
                <c:pt idx="1300">
                  <c:v>-49.827950426193787</c:v>
                </c:pt>
                <c:pt idx="1301">
                  <c:v>-49.815113455802788</c:v>
                </c:pt>
                <c:pt idx="1302">
                  <c:v>-50.271614731792809</c:v>
                </c:pt>
                <c:pt idx="1303">
                  <c:v>-48.559453335398032</c:v>
                </c:pt>
                <c:pt idx="1304">
                  <c:v>-49.826329306902039</c:v>
                </c:pt>
                <c:pt idx="1305">
                  <c:v>-47.689397678114972</c:v>
                </c:pt>
                <c:pt idx="1306">
                  <c:v>-46.504451726288664</c:v>
                </c:pt>
                <c:pt idx="1307">
                  <c:v>-42.262826535955412</c:v>
                </c:pt>
                <c:pt idx="1308">
                  <c:v>-45.120273472114206</c:v>
                </c:pt>
                <c:pt idx="1309">
                  <c:v>-54.199962119620189</c:v>
                </c:pt>
                <c:pt idx="1310">
                  <c:v>-57.726234460956427</c:v>
                </c:pt>
                <c:pt idx="1311">
                  <c:v>-54.725868817638727</c:v>
                </c:pt>
                <c:pt idx="1312">
                  <c:v>-50.883966538077772</c:v>
                </c:pt>
                <c:pt idx="1313">
                  <c:v>-52.415950617973394</c:v>
                </c:pt>
                <c:pt idx="1314">
                  <c:v>-54.106320098637312</c:v>
                </c:pt>
                <c:pt idx="1315">
                  <c:v>-54.872698015335942</c:v>
                </c:pt>
                <c:pt idx="1316">
                  <c:v>-54.930463819795492</c:v>
                </c:pt>
                <c:pt idx="1317">
                  <c:v>-55.772161589148624</c:v>
                </c:pt>
                <c:pt idx="1318">
                  <c:v>-55.670962922001863</c:v>
                </c:pt>
                <c:pt idx="1319">
                  <c:v>-51.928609944118172</c:v>
                </c:pt>
                <c:pt idx="1320">
                  <c:v>-50.164594976409631</c:v>
                </c:pt>
                <c:pt idx="1321">
                  <c:v>-48.134424580542252</c:v>
                </c:pt>
                <c:pt idx="1322">
                  <c:v>-47.743425974924044</c:v>
                </c:pt>
                <c:pt idx="1323">
                  <c:v>-46.684649905136688</c:v>
                </c:pt>
                <c:pt idx="1324">
                  <c:v>-47.997820951087732</c:v>
                </c:pt>
                <c:pt idx="1325">
                  <c:v>-48.66730671990473</c:v>
                </c:pt>
                <c:pt idx="1326">
                  <c:v>-47.337520149623906</c:v>
                </c:pt>
                <c:pt idx="1327">
                  <c:v>-48.542753491819305</c:v>
                </c:pt>
                <c:pt idx="1328">
                  <c:v>-43.505720910513098</c:v>
                </c:pt>
                <c:pt idx="1329">
                  <c:v>-43.77243465684947</c:v>
                </c:pt>
                <c:pt idx="1330">
                  <c:v>-44.038442644178794</c:v>
                </c:pt>
                <c:pt idx="1331">
                  <c:v>-39.968386566957392</c:v>
                </c:pt>
                <c:pt idx="1332">
                  <c:v>-39.224856361206413</c:v>
                </c:pt>
                <c:pt idx="1333">
                  <c:v>-42.154551183963363</c:v>
                </c:pt>
                <c:pt idx="1334">
                  <c:v>-40.628653237679679</c:v>
                </c:pt>
                <c:pt idx="1335">
                  <c:v>-39.324928180523742</c:v>
                </c:pt>
                <c:pt idx="1336">
                  <c:v>-39.833288497789596</c:v>
                </c:pt>
                <c:pt idx="1337">
                  <c:v>-40.456425554580967</c:v>
                </c:pt>
                <c:pt idx="1338">
                  <c:v>-37.63857618378141</c:v>
                </c:pt>
                <c:pt idx="1339">
                  <c:v>-36.633858832015299</c:v>
                </c:pt>
                <c:pt idx="1340">
                  <c:v>-36.228527535123703</c:v>
                </c:pt>
                <c:pt idx="1341">
                  <c:v>-34.383592243843076</c:v>
                </c:pt>
                <c:pt idx="1342">
                  <c:v>-28.535192369024699</c:v>
                </c:pt>
                <c:pt idx="1343">
                  <c:v>-30.344336645362702</c:v>
                </c:pt>
                <c:pt idx="1344">
                  <c:v>-29.346351181405133</c:v>
                </c:pt>
                <c:pt idx="1345">
                  <c:v>-28.737530746395542</c:v>
                </c:pt>
                <c:pt idx="1346">
                  <c:v>-28.102823010750111</c:v>
                </c:pt>
                <c:pt idx="1347">
                  <c:v>-27.680312206588233</c:v>
                </c:pt>
                <c:pt idx="1348">
                  <c:v>-28.227281062713821</c:v>
                </c:pt>
                <c:pt idx="1349">
                  <c:v>-27.730367639573171</c:v>
                </c:pt>
                <c:pt idx="1350">
                  <c:v>-27.716471142227881</c:v>
                </c:pt>
                <c:pt idx="1351">
                  <c:v>-25.003273943742403</c:v>
                </c:pt>
                <c:pt idx="1352">
                  <c:v>-25.323919663036676</c:v>
                </c:pt>
                <c:pt idx="1353">
                  <c:v>-22.542940281691788</c:v>
                </c:pt>
                <c:pt idx="1354">
                  <c:v>-21.67519643962795</c:v>
                </c:pt>
                <c:pt idx="1355">
                  <c:v>-23.107179258658917</c:v>
                </c:pt>
                <c:pt idx="1356">
                  <c:v>-22.427145934995945</c:v>
                </c:pt>
                <c:pt idx="1357">
                  <c:v>-20.242881257233659</c:v>
                </c:pt>
                <c:pt idx="1358">
                  <c:v>-18.725492557767332</c:v>
                </c:pt>
                <c:pt idx="1359">
                  <c:v>-19.811787531804761</c:v>
                </c:pt>
                <c:pt idx="1360">
                  <c:v>-20.589749045236314</c:v>
                </c:pt>
                <c:pt idx="1361">
                  <c:v>-19.749649716890332</c:v>
                </c:pt>
                <c:pt idx="1362">
                  <c:v>-16.866698995823405</c:v>
                </c:pt>
                <c:pt idx="1363">
                  <c:v>-17.722615065249517</c:v>
                </c:pt>
                <c:pt idx="1364">
                  <c:v>-16.62158105616696</c:v>
                </c:pt>
                <c:pt idx="1365">
                  <c:v>-13.202421308931005</c:v>
                </c:pt>
                <c:pt idx="1366">
                  <c:v>-13.338732299125095</c:v>
                </c:pt>
                <c:pt idx="1367">
                  <c:v>-11.304327877310703</c:v>
                </c:pt>
                <c:pt idx="1368">
                  <c:v>-14.862412434403403</c:v>
                </c:pt>
                <c:pt idx="1369">
                  <c:v>-12.203866618354674</c:v>
                </c:pt>
                <c:pt idx="1370">
                  <c:v>-7.892651574984586</c:v>
                </c:pt>
                <c:pt idx="1371">
                  <c:v>-5.7974656853083673</c:v>
                </c:pt>
                <c:pt idx="1372">
                  <c:v>-4.3977685023068407</c:v>
                </c:pt>
                <c:pt idx="1373">
                  <c:v>-3.1396127705897698</c:v>
                </c:pt>
                <c:pt idx="1374">
                  <c:v>-0.55527367535390271</c:v>
                </c:pt>
                <c:pt idx="1375">
                  <c:v>0.32020430665208671</c:v>
                </c:pt>
                <c:pt idx="1376">
                  <c:v>-0.51412864259688917</c:v>
                </c:pt>
                <c:pt idx="1377">
                  <c:v>-1.4287734006007424</c:v>
                </c:pt>
                <c:pt idx="1378">
                  <c:v>-1.6509506424739042</c:v>
                </c:pt>
                <c:pt idx="1379">
                  <c:v>-0.48979913855572188</c:v>
                </c:pt>
                <c:pt idx="1380">
                  <c:v>-1.8303614513859499</c:v>
                </c:pt>
                <c:pt idx="1381">
                  <c:v>-2.4184342793588502</c:v>
                </c:pt>
                <c:pt idx="1382">
                  <c:v>-0.7837757294698553</c:v>
                </c:pt>
                <c:pt idx="1383">
                  <c:v>8.5482096967050403</c:v>
                </c:pt>
                <c:pt idx="1384">
                  <c:v>9.2816993789119469</c:v>
                </c:pt>
                <c:pt idx="1385">
                  <c:v>14.609474213454693</c:v>
                </c:pt>
                <c:pt idx="1386">
                  <c:v>16.758766432613953</c:v>
                </c:pt>
                <c:pt idx="1387">
                  <c:v>19.159622828872337</c:v>
                </c:pt>
                <c:pt idx="1388">
                  <c:v>25.234564761616245</c:v>
                </c:pt>
                <c:pt idx="1389">
                  <c:v>31.118293088679192</c:v>
                </c:pt>
                <c:pt idx="1390">
                  <c:v>35.397239778747164</c:v>
                </c:pt>
                <c:pt idx="1391">
                  <c:v>36.297117665536007</c:v>
                </c:pt>
                <c:pt idx="1392">
                  <c:v>36.730216717334272</c:v>
                </c:pt>
                <c:pt idx="1393">
                  <c:v>32.582743478007444</c:v>
                </c:pt>
                <c:pt idx="1394">
                  <c:v>36.303401034437343</c:v>
                </c:pt>
                <c:pt idx="1395">
                  <c:v>33.845365503601997</c:v>
                </c:pt>
                <c:pt idx="1396">
                  <c:v>28.460578765897669</c:v>
                </c:pt>
                <c:pt idx="1397">
                  <c:v>29.88320946094516</c:v>
                </c:pt>
                <c:pt idx="1398">
                  <c:v>26.486068532555038</c:v>
                </c:pt>
                <c:pt idx="1399">
                  <c:v>25.820263416418904</c:v>
                </c:pt>
                <c:pt idx="1400">
                  <c:v>23.283413674300999</c:v>
                </c:pt>
                <c:pt idx="1401">
                  <c:v>24.075548206057189</c:v>
                </c:pt>
                <c:pt idx="1402">
                  <c:v>21.949503357383715</c:v>
                </c:pt>
                <c:pt idx="1403">
                  <c:v>19.674852483387411</c:v>
                </c:pt>
                <c:pt idx="1404">
                  <c:v>18.879671807657061</c:v>
                </c:pt>
                <c:pt idx="1405">
                  <c:v>18.605253261333196</c:v>
                </c:pt>
                <c:pt idx="1406">
                  <c:v>21.267438474437466</c:v>
                </c:pt>
                <c:pt idx="1407">
                  <c:v>22.210348665486713</c:v>
                </c:pt>
                <c:pt idx="1408">
                  <c:v>22.298051645383492</c:v>
                </c:pt>
                <c:pt idx="1409">
                  <c:v>26.276429909894365</c:v>
                </c:pt>
                <c:pt idx="1410">
                  <c:v>24.058376392965904</c:v>
                </c:pt>
                <c:pt idx="1411">
                  <c:v>23.316572103515746</c:v>
                </c:pt>
                <c:pt idx="1412">
                  <c:v>24.016460269226222</c:v>
                </c:pt>
                <c:pt idx="1413">
                  <c:v>30.245738317954963</c:v>
                </c:pt>
                <c:pt idx="1414">
                  <c:v>29.340085928948827</c:v>
                </c:pt>
                <c:pt idx="1415">
                  <c:v>31.581963350437043</c:v>
                </c:pt>
                <c:pt idx="1416">
                  <c:v>28.628465430233614</c:v>
                </c:pt>
                <c:pt idx="1417">
                  <c:v>30.941504901593532</c:v>
                </c:pt>
                <c:pt idx="1418">
                  <c:v>31.063642015206248</c:v>
                </c:pt>
                <c:pt idx="1419">
                  <c:v>32.940852055756508</c:v>
                </c:pt>
                <c:pt idx="1420">
                  <c:v>34.150295675868989</c:v>
                </c:pt>
                <c:pt idx="1421">
                  <c:v>36.117225172184192</c:v>
                </c:pt>
                <c:pt idx="1422">
                  <c:v>44.519804175485973</c:v>
                </c:pt>
                <c:pt idx="1423">
                  <c:v>49.633429140600953</c:v>
                </c:pt>
                <c:pt idx="1424">
                  <c:v>46.964216961497378</c:v>
                </c:pt>
                <c:pt idx="1425">
                  <c:v>46.867249396752761</c:v>
                </c:pt>
                <c:pt idx="1426">
                  <c:v>47.693360707570207</c:v>
                </c:pt>
                <c:pt idx="1427">
                  <c:v>47.953039229286958</c:v>
                </c:pt>
                <c:pt idx="1428">
                  <c:v>46.821045321309171</c:v>
                </c:pt>
                <c:pt idx="1429">
                  <c:v>40.845763004987447</c:v>
                </c:pt>
                <c:pt idx="1430">
                  <c:v>43.578532332140739</c:v>
                </c:pt>
                <c:pt idx="1431">
                  <c:v>45.596957504710637</c:v>
                </c:pt>
                <c:pt idx="1432">
                  <c:v>45.34693610291054</c:v>
                </c:pt>
                <c:pt idx="1433">
                  <c:v>46.325078743112208</c:v>
                </c:pt>
                <c:pt idx="1434">
                  <c:v>47.542873358827734</c:v>
                </c:pt>
                <c:pt idx="1435">
                  <c:v>48.332079682232333</c:v>
                </c:pt>
                <c:pt idx="1436">
                  <c:v>49.713177814681366</c:v>
                </c:pt>
                <c:pt idx="1437">
                  <c:v>50.457114031179046</c:v>
                </c:pt>
                <c:pt idx="1438">
                  <c:v>48.48105666655394</c:v>
                </c:pt>
                <c:pt idx="1439">
                  <c:v>49.843201805568235</c:v>
                </c:pt>
                <c:pt idx="1440">
                  <c:v>52.290884230558632</c:v>
                </c:pt>
                <c:pt idx="1441">
                  <c:v>54.947798490164402</c:v>
                </c:pt>
                <c:pt idx="1442">
                  <c:v>55.592989503594133</c:v>
                </c:pt>
                <c:pt idx="1443">
                  <c:v>55.0172647953056</c:v>
                </c:pt>
                <c:pt idx="1444">
                  <c:v>58.116854298685951</c:v>
                </c:pt>
                <c:pt idx="1445">
                  <c:v>57.976578753296536</c:v>
                </c:pt>
                <c:pt idx="1446">
                  <c:v>56.548224550600452</c:v>
                </c:pt>
                <c:pt idx="1447">
                  <c:v>55.758714091168088</c:v>
                </c:pt>
                <c:pt idx="1448">
                  <c:v>56.408714292540324</c:v>
                </c:pt>
                <c:pt idx="1449">
                  <c:v>56.434008820441782</c:v>
                </c:pt>
                <c:pt idx="1450">
                  <c:v>58.222610543944825</c:v>
                </c:pt>
                <c:pt idx="1451">
                  <c:v>56.903878315238472</c:v>
                </c:pt>
                <c:pt idx="1452">
                  <c:v>57.125206002851662</c:v>
                </c:pt>
                <c:pt idx="1453">
                  <c:v>63.704943650309495</c:v>
                </c:pt>
                <c:pt idx="1454">
                  <c:v>68.161408219688951</c:v>
                </c:pt>
                <c:pt idx="1455">
                  <c:v>69.976191473371415</c:v>
                </c:pt>
                <c:pt idx="1456">
                  <c:v>67.003101585920092</c:v>
                </c:pt>
                <c:pt idx="1457">
                  <c:v>72.807838054762684</c:v>
                </c:pt>
                <c:pt idx="1458">
                  <c:v>79.214294825048725</c:v>
                </c:pt>
                <c:pt idx="1459">
                  <c:v>77.188202381791555</c:v>
                </c:pt>
                <c:pt idx="1460">
                  <c:v>77.082873094869655</c:v>
                </c:pt>
                <c:pt idx="1461">
                  <c:v>73.475684835531027</c:v>
                </c:pt>
                <c:pt idx="1462">
                  <c:v>75.110539531359663</c:v>
                </c:pt>
                <c:pt idx="1463">
                  <c:v>77.654768711801594</c:v>
                </c:pt>
                <c:pt idx="1464">
                  <c:v>76.265570246405602</c:v>
                </c:pt>
                <c:pt idx="1465">
                  <c:v>74.234293523634335</c:v>
                </c:pt>
                <c:pt idx="1466">
                  <c:v>75.868583227480769</c:v>
                </c:pt>
                <c:pt idx="1467">
                  <c:v>75.034469082883874</c:v>
                </c:pt>
                <c:pt idx="1468">
                  <c:v>77.15075167562722</c:v>
                </c:pt>
                <c:pt idx="1469">
                  <c:v>75.78186535599994</c:v>
                </c:pt>
                <c:pt idx="1470">
                  <c:v>73.469367844284648</c:v>
                </c:pt>
                <c:pt idx="1471">
                  <c:v>72.455725638221608</c:v>
                </c:pt>
                <c:pt idx="1472">
                  <c:v>67.566370770050213</c:v>
                </c:pt>
                <c:pt idx="1473">
                  <c:v>68.063633557926991</c:v>
                </c:pt>
                <c:pt idx="1474">
                  <c:v>67.47455023316428</c:v>
                </c:pt>
                <c:pt idx="1475">
                  <c:v>69.432649203107616</c:v>
                </c:pt>
                <c:pt idx="1476">
                  <c:v>69.791843407165885</c:v>
                </c:pt>
                <c:pt idx="1477">
                  <c:v>67.796233308520186</c:v>
                </c:pt>
                <c:pt idx="1478">
                  <c:v>70.087382915045097</c:v>
                </c:pt>
                <c:pt idx="1479">
                  <c:v>71.916936012150515</c:v>
                </c:pt>
                <c:pt idx="1480">
                  <c:v>67.223961503767029</c:v>
                </c:pt>
                <c:pt idx="1481">
                  <c:v>65.24498594198424</c:v>
                </c:pt>
                <c:pt idx="1482">
                  <c:v>64.368248107334423</c:v>
                </c:pt>
                <c:pt idx="1483">
                  <c:v>62.552199846521063</c:v>
                </c:pt>
                <c:pt idx="1484">
                  <c:v>62.071117017279832</c:v>
                </c:pt>
                <c:pt idx="1485">
                  <c:v>64.718894460159689</c:v>
                </c:pt>
                <c:pt idx="1486">
                  <c:v>62.277163496521638</c:v>
                </c:pt>
                <c:pt idx="1487">
                  <c:v>59.564192449882228</c:v>
                </c:pt>
                <c:pt idx="1488">
                  <c:v>60.381070341413803</c:v>
                </c:pt>
                <c:pt idx="1489">
                  <c:v>58.956373697061586</c:v>
                </c:pt>
                <c:pt idx="1490">
                  <c:v>54.674284961797269</c:v>
                </c:pt>
                <c:pt idx="1491">
                  <c:v>58.460464318845453</c:v>
                </c:pt>
                <c:pt idx="1492">
                  <c:v>57.261850367522015</c:v>
                </c:pt>
                <c:pt idx="1493">
                  <c:v>60.85163766841378</c:v>
                </c:pt>
                <c:pt idx="1494">
                  <c:v>55.993885227199364</c:v>
                </c:pt>
                <c:pt idx="1495">
                  <c:v>51.81883152667109</c:v>
                </c:pt>
                <c:pt idx="1496">
                  <c:v>42.734946235525605</c:v>
                </c:pt>
                <c:pt idx="1497">
                  <c:v>42.62441498407474</c:v>
                </c:pt>
                <c:pt idx="1498">
                  <c:v>42.577977288639573</c:v>
                </c:pt>
                <c:pt idx="1499">
                  <c:v>40.818898652607359</c:v>
                </c:pt>
                <c:pt idx="1500">
                  <c:v>36.465766880086086</c:v>
                </c:pt>
                <c:pt idx="1501">
                  <c:v>36.117635457272748</c:v>
                </c:pt>
                <c:pt idx="1502">
                  <c:v>32.505871911545476</c:v>
                </c:pt>
                <c:pt idx="1503">
                  <c:v>39.540149372769733</c:v>
                </c:pt>
                <c:pt idx="1504">
                  <c:v>41.932323283428381</c:v>
                </c:pt>
                <c:pt idx="1505">
                  <c:v>36.513221145180552</c:v>
                </c:pt>
                <c:pt idx="1506">
                  <c:v>32.715803672293603</c:v>
                </c:pt>
                <c:pt idx="1507">
                  <c:v>29.804261005353439</c:v>
                </c:pt>
                <c:pt idx="1508">
                  <c:v>28.194588944071917</c:v>
                </c:pt>
                <c:pt idx="1509">
                  <c:v>25.814005416973171</c:v>
                </c:pt>
                <c:pt idx="1510">
                  <c:v>25.465396391148882</c:v>
                </c:pt>
                <c:pt idx="1511">
                  <c:v>23.211342015865252</c:v>
                </c:pt>
                <c:pt idx="1512">
                  <c:v>25.202011503099047</c:v>
                </c:pt>
                <c:pt idx="1513">
                  <c:v>27.857696367172153</c:v>
                </c:pt>
                <c:pt idx="1514">
                  <c:v>21.017999241345315</c:v>
                </c:pt>
                <c:pt idx="1515">
                  <c:v>22.049382523209061</c:v>
                </c:pt>
                <c:pt idx="1516">
                  <c:v>27.73044695354961</c:v>
                </c:pt>
                <c:pt idx="1517">
                  <c:v>32.12568721394365</c:v>
                </c:pt>
                <c:pt idx="1518">
                  <c:v>32.523358133054018</c:v>
                </c:pt>
                <c:pt idx="1519">
                  <c:v>33.219008475714986</c:v>
                </c:pt>
                <c:pt idx="1520">
                  <c:v>35.102923910203216</c:v>
                </c:pt>
                <c:pt idx="1521">
                  <c:v>36.896818759668207</c:v>
                </c:pt>
                <c:pt idx="1522">
                  <c:v>37.8705644735373</c:v>
                </c:pt>
                <c:pt idx="1523">
                  <c:v>38.57670893000482</c:v>
                </c:pt>
                <c:pt idx="1524">
                  <c:v>35.383321215953309</c:v>
                </c:pt>
                <c:pt idx="1525">
                  <c:v>36.380488372380569</c:v>
                </c:pt>
                <c:pt idx="1526">
                  <c:v>38.91461926013308</c:v>
                </c:pt>
                <c:pt idx="1527">
                  <c:v>38.410641486187416</c:v>
                </c:pt>
                <c:pt idx="1528">
                  <c:v>39.169031468973792</c:v>
                </c:pt>
                <c:pt idx="1529">
                  <c:v>41.00595916401241</c:v>
                </c:pt>
                <c:pt idx="1530">
                  <c:v>40.144469335831232</c:v>
                </c:pt>
                <c:pt idx="1531">
                  <c:v>38.362813918121141</c:v>
                </c:pt>
                <c:pt idx="1532">
                  <c:v>40.666503388755196</c:v>
                </c:pt>
                <c:pt idx="1533">
                  <c:v>40.037943589016869</c:v>
                </c:pt>
                <c:pt idx="1534">
                  <c:v>42.260020840604227</c:v>
                </c:pt>
                <c:pt idx="1535">
                  <c:v>43.52091745355073</c:v>
                </c:pt>
                <c:pt idx="1536">
                  <c:v>44.257276454433423</c:v>
                </c:pt>
                <c:pt idx="1537">
                  <c:v>42.520414205763494</c:v>
                </c:pt>
                <c:pt idx="1538">
                  <c:v>39.484761646830144</c:v>
                </c:pt>
                <c:pt idx="1539">
                  <c:v>37.591971385025516</c:v>
                </c:pt>
                <c:pt idx="1540">
                  <c:v>32.014719720200176</c:v>
                </c:pt>
                <c:pt idx="1541">
                  <c:v>26.48743306504943</c:v>
                </c:pt>
                <c:pt idx="1542">
                  <c:v>27.881983654530817</c:v>
                </c:pt>
                <c:pt idx="1543">
                  <c:v>28.831415396879496</c:v>
                </c:pt>
                <c:pt idx="1544">
                  <c:v>30.731701856276509</c:v>
                </c:pt>
                <c:pt idx="1545">
                  <c:v>35.090534276196259</c:v>
                </c:pt>
                <c:pt idx="1546">
                  <c:v>33.778034546079162</c:v>
                </c:pt>
                <c:pt idx="1547">
                  <c:v>34.568350610213116</c:v>
                </c:pt>
                <c:pt idx="1548">
                  <c:v>34.054166479420665</c:v>
                </c:pt>
                <c:pt idx="1549">
                  <c:v>36.209763925087948</c:v>
                </c:pt>
                <c:pt idx="1550">
                  <c:v>37.324822933242842</c:v>
                </c:pt>
                <c:pt idx="1551">
                  <c:v>36.091059732750118</c:v>
                </c:pt>
                <c:pt idx="1552">
                  <c:v>38.274368196075763</c:v>
                </c:pt>
                <c:pt idx="1553">
                  <c:v>38.471460636354003</c:v>
                </c:pt>
                <c:pt idx="1554">
                  <c:v>38.993618245352351</c:v>
                </c:pt>
                <c:pt idx="1555">
                  <c:v>39.73209239415543</c:v>
                </c:pt>
                <c:pt idx="1556">
                  <c:v>36.836751376525022</c:v>
                </c:pt>
                <c:pt idx="1557">
                  <c:v>35.27199768166188</c:v>
                </c:pt>
                <c:pt idx="1558">
                  <c:v>35.704038735146526</c:v>
                </c:pt>
                <c:pt idx="1559">
                  <c:v>35.379483229359792</c:v>
                </c:pt>
                <c:pt idx="1560">
                  <c:v>35.880787053010742</c:v>
                </c:pt>
                <c:pt idx="1561">
                  <c:v>35.591153612904762</c:v>
                </c:pt>
                <c:pt idx="1562">
                  <c:v>40.232894611630329</c:v>
                </c:pt>
                <c:pt idx="1563">
                  <c:v>40.39368493771984</c:v>
                </c:pt>
                <c:pt idx="1564">
                  <c:v>39.119286626605309</c:v>
                </c:pt>
                <c:pt idx="1565">
                  <c:v>36.980567278655627</c:v>
                </c:pt>
                <c:pt idx="1566">
                  <c:v>36.225161481018922</c:v>
                </c:pt>
                <c:pt idx="1567">
                  <c:v>34.762967215332175</c:v>
                </c:pt>
                <c:pt idx="1568">
                  <c:v>37.061935832571578</c:v>
                </c:pt>
                <c:pt idx="1569">
                  <c:v>35.854461342145981</c:v>
                </c:pt>
                <c:pt idx="1570">
                  <c:v>34.856448689022841</c:v>
                </c:pt>
                <c:pt idx="1571">
                  <c:v>31.751111338003842</c:v>
                </c:pt>
                <c:pt idx="1572">
                  <c:v>35.878459328572305</c:v>
                </c:pt>
                <c:pt idx="1573">
                  <c:v>34.641555043687269</c:v>
                </c:pt>
                <c:pt idx="1574">
                  <c:v>34.120050469547401</c:v>
                </c:pt>
                <c:pt idx="1575">
                  <c:v>35.665990784434051</c:v>
                </c:pt>
                <c:pt idx="1576">
                  <c:v>34.758993073227799</c:v>
                </c:pt>
                <c:pt idx="1577">
                  <c:v>36.616450802431942</c:v>
                </c:pt>
                <c:pt idx="1578">
                  <c:v>36.253250987384021</c:v>
                </c:pt>
                <c:pt idx="1579">
                  <c:v>32.481830530276724</c:v>
                </c:pt>
                <c:pt idx="1580">
                  <c:v>30.935552022130974</c:v>
                </c:pt>
                <c:pt idx="1581">
                  <c:v>27.258203295329185</c:v>
                </c:pt>
                <c:pt idx="1582">
                  <c:v>31.511314870026908</c:v>
                </c:pt>
                <c:pt idx="1583">
                  <c:v>30.164545195457517</c:v>
                </c:pt>
                <c:pt idx="1584">
                  <c:v>31.696379436596629</c:v>
                </c:pt>
                <c:pt idx="1585">
                  <c:v>29.038848823255634</c:v>
                </c:pt>
                <c:pt idx="1586">
                  <c:v>29.506256515142361</c:v>
                </c:pt>
                <c:pt idx="1587">
                  <c:v>29.771918467400006</c:v>
                </c:pt>
                <c:pt idx="1588">
                  <c:v>32.614329008015915</c:v>
                </c:pt>
                <c:pt idx="1589">
                  <c:v>32.093648261518716</c:v>
                </c:pt>
                <c:pt idx="1590">
                  <c:v>33.052402954108715</c:v>
                </c:pt>
                <c:pt idx="1591">
                  <c:v>39.485472453511477</c:v>
                </c:pt>
                <c:pt idx="1592">
                  <c:v>42.878239414775756</c:v>
                </c:pt>
                <c:pt idx="1593">
                  <c:v>39.762720045906569</c:v>
                </c:pt>
                <c:pt idx="1594">
                  <c:v>42.855919872754846</c:v>
                </c:pt>
                <c:pt idx="1595">
                  <c:v>43.040292738844215</c:v>
                </c:pt>
                <c:pt idx="1596">
                  <c:v>42.83736251510804</c:v>
                </c:pt>
                <c:pt idx="1597">
                  <c:v>41.22981010067118</c:v>
                </c:pt>
                <c:pt idx="1598">
                  <c:v>38.562688164286648</c:v>
                </c:pt>
                <c:pt idx="1599">
                  <c:v>36.463420989477243</c:v>
                </c:pt>
                <c:pt idx="1600">
                  <c:v>34.209894012482813</c:v>
                </c:pt>
                <c:pt idx="1601">
                  <c:v>36.495976509987642</c:v>
                </c:pt>
                <c:pt idx="1602">
                  <c:v>39.10232363142282</c:v>
                </c:pt>
                <c:pt idx="1603">
                  <c:v>40.233341404156995</c:v>
                </c:pt>
                <c:pt idx="1604">
                  <c:v>37.081974343470463</c:v>
                </c:pt>
                <c:pt idx="1605">
                  <c:v>36.590064512895495</c:v>
                </c:pt>
                <c:pt idx="1606">
                  <c:v>32.97281761568194</c:v>
                </c:pt>
                <c:pt idx="1607">
                  <c:v>30.588238774637791</c:v>
                </c:pt>
                <c:pt idx="1608">
                  <c:v>33.042251147666732</c:v>
                </c:pt>
                <c:pt idx="1609">
                  <c:v>38.617814138075758</c:v>
                </c:pt>
                <c:pt idx="1610">
                  <c:v>41.839437066162489</c:v>
                </c:pt>
                <c:pt idx="1611">
                  <c:v>36.538559342326742</c:v>
                </c:pt>
                <c:pt idx="1612">
                  <c:v>39.721433153365872</c:v>
                </c:pt>
                <c:pt idx="1613">
                  <c:v>43.151058847839607</c:v>
                </c:pt>
                <c:pt idx="1614">
                  <c:v>44.788620003553739</c:v>
                </c:pt>
                <c:pt idx="1615">
                  <c:v>45.410836142841418</c:v>
                </c:pt>
                <c:pt idx="1616">
                  <c:v>46.151773307349139</c:v>
                </c:pt>
                <c:pt idx="1617">
                  <c:v>44.521573097290322</c:v>
                </c:pt>
                <c:pt idx="1618">
                  <c:v>44.924875464200397</c:v>
                </c:pt>
                <c:pt idx="1619">
                  <c:v>42.589259464181438</c:v>
                </c:pt>
                <c:pt idx="1620">
                  <c:v>39.706178378223093</c:v>
                </c:pt>
                <c:pt idx="1621">
                  <c:v>42.714492444631425</c:v>
                </c:pt>
                <c:pt idx="1622">
                  <c:v>36.290801996547472</c:v>
                </c:pt>
                <c:pt idx="1623">
                  <c:v>35.249155277984187</c:v>
                </c:pt>
                <c:pt idx="1624">
                  <c:v>31.578144391816878</c:v>
                </c:pt>
                <c:pt idx="1625">
                  <c:v>28.420329952635189</c:v>
                </c:pt>
                <c:pt idx="1626">
                  <c:v>31.428599447398511</c:v>
                </c:pt>
                <c:pt idx="1627">
                  <c:v>32.118961009129563</c:v>
                </c:pt>
                <c:pt idx="1628">
                  <c:v>28.948824462292787</c:v>
                </c:pt>
                <c:pt idx="1629">
                  <c:v>23.974722143410609</c:v>
                </c:pt>
                <c:pt idx="1630">
                  <c:v>23.854340266623268</c:v>
                </c:pt>
                <c:pt idx="1631">
                  <c:v>24.30048981315274</c:v>
                </c:pt>
                <c:pt idx="1632">
                  <c:v>26.359051703888607</c:v>
                </c:pt>
                <c:pt idx="1633">
                  <c:v>23.664696617762438</c:v>
                </c:pt>
                <c:pt idx="1634">
                  <c:v>21.548904544109849</c:v>
                </c:pt>
                <c:pt idx="1635">
                  <c:v>19.859040903549499</c:v>
                </c:pt>
                <c:pt idx="1636">
                  <c:v>22.256203396794071</c:v>
                </c:pt>
                <c:pt idx="1637">
                  <c:v>22.892452143038284</c:v>
                </c:pt>
                <c:pt idx="1638">
                  <c:v>22.040150905317095</c:v>
                </c:pt>
                <c:pt idx="1639">
                  <c:v>22.334854907616947</c:v>
                </c:pt>
                <c:pt idx="1640">
                  <c:v>24.700823548260374</c:v>
                </c:pt>
                <c:pt idx="1641">
                  <c:v>22.172291277697028</c:v>
                </c:pt>
                <c:pt idx="1642">
                  <c:v>20.822411881757525</c:v>
                </c:pt>
                <c:pt idx="1643">
                  <c:v>16.993476087906213</c:v>
                </c:pt>
                <c:pt idx="1644">
                  <c:v>13.315600003684603</c:v>
                </c:pt>
                <c:pt idx="1645">
                  <c:v>12.401996473671199</c:v>
                </c:pt>
                <c:pt idx="1646">
                  <c:v>12.643451855306449</c:v>
                </c:pt>
                <c:pt idx="1647">
                  <c:v>10.041359771493294</c:v>
                </c:pt>
                <c:pt idx="1648">
                  <c:v>9.3845938165676976</c:v>
                </c:pt>
                <c:pt idx="1649">
                  <c:v>10.967028754029187</c:v>
                </c:pt>
                <c:pt idx="1650">
                  <c:v>11.345101688214838</c:v>
                </c:pt>
                <c:pt idx="1651">
                  <c:v>11.647535495975994</c:v>
                </c:pt>
                <c:pt idx="1652">
                  <c:v>9.5494634687891224</c:v>
                </c:pt>
                <c:pt idx="1653">
                  <c:v>3.0931904139174593</c:v>
                </c:pt>
                <c:pt idx="1654">
                  <c:v>-1.6999306381111965</c:v>
                </c:pt>
                <c:pt idx="1655">
                  <c:v>-2.6751934946839668</c:v>
                </c:pt>
                <c:pt idx="1656">
                  <c:v>-5.9446182469251205</c:v>
                </c:pt>
                <c:pt idx="1657">
                  <c:v>-7.675971105363339</c:v>
                </c:pt>
                <c:pt idx="1658">
                  <c:v>-7.3351464648431168</c:v>
                </c:pt>
                <c:pt idx="1659">
                  <c:v>-4.5459459154804147</c:v>
                </c:pt>
                <c:pt idx="1660">
                  <c:v>-13.807316174719533</c:v>
                </c:pt>
                <c:pt idx="1661">
                  <c:v>-17.425105871493621</c:v>
                </c:pt>
                <c:pt idx="1662">
                  <c:v>-20.68111659859003</c:v>
                </c:pt>
                <c:pt idx="1663">
                  <c:v>-23.720551028390648</c:v>
                </c:pt>
                <c:pt idx="1664">
                  <c:v>-25.340942715233016</c:v>
                </c:pt>
                <c:pt idx="1665">
                  <c:v>-22.952943802078607</c:v>
                </c:pt>
                <c:pt idx="1666">
                  <c:v>-23.383487753143569</c:v>
                </c:pt>
                <c:pt idx="1667">
                  <c:v>-20.664831459945749</c:v>
                </c:pt>
                <c:pt idx="1668">
                  <c:v>-22.759824853969143</c:v>
                </c:pt>
                <c:pt idx="1669">
                  <c:v>-22.918069838554441</c:v>
                </c:pt>
                <c:pt idx="1670">
                  <c:v>-23.555869043690777</c:v>
                </c:pt>
                <c:pt idx="1671">
                  <c:v>-25.827185236526709</c:v>
                </c:pt>
                <c:pt idx="1672">
                  <c:v>-27.187716317558881</c:v>
                </c:pt>
                <c:pt idx="1673">
                  <c:v>-27.195615627967481</c:v>
                </c:pt>
                <c:pt idx="1674">
                  <c:v>-29.303139017087091</c:v>
                </c:pt>
                <c:pt idx="1675">
                  <c:v>-25.954868645023144</c:v>
                </c:pt>
                <c:pt idx="1676">
                  <c:v>-17.05831958168374</c:v>
                </c:pt>
                <c:pt idx="1677">
                  <c:v>-10.923538445284048</c:v>
                </c:pt>
                <c:pt idx="1678">
                  <c:v>-8.1774786192631748</c:v>
                </c:pt>
                <c:pt idx="1679">
                  <c:v>-7.5058261157057498</c:v>
                </c:pt>
                <c:pt idx="1680">
                  <c:v>-8.4017513085854354</c:v>
                </c:pt>
                <c:pt idx="1681">
                  <c:v>-9.0181292988140829</c:v>
                </c:pt>
                <c:pt idx="1682">
                  <c:v>-12.886225500506363</c:v>
                </c:pt>
                <c:pt idx="1683">
                  <c:v>-15.393193624052046</c:v>
                </c:pt>
                <c:pt idx="1684">
                  <c:v>-16.914282741113713</c:v>
                </c:pt>
                <c:pt idx="1685">
                  <c:v>-18.126243877148042</c:v>
                </c:pt>
                <c:pt idx="1686">
                  <c:v>-18.205239330139118</c:v>
                </c:pt>
                <c:pt idx="1687">
                  <c:v>-22.261648269862075</c:v>
                </c:pt>
                <c:pt idx="1688">
                  <c:v>-22.824137046846261</c:v>
                </c:pt>
                <c:pt idx="1689">
                  <c:v>-23.916025674654517</c:v>
                </c:pt>
                <c:pt idx="1690">
                  <c:v>-25.049603177600506</c:v>
                </c:pt>
                <c:pt idx="1691">
                  <c:v>-27.371727811756635</c:v>
                </c:pt>
                <c:pt idx="1692">
                  <c:v>-30.616191067045683</c:v>
                </c:pt>
                <c:pt idx="1693">
                  <c:v>-35.023660994732005</c:v>
                </c:pt>
                <c:pt idx="1694">
                  <c:v>-34.712894094185067</c:v>
                </c:pt>
                <c:pt idx="1695">
                  <c:v>-36.826872368121791</c:v>
                </c:pt>
                <c:pt idx="1696">
                  <c:v>-31.283838970757401</c:v>
                </c:pt>
                <c:pt idx="1697">
                  <c:v>-32.117154938172604</c:v>
                </c:pt>
                <c:pt idx="1698">
                  <c:v>-30.623137369451925</c:v>
                </c:pt>
                <c:pt idx="1699">
                  <c:v>-33.435817076041275</c:v>
                </c:pt>
                <c:pt idx="1700">
                  <c:v>-32.526462838419356</c:v>
                </c:pt>
                <c:pt idx="1701">
                  <c:v>-30.579566041595843</c:v>
                </c:pt>
                <c:pt idx="1702">
                  <c:v>-32.044448449212226</c:v>
                </c:pt>
                <c:pt idx="1703">
                  <c:v>-34.486298674705452</c:v>
                </c:pt>
                <c:pt idx="1704">
                  <c:v>-38.26461293160785</c:v>
                </c:pt>
                <c:pt idx="1705">
                  <c:v>-41.174463584443266</c:v>
                </c:pt>
                <c:pt idx="1706">
                  <c:v>-41.603275042275492</c:v>
                </c:pt>
                <c:pt idx="1707">
                  <c:v>-43.133615274252008</c:v>
                </c:pt>
                <c:pt idx="1708">
                  <c:v>-45.121499937084806</c:v>
                </c:pt>
                <c:pt idx="1709">
                  <c:v>-47.548390671018041</c:v>
                </c:pt>
                <c:pt idx="1710">
                  <c:v>-44.187881009688397</c:v>
                </c:pt>
                <c:pt idx="1711">
                  <c:v>-42.960692107645819</c:v>
                </c:pt>
                <c:pt idx="1712">
                  <c:v>-44.87874989423652</c:v>
                </c:pt>
                <c:pt idx="1713">
                  <c:v>-49.757322663658016</c:v>
                </c:pt>
                <c:pt idx="1714">
                  <c:v>-50.254146567934043</c:v>
                </c:pt>
                <c:pt idx="1715">
                  <c:v>-48.506719127139846</c:v>
                </c:pt>
                <c:pt idx="1716">
                  <c:v>-45.808288418046672</c:v>
                </c:pt>
                <c:pt idx="1717">
                  <c:v>-45.476890894630635</c:v>
                </c:pt>
                <c:pt idx="1718">
                  <c:v>-45.351645657603591</c:v>
                </c:pt>
                <c:pt idx="1719">
                  <c:v>-39.872932614195612</c:v>
                </c:pt>
                <c:pt idx="1720">
                  <c:v>-40.123903800026696</c:v>
                </c:pt>
                <c:pt idx="1721">
                  <c:v>-39.389500636023037</c:v>
                </c:pt>
                <c:pt idx="1722">
                  <c:v>-39.692165141774709</c:v>
                </c:pt>
                <c:pt idx="1723">
                  <c:v>-40.421366617591474</c:v>
                </c:pt>
                <c:pt idx="1724">
                  <c:v>-40.110188047869556</c:v>
                </c:pt>
                <c:pt idx="1725">
                  <c:v>-39.0746471446692</c:v>
                </c:pt>
                <c:pt idx="1726">
                  <c:v>-38.630170539367782</c:v>
                </c:pt>
                <c:pt idx="1727">
                  <c:v>-38.642265375912821</c:v>
                </c:pt>
                <c:pt idx="1728">
                  <c:v>-40.148053534221134</c:v>
                </c:pt>
                <c:pt idx="1729">
                  <c:v>-39.324847379725284</c:v>
                </c:pt>
                <c:pt idx="1730">
                  <c:v>-41.750924382269254</c:v>
                </c:pt>
                <c:pt idx="1731">
                  <c:v>-44.196212677745727</c:v>
                </c:pt>
                <c:pt idx="1732">
                  <c:v>-45.117576048608441</c:v>
                </c:pt>
                <c:pt idx="1733">
                  <c:v>-44.105787716465279</c:v>
                </c:pt>
                <c:pt idx="1734">
                  <c:v>-44.944515808249704</c:v>
                </c:pt>
                <c:pt idx="1735">
                  <c:v>-45.240395038638333</c:v>
                </c:pt>
                <c:pt idx="1736">
                  <c:v>-46.057340173411788</c:v>
                </c:pt>
                <c:pt idx="1737">
                  <c:v>-47.113155364388831</c:v>
                </c:pt>
                <c:pt idx="1738">
                  <c:v>-48.045916024415938</c:v>
                </c:pt>
                <c:pt idx="1739">
                  <c:v>-54.349639101721252</c:v>
                </c:pt>
                <c:pt idx="1740">
                  <c:v>-54.512149739459886</c:v>
                </c:pt>
                <c:pt idx="1741">
                  <c:v>-55.124567523256175</c:v>
                </c:pt>
                <c:pt idx="1742">
                  <c:v>-58.418135269605301</c:v>
                </c:pt>
                <c:pt idx="1743">
                  <c:v>-63.823370396189574</c:v>
                </c:pt>
                <c:pt idx="1744">
                  <c:v>-66.153767594702614</c:v>
                </c:pt>
                <c:pt idx="1745">
                  <c:v>-63.607965157884337</c:v>
                </c:pt>
                <c:pt idx="1746">
                  <c:v>-61.30109613120581</c:v>
                </c:pt>
                <c:pt idx="1747">
                  <c:v>-58.37920148076595</c:v>
                </c:pt>
                <c:pt idx="1748">
                  <c:v>-58.43151267653387</c:v>
                </c:pt>
                <c:pt idx="1749">
                  <c:v>-60.269102587529837</c:v>
                </c:pt>
                <c:pt idx="1750">
                  <c:v>-60.862573062480251</c:v>
                </c:pt>
                <c:pt idx="1751">
                  <c:v>-61.031932496874148</c:v>
                </c:pt>
                <c:pt idx="1752">
                  <c:v>-66.59144576732723</c:v>
                </c:pt>
                <c:pt idx="1753">
                  <c:v>-68.492037996004427</c:v>
                </c:pt>
                <c:pt idx="1754">
                  <c:v>-63.138974934490506</c:v>
                </c:pt>
                <c:pt idx="1755">
                  <c:v>-62.877779112695627</c:v>
                </c:pt>
                <c:pt idx="1756">
                  <c:v>-64.482185175031887</c:v>
                </c:pt>
                <c:pt idx="1757">
                  <c:v>-64.306177048545578</c:v>
                </c:pt>
                <c:pt idx="1758">
                  <c:v>-70.752840688301717</c:v>
                </c:pt>
                <c:pt idx="1759">
                  <c:v>-74.508130789787145</c:v>
                </c:pt>
                <c:pt idx="1760">
                  <c:v>-79.341985120905733</c:v>
                </c:pt>
                <c:pt idx="1761">
                  <c:v>-74.772127300497061</c:v>
                </c:pt>
                <c:pt idx="1762">
                  <c:v>-70.443306801338565</c:v>
                </c:pt>
                <c:pt idx="1763">
                  <c:v>-70.514845516003106</c:v>
                </c:pt>
                <c:pt idx="1764">
                  <c:v>-69.06083551231356</c:v>
                </c:pt>
                <c:pt idx="1765">
                  <c:v>-66.66718179775728</c:v>
                </c:pt>
                <c:pt idx="1766">
                  <c:v>-61.457016739068742</c:v>
                </c:pt>
                <c:pt idx="1767">
                  <c:v>-57.761025643512234</c:v>
                </c:pt>
                <c:pt idx="1768">
                  <c:v>-55.94662294365213</c:v>
                </c:pt>
                <c:pt idx="1769">
                  <c:v>-54.656752490124887</c:v>
                </c:pt>
                <c:pt idx="1770">
                  <c:v>-53.204019545327391</c:v>
                </c:pt>
                <c:pt idx="1771">
                  <c:v>-52.939254013074716</c:v>
                </c:pt>
                <c:pt idx="1772">
                  <c:v>-55.17491106767487</c:v>
                </c:pt>
                <c:pt idx="1773">
                  <c:v>-54.941365246006363</c:v>
                </c:pt>
                <c:pt idx="1774">
                  <c:v>-54.074131818610738</c:v>
                </c:pt>
                <c:pt idx="1775">
                  <c:v>-49.541821999847905</c:v>
                </c:pt>
                <c:pt idx="1776">
                  <c:v>-49.953784048001992</c:v>
                </c:pt>
                <c:pt idx="1777">
                  <c:v>-51.432955246640631</c:v>
                </c:pt>
                <c:pt idx="1778">
                  <c:v>-53.589276100445751</c:v>
                </c:pt>
                <c:pt idx="1779">
                  <c:v>-55.699437524792067</c:v>
                </c:pt>
                <c:pt idx="1780">
                  <c:v>-56.633880543405276</c:v>
                </c:pt>
                <c:pt idx="1781">
                  <c:v>-60.282040821043985</c:v>
                </c:pt>
                <c:pt idx="1782">
                  <c:v>-58.307764228049209</c:v>
                </c:pt>
                <c:pt idx="1783">
                  <c:v>-54.520674882586299</c:v>
                </c:pt>
                <c:pt idx="1784">
                  <c:v>-54.409592032964959</c:v>
                </c:pt>
                <c:pt idx="1785">
                  <c:v>-56.578846569947324</c:v>
                </c:pt>
                <c:pt idx="1786">
                  <c:v>-54.285302604634495</c:v>
                </c:pt>
                <c:pt idx="1787">
                  <c:v>-55.689645736202209</c:v>
                </c:pt>
                <c:pt idx="1788">
                  <c:v>-61.783387682722292</c:v>
                </c:pt>
                <c:pt idx="1789">
                  <c:v>-57.844094253444098</c:v>
                </c:pt>
                <c:pt idx="1790">
                  <c:v>-56.152433200934432</c:v>
                </c:pt>
                <c:pt idx="1791">
                  <c:v>-56.2485617240946</c:v>
                </c:pt>
                <c:pt idx="1792">
                  <c:v>-55.643646808737458</c:v>
                </c:pt>
                <c:pt idx="1793">
                  <c:v>-56.128008721057512</c:v>
                </c:pt>
                <c:pt idx="1794">
                  <c:v>-58.688990431195009</c:v>
                </c:pt>
                <c:pt idx="1795">
                  <c:v>-58.267984031672292</c:v>
                </c:pt>
                <c:pt idx="1796">
                  <c:v>-59.243715827506705</c:v>
                </c:pt>
                <c:pt idx="1797">
                  <c:v>-57.333547747769181</c:v>
                </c:pt>
                <c:pt idx="1798">
                  <c:v>-54.791792171918523</c:v>
                </c:pt>
                <c:pt idx="1799">
                  <c:v>-57.287120633466003</c:v>
                </c:pt>
                <c:pt idx="1800">
                  <c:v>-55.526258170410571</c:v>
                </c:pt>
                <c:pt idx="1801">
                  <c:v>-56.937165762690981</c:v>
                </c:pt>
                <c:pt idx="1802">
                  <c:v>-57.267727427987367</c:v>
                </c:pt>
                <c:pt idx="1803">
                  <c:v>-56.024756695825538</c:v>
                </c:pt>
                <c:pt idx="1804">
                  <c:v>-57.997222320853176</c:v>
                </c:pt>
                <c:pt idx="1805">
                  <c:v>-56.926560047060548</c:v>
                </c:pt>
                <c:pt idx="1806">
                  <c:v>-61.011542174563573</c:v>
                </c:pt>
                <c:pt idx="1807">
                  <c:v>-61.477612583673292</c:v>
                </c:pt>
                <c:pt idx="1808">
                  <c:v>-61.950232059009366</c:v>
                </c:pt>
                <c:pt idx="1809">
                  <c:v>-62.528169754788806</c:v>
                </c:pt>
                <c:pt idx="1810">
                  <c:v>-64.420992202860816</c:v>
                </c:pt>
                <c:pt idx="1811">
                  <c:v>-64.668839970432828</c:v>
                </c:pt>
                <c:pt idx="1812">
                  <c:v>-66.347595396940434</c:v>
                </c:pt>
                <c:pt idx="1813">
                  <c:v>-64.135279709682223</c:v>
                </c:pt>
                <c:pt idx="1814">
                  <c:v>-66.036194495528605</c:v>
                </c:pt>
                <c:pt idx="1815">
                  <c:v>-61.671620384969863</c:v>
                </c:pt>
                <c:pt idx="1816">
                  <c:v>-58.263598613084909</c:v>
                </c:pt>
                <c:pt idx="1817">
                  <c:v>-61.243263250451342</c:v>
                </c:pt>
                <c:pt idx="1818">
                  <c:v>-60.609855442181789</c:v>
                </c:pt>
                <c:pt idx="1819">
                  <c:v>-61.678879278334186</c:v>
                </c:pt>
                <c:pt idx="1820">
                  <c:v>-59.241949442537994</c:v>
                </c:pt>
                <c:pt idx="1821">
                  <c:v>-57.371681987393814</c:v>
                </c:pt>
                <c:pt idx="1822">
                  <c:v>-57.665351617478471</c:v>
                </c:pt>
                <c:pt idx="1823">
                  <c:v>-57.068637611213518</c:v>
                </c:pt>
                <c:pt idx="1824">
                  <c:v>-58.521147908400351</c:v>
                </c:pt>
                <c:pt idx="1825">
                  <c:v>-63.24932962024652</c:v>
                </c:pt>
                <c:pt idx="1826">
                  <c:v>-61.494070732369359</c:v>
                </c:pt>
                <c:pt idx="1827">
                  <c:v>-56.256153297611057</c:v>
                </c:pt>
                <c:pt idx="1828">
                  <c:v>-48.131818875018396</c:v>
                </c:pt>
                <c:pt idx="1829">
                  <c:v>-40.709019290258013</c:v>
                </c:pt>
                <c:pt idx="1830">
                  <c:v>-40.887548679620842</c:v>
                </c:pt>
                <c:pt idx="1831">
                  <c:v>-39.69703312372404</c:v>
                </c:pt>
                <c:pt idx="1832">
                  <c:v>-37.040262801500326</c:v>
                </c:pt>
                <c:pt idx="1833">
                  <c:v>-38.320476688666162</c:v>
                </c:pt>
                <c:pt idx="1834">
                  <c:v>-39.115332117004378</c:v>
                </c:pt>
                <c:pt idx="1835">
                  <c:v>-40.287987195110603</c:v>
                </c:pt>
                <c:pt idx="1836">
                  <c:v>-39.731422469607175</c:v>
                </c:pt>
                <c:pt idx="1837">
                  <c:v>-37.881578979473346</c:v>
                </c:pt>
                <c:pt idx="1838">
                  <c:v>-39.983652425370522</c:v>
                </c:pt>
                <c:pt idx="1839">
                  <c:v>-42.180049553232813</c:v>
                </c:pt>
                <c:pt idx="1840">
                  <c:v>-43.758799789000392</c:v>
                </c:pt>
                <c:pt idx="1841">
                  <c:v>-43.350769410391521</c:v>
                </c:pt>
                <c:pt idx="1842">
                  <c:v>-43.928512677768097</c:v>
                </c:pt>
                <c:pt idx="1843">
                  <c:v>-42.511139311577892</c:v>
                </c:pt>
                <c:pt idx="1844">
                  <c:v>-44.913535718502295</c:v>
                </c:pt>
                <c:pt idx="1845">
                  <c:v>-48.359648083658051</c:v>
                </c:pt>
                <c:pt idx="1846">
                  <c:v>-49.633220514541378</c:v>
                </c:pt>
                <c:pt idx="1847">
                  <c:v>-47.342443028394875</c:v>
                </c:pt>
                <c:pt idx="1848">
                  <c:v>-49.547239453197101</c:v>
                </c:pt>
                <c:pt idx="1849">
                  <c:v>-50.912547473643002</c:v>
                </c:pt>
                <c:pt idx="1850">
                  <c:v>-50.734112934694608</c:v>
                </c:pt>
                <c:pt idx="1851">
                  <c:v>-49.972656745590236</c:v>
                </c:pt>
                <c:pt idx="1852">
                  <c:v>-47.607172716982951</c:v>
                </c:pt>
                <c:pt idx="1853">
                  <c:v>-47.115427395786881</c:v>
                </c:pt>
                <c:pt idx="1854">
                  <c:v>-41.451868007453157</c:v>
                </c:pt>
                <c:pt idx="1855">
                  <c:v>-43.379683023620466</c:v>
                </c:pt>
                <c:pt idx="1856">
                  <c:v>-40.23680821639033</c:v>
                </c:pt>
                <c:pt idx="1857">
                  <c:v>-44.738386758886421</c:v>
                </c:pt>
                <c:pt idx="1858">
                  <c:v>-51.246662156334679</c:v>
                </c:pt>
                <c:pt idx="1859">
                  <c:v>-51.230654243267644</c:v>
                </c:pt>
                <c:pt idx="1860">
                  <c:v>-44.273083370530635</c:v>
                </c:pt>
                <c:pt idx="1861">
                  <c:v>-44.007251573495545</c:v>
                </c:pt>
                <c:pt idx="1862">
                  <c:v>-45.679528233058612</c:v>
                </c:pt>
                <c:pt idx="1863">
                  <c:v>-48.102715392458975</c:v>
                </c:pt>
                <c:pt idx="1864">
                  <c:v>-46.16961330440872</c:v>
                </c:pt>
                <c:pt idx="1865">
                  <c:v>-42.791343960218455</c:v>
                </c:pt>
                <c:pt idx="1866">
                  <c:v>-41.820092275779956</c:v>
                </c:pt>
                <c:pt idx="1867">
                  <c:v>-37.664653138103048</c:v>
                </c:pt>
                <c:pt idx="1868">
                  <c:v>-38.73306830215752</c:v>
                </c:pt>
                <c:pt idx="1869">
                  <c:v>-36.008682309724165</c:v>
                </c:pt>
                <c:pt idx="1870">
                  <c:v>-38.621941076107028</c:v>
                </c:pt>
                <c:pt idx="1871">
                  <c:v>-37.84331254067034</c:v>
                </c:pt>
                <c:pt idx="1872">
                  <c:v>-37.725287428612333</c:v>
                </c:pt>
                <c:pt idx="1873">
                  <c:v>-39.336512908304769</c:v>
                </c:pt>
                <c:pt idx="1874">
                  <c:v>-40.560451594020044</c:v>
                </c:pt>
                <c:pt idx="1875">
                  <c:v>-36.274629674436049</c:v>
                </c:pt>
                <c:pt idx="1876">
                  <c:v>-36.378124799029671</c:v>
                </c:pt>
                <c:pt idx="1877">
                  <c:v>-37.530643130340302</c:v>
                </c:pt>
                <c:pt idx="1878">
                  <c:v>-39.71000177918436</c:v>
                </c:pt>
                <c:pt idx="1879">
                  <c:v>-40.486915987511075</c:v>
                </c:pt>
                <c:pt idx="1880">
                  <c:v>-44.807444730431428</c:v>
                </c:pt>
                <c:pt idx="1881">
                  <c:v>-44.708228958458612</c:v>
                </c:pt>
                <c:pt idx="1882">
                  <c:v>-46.964802449711108</c:v>
                </c:pt>
                <c:pt idx="1883">
                  <c:v>-50.842201989706524</c:v>
                </c:pt>
                <c:pt idx="1884">
                  <c:v>-52.548373508908355</c:v>
                </c:pt>
                <c:pt idx="1885">
                  <c:v>-51.906133425477904</c:v>
                </c:pt>
                <c:pt idx="1886">
                  <c:v>-50.485544138121533</c:v>
                </c:pt>
                <c:pt idx="1887">
                  <c:v>-50.70667280581582</c:v>
                </c:pt>
                <c:pt idx="1888">
                  <c:v>-46.020954563110472</c:v>
                </c:pt>
                <c:pt idx="1889">
                  <c:v>-46.117277096793657</c:v>
                </c:pt>
                <c:pt idx="1890">
                  <c:v>-45.344217692453633</c:v>
                </c:pt>
                <c:pt idx="1891">
                  <c:v>-43.939668236382012</c:v>
                </c:pt>
                <c:pt idx="1892">
                  <c:v>-52.86292108155881</c:v>
                </c:pt>
                <c:pt idx="1893">
                  <c:v>-52.275046963397159</c:v>
                </c:pt>
                <c:pt idx="1894">
                  <c:v>-55.876339931758125</c:v>
                </c:pt>
                <c:pt idx="1895">
                  <c:v>-49.619590039543922</c:v>
                </c:pt>
                <c:pt idx="1896">
                  <c:v>-48.194575137299083</c:v>
                </c:pt>
                <c:pt idx="1897">
                  <c:v>-46.854542587573455</c:v>
                </c:pt>
                <c:pt idx="1898">
                  <c:v>-50.483531085630801</c:v>
                </c:pt>
                <c:pt idx="1899">
                  <c:v>-46.368496454656999</c:v>
                </c:pt>
                <c:pt idx="1900">
                  <c:v>-49.877286232742186</c:v>
                </c:pt>
                <c:pt idx="1901">
                  <c:v>-49.826867331991025</c:v>
                </c:pt>
                <c:pt idx="1902">
                  <c:v>-54.045656782604802</c:v>
                </c:pt>
                <c:pt idx="1903">
                  <c:v>-52.510523880107151</c:v>
                </c:pt>
                <c:pt idx="1904">
                  <c:v>-54.6438409813207</c:v>
                </c:pt>
                <c:pt idx="1905">
                  <c:v>-56.696667076713887</c:v>
                </c:pt>
                <c:pt idx="1906">
                  <c:v>-55.244790716144387</c:v>
                </c:pt>
                <c:pt idx="1907">
                  <c:v>-54.490220776103463</c:v>
                </c:pt>
                <c:pt idx="1908">
                  <c:v>-52.571980768534758</c:v>
                </c:pt>
                <c:pt idx="1909">
                  <c:v>-53.67989380546377</c:v>
                </c:pt>
                <c:pt idx="1910">
                  <c:v>-50.952951045348485</c:v>
                </c:pt>
                <c:pt idx="1911">
                  <c:v>-50.012150405142755</c:v>
                </c:pt>
                <c:pt idx="1912">
                  <c:v>-48.547879466337847</c:v>
                </c:pt>
                <c:pt idx="1913">
                  <c:v>-46.755605291973055</c:v>
                </c:pt>
                <c:pt idx="1914">
                  <c:v>-44.175206943766717</c:v>
                </c:pt>
                <c:pt idx="1915">
                  <c:v>-40.738623669315118</c:v>
                </c:pt>
                <c:pt idx="1916">
                  <c:v>-39.423901568995639</c:v>
                </c:pt>
                <c:pt idx="1917">
                  <c:v>-39.719775859346719</c:v>
                </c:pt>
                <c:pt idx="1918">
                  <c:v>-40.446216263406271</c:v>
                </c:pt>
                <c:pt idx="1919">
                  <c:v>-42.951097631088444</c:v>
                </c:pt>
                <c:pt idx="1920">
                  <c:v>-44.613018777671968</c:v>
                </c:pt>
                <c:pt idx="1921">
                  <c:v>-40.044892843541334</c:v>
                </c:pt>
                <c:pt idx="1922">
                  <c:v>-39.174391546834485</c:v>
                </c:pt>
                <c:pt idx="1923">
                  <c:v>-36.115419998643503</c:v>
                </c:pt>
                <c:pt idx="1924">
                  <c:v>-37.494609714052302</c:v>
                </c:pt>
                <c:pt idx="1925">
                  <c:v>-37.224573706651178</c:v>
                </c:pt>
                <c:pt idx="1926">
                  <c:v>-36.866457027667963</c:v>
                </c:pt>
                <c:pt idx="1927">
                  <c:v>-30.947019809028138</c:v>
                </c:pt>
                <c:pt idx="1928">
                  <c:v>-32.979326813232433</c:v>
                </c:pt>
                <c:pt idx="1929">
                  <c:v>-31.717842332488161</c:v>
                </c:pt>
                <c:pt idx="1930">
                  <c:v>-32.7290380113038</c:v>
                </c:pt>
                <c:pt idx="1931">
                  <c:v>-36.380011397528676</c:v>
                </c:pt>
                <c:pt idx="1932">
                  <c:v>-34.524945259570053</c:v>
                </c:pt>
                <c:pt idx="1933">
                  <c:v>-30.560343403294382</c:v>
                </c:pt>
                <c:pt idx="1934">
                  <c:v>-30.695908261891205</c:v>
                </c:pt>
                <c:pt idx="1935">
                  <c:v>-30.587379562385905</c:v>
                </c:pt>
                <c:pt idx="1936">
                  <c:v>-30.194999437163045</c:v>
                </c:pt>
                <c:pt idx="1937">
                  <c:v>-30.064468319744801</c:v>
                </c:pt>
                <c:pt idx="1938">
                  <c:v>-26.875264255646044</c:v>
                </c:pt>
                <c:pt idx="1939">
                  <c:v>-24.180145779901778</c:v>
                </c:pt>
                <c:pt idx="1940">
                  <c:v>-21.689046722888818</c:v>
                </c:pt>
                <c:pt idx="1941">
                  <c:v>-18.748195622169153</c:v>
                </c:pt>
                <c:pt idx="1942">
                  <c:v>-17.7220128476303</c:v>
                </c:pt>
                <c:pt idx="1943">
                  <c:v>-12.885931990147188</c:v>
                </c:pt>
                <c:pt idx="1944">
                  <c:v>-12.550805018854144</c:v>
                </c:pt>
                <c:pt idx="1945">
                  <c:v>-11.879518041557329</c:v>
                </c:pt>
                <c:pt idx="1946">
                  <c:v>-13.450706504013347</c:v>
                </c:pt>
                <c:pt idx="1947">
                  <c:v>-13.715841656052312</c:v>
                </c:pt>
                <c:pt idx="1948">
                  <c:v>-12.584219510568392</c:v>
                </c:pt>
                <c:pt idx="1949">
                  <c:v>-17.185552021036525</c:v>
                </c:pt>
                <c:pt idx="1950">
                  <c:v>-17.110114034411243</c:v>
                </c:pt>
                <c:pt idx="1951">
                  <c:v>-15.169325870788398</c:v>
                </c:pt>
                <c:pt idx="1952">
                  <c:v>-10.687522123068019</c:v>
                </c:pt>
                <c:pt idx="1953">
                  <c:v>-6.9721735234453082</c:v>
                </c:pt>
                <c:pt idx="1954">
                  <c:v>-5.7628488407821106</c:v>
                </c:pt>
                <c:pt idx="1955">
                  <c:v>-5.1448044026279023</c:v>
                </c:pt>
                <c:pt idx="1956">
                  <c:v>-5.8491995385429423</c:v>
                </c:pt>
                <c:pt idx="1957">
                  <c:v>-8.3015284894447881</c:v>
                </c:pt>
                <c:pt idx="1958">
                  <c:v>-6.9392916835583049</c:v>
                </c:pt>
                <c:pt idx="1959">
                  <c:v>-6.9972670783369599</c:v>
                </c:pt>
                <c:pt idx="1960">
                  <c:v>-8.1891602112089537</c:v>
                </c:pt>
                <c:pt idx="1961">
                  <c:v>-5.7819335382103683</c:v>
                </c:pt>
                <c:pt idx="1962">
                  <c:v>-4.3617841183317028</c:v>
                </c:pt>
                <c:pt idx="1963">
                  <c:v>-6.4721309621399525</c:v>
                </c:pt>
                <c:pt idx="1964">
                  <c:v>-5.1606346869769864</c:v>
                </c:pt>
                <c:pt idx="1965">
                  <c:v>-2.0317841637536977</c:v>
                </c:pt>
                <c:pt idx="1966">
                  <c:v>-3.247826781413448</c:v>
                </c:pt>
                <c:pt idx="1967">
                  <c:v>-5.7820594119890734</c:v>
                </c:pt>
                <c:pt idx="1968">
                  <c:v>-6.0657239493495423</c:v>
                </c:pt>
                <c:pt idx="1969">
                  <c:v>-8.8666560373896175</c:v>
                </c:pt>
                <c:pt idx="1970">
                  <c:v>-7.0279737848958037</c:v>
                </c:pt>
                <c:pt idx="1971">
                  <c:v>-4.3579895439007128</c:v>
                </c:pt>
                <c:pt idx="1972">
                  <c:v>-2.0756265223490615</c:v>
                </c:pt>
                <c:pt idx="1973">
                  <c:v>3.1956198618244755</c:v>
                </c:pt>
                <c:pt idx="1974">
                  <c:v>6.5633020040499481</c:v>
                </c:pt>
                <c:pt idx="1975">
                  <c:v>7.7414772520552937</c:v>
                </c:pt>
                <c:pt idx="1976">
                  <c:v>13.365102984765114</c:v>
                </c:pt>
                <c:pt idx="1977">
                  <c:v>15.497052663470702</c:v>
                </c:pt>
                <c:pt idx="1978">
                  <c:v>10.755748198197551</c:v>
                </c:pt>
                <c:pt idx="1979">
                  <c:v>6.4221187920678666</c:v>
                </c:pt>
                <c:pt idx="1980">
                  <c:v>4.1057112832643199</c:v>
                </c:pt>
                <c:pt idx="1981">
                  <c:v>6.7745667129211284</c:v>
                </c:pt>
                <c:pt idx="1982">
                  <c:v>11.653182333248797</c:v>
                </c:pt>
                <c:pt idx="1983">
                  <c:v>11.549996903495877</c:v>
                </c:pt>
                <c:pt idx="1984">
                  <c:v>10.161291710350689</c:v>
                </c:pt>
                <c:pt idx="1985">
                  <c:v>10.411944353134921</c:v>
                </c:pt>
                <c:pt idx="1986">
                  <c:v>11.688119697709819</c:v>
                </c:pt>
                <c:pt idx="1987">
                  <c:v>15.067596488623698</c:v>
                </c:pt>
                <c:pt idx="1988">
                  <c:v>14.997780816343969</c:v>
                </c:pt>
                <c:pt idx="1989">
                  <c:v>13.854355216291898</c:v>
                </c:pt>
                <c:pt idx="1990">
                  <c:v>11.448307799163219</c:v>
                </c:pt>
                <c:pt idx="1991">
                  <c:v>16.443447881693068</c:v>
                </c:pt>
                <c:pt idx="1992">
                  <c:v>16.766289956029002</c:v>
                </c:pt>
                <c:pt idx="1993">
                  <c:v>18.662758974843712</c:v>
                </c:pt>
                <c:pt idx="1994">
                  <c:v>23.88859568404332</c:v>
                </c:pt>
                <c:pt idx="1995">
                  <c:v>26.208489499665369</c:v>
                </c:pt>
                <c:pt idx="1996">
                  <c:v>23.833917796782721</c:v>
                </c:pt>
                <c:pt idx="1997">
                  <c:v>23.43813255543623</c:v>
                </c:pt>
                <c:pt idx="1998">
                  <c:v>25.061438730757359</c:v>
                </c:pt>
                <c:pt idx="1999">
                  <c:v>30.623158437229236</c:v>
                </c:pt>
                <c:pt idx="2000">
                  <c:v>32.92920848489787</c:v>
                </c:pt>
                <c:pt idx="2001">
                  <c:v>41.020151640574483</c:v>
                </c:pt>
                <c:pt idx="2002">
                  <c:v>49.210394724260034</c:v>
                </c:pt>
                <c:pt idx="2003">
                  <c:v>49.196051804973074</c:v>
                </c:pt>
                <c:pt idx="2004">
                  <c:v>51.617760831091005</c:v>
                </c:pt>
                <c:pt idx="2005">
                  <c:v>48.954703840813465</c:v>
                </c:pt>
                <c:pt idx="2006">
                  <c:v>48.275237259704625</c:v>
                </c:pt>
                <c:pt idx="2007">
                  <c:v>48.623599548117269</c:v>
                </c:pt>
                <c:pt idx="2008">
                  <c:v>47.699472172268017</c:v>
                </c:pt>
                <c:pt idx="2009">
                  <c:v>43.473024949618669</c:v>
                </c:pt>
                <c:pt idx="2010">
                  <c:v>39.549954383158088</c:v>
                </c:pt>
                <c:pt idx="2011">
                  <c:v>37.524228612252791</c:v>
                </c:pt>
                <c:pt idx="2012">
                  <c:v>38.947691765410795</c:v>
                </c:pt>
                <c:pt idx="2013">
                  <c:v>40.798180215481324</c:v>
                </c:pt>
                <c:pt idx="2014">
                  <c:v>42.875900944109638</c:v>
                </c:pt>
                <c:pt idx="2015">
                  <c:v>47.994396123315582</c:v>
                </c:pt>
                <c:pt idx="2016">
                  <c:v>48.755970604593557</c:v>
                </c:pt>
                <c:pt idx="2017">
                  <c:v>53.526277673120163</c:v>
                </c:pt>
                <c:pt idx="2018">
                  <c:v>52.20825261312644</c:v>
                </c:pt>
                <c:pt idx="2019">
                  <c:v>53.514215079679282</c:v>
                </c:pt>
                <c:pt idx="2020">
                  <c:v>53.638165447090906</c:v>
                </c:pt>
                <c:pt idx="2021">
                  <c:v>53.001768563816576</c:v>
                </c:pt>
                <c:pt idx="2022">
                  <c:v>56.673977364880294</c:v>
                </c:pt>
                <c:pt idx="2023">
                  <c:v>56.451984589284194</c:v>
                </c:pt>
                <c:pt idx="2024">
                  <c:v>56.792219862744943</c:v>
                </c:pt>
                <c:pt idx="2025">
                  <c:v>59.54503145902531</c:v>
                </c:pt>
                <c:pt idx="2026">
                  <c:v>57.423749819593681</c:v>
                </c:pt>
                <c:pt idx="2027">
                  <c:v>55.987542082798882</c:v>
                </c:pt>
                <c:pt idx="2028">
                  <c:v>59.065534364432047</c:v>
                </c:pt>
                <c:pt idx="2029">
                  <c:v>57.260079978137171</c:v>
                </c:pt>
                <c:pt idx="2030">
                  <c:v>58.677649515936437</c:v>
                </c:pt>
                <c:pt idx="2031">
                  <c:v>63.439565731608099</c:v>
                </c:pt>
                <c:pt idx="2032">
                  <c:v>61.869580203871891</c:v>
                </c:pt>
                <c:pt idx="2033">
                  <c:v>61.103511790966664</c:v>
                </c:pt>
                <c:pt idx="2034">
                  <c:v>64.55182795750278</c:v>
                </c:pt>
                <c:pt idx="2035">
                  <c:v>63.430002198279425</c:v>
                </c:pt>
                <c:pt idx="2036">
                  <c:v>63.29139526732353</c:v>
                </c:pt>
                <c:pt idx="2037">
                  <c:v>62.909072098248174</c:v>
                </c:pt>
                <c:pt idx="2038">
                  <c:v>63.416128098369086</c:v>
                </c:pt>
                <c:pt idx="2039">
                  <c:v>62.986230807669209</c:v>
                </c:pt>
                <c:pt idx="2040">
                  <c:v>64.378924963490022</c:v>
                </c:pt>
                <c:pt idx="2041">
                  <c:v>62.967328142327631</c:v>
                </c:pt>
                <c:pt idx="2042">
                  <c:v>63.01215537723143</c:v>
                </c:pt>
                <c:pt idx="2043">
                  <c:v>66.749833347213283</c:v>
                </c:pt>
                <c:pt idx="2044">
                  <c:v>66.889258800924722</c:v>
                </c:pt>
                <c:pt idx="2045">
                  <c:v>68.237875984910787</c:v>
                </c:pt>
                <c:pt idx="2046">
                  <c:v>68.483560217858638</c:v>
                </c:pt>
                <c:pt idx="2047">
                  <c:v>68.614136100303242</c:v>
                </c:pt>
                <c:pt idx="2048">
                  <c:v>66.802025448879959</c:v>
                </c:pt>
                <c:pt idx="2049">
                  <c:v>65.066954944785621</c:v>
                </c:pt>
                <c:pt idx="2050">
                  <c:v>64.772706864854072</c:v>
                </c:pt>
                <c:pt idx="2051">
                  <c:v>66.415287436241982</c:v>
                </c:pt>
                <c:pt idx="2052">
                  <c:v>67.566821976146827</c:v>
                </c:pt>
                <c:pt idx="2053">
                  <c:v>68.665846818142811</c:v>
                </c:pt>
                <c:pt idx="2054">
                  <c:v>71.052869989556442</c:v>
                </c:pt>
                <c:pt idx="2055">
                  <c:v>70.474370718466275</c:v>
                </c:pt>
                <c:pt idx="2056">
                  <c:v>70.17967782477082</c:v>
                </c:pt>
                <c:pt idx="2057">
                  <c:v>70.237650430140917</c:v>
                </c:pt>
                <c:pt idx="2058">
                  <c:v>73.567670667171626</c:v>
                </c:pt>
                <c:pt idx="2059">
                  <c:v>75.464511453682377</c:v>
                </c:pt>
                <c:pt idx="2060">
                  <c:v>76.486811951320036</c:v>
                </c:pt>
                <c:pt idx="2061">
                  <c:v>79.260857991649942</c:v>
                </c:pt>
                <c:pt idx="2062">
                  <c:v>76.668129229011868</c:v>
                </c:pt>
                <c:pt idx="2063">
                  <c:v>76.282192221597697</c:v>
                </c:pt>
                <c:pt idx="2064">
                  <c:v>79.121321105079929</c:v>
                </c:pt>
                <c:pt idx="2065">
                  <c:v>81.149770078764334</c:v>
                </c:pt>
                <c:pt idx="2066">
                  <c:v>78.314301193175808</c:v>
                </c:pt>
                <c:pt idx="2067">
                  <c:v>76.408236255353685</c:v>
                </c:pt>
                <c:pt idx="2068">
                  <c:v>76.129651630135328</c:v>
                </c:pt>
                <c:pt idx="2069">
                  <c:v>80.278599514672905</c:v>
                </c:pt>
                <c:pt idx="2070">
                  <c:v>76.53060531595051</c:v>
                </c:pt>
                <c:pt idx="2071">
                  <c:v>73.3810736100436</c:v>
                </c:pt>
                <c:pt idx="2072">
                  <c:v>72.795710427190585</c:v>
                </c:pt>
                <c:pt idx="2073">
                  <c:v>72.223673781857713</c:v>
                </c:pt>
                <c:pt idx="2074">
                  <c:v>70.77657174244456</c:v>
                </c:pt>
                <c:pt idx="2075">
                  <c:v>71.372934710754507</c:v>
                </c:pt>
                <c:pt idx="2076">
                  <c:v>74.274534747384052</c:v>
                </c:pt>
                <c:pt idx="2077">
                  <c:v>71.830655514716625</c:v>
                </c:pt>
                <c:pt idx="2078">
                  <c:v>74.267319464277051</c:v>
                </c:pt>
                <c:pt idx="2079">
                  <c:v>75.637389944115071</c:v>
                </c:pt>
                <c:pt idx="2080">
                  <c:v>71.372096214898832</c:v>
                </c:pt>
                <c:pt idx="2081">
                  <c:v>68.311619632928725</c:v>
                </c:pt>
                <c:pt idx="2082">
                  <c:v>64.342326755559469</c:v>
                </c:pt>
                <c:pt idx="2083">
                  <c:v>64.804749120435574</c:v>
                </c:pt>
                <c:pt idx="2084">
                  <c:v>64.464245070838189</c:v>
                </c:pt>
                <c:pt idx="2085">
                  <c:v>63.629247367932251</c:v>
                </c:pt>
                <c:pt idx="2086">
                  <c:v>64.484999899246901</c:v>
                </c:pt>
                <c:pt idx="2087">
                  <c:v>65.047763246212384</c:v>
                </c:pt>
                <c:pt idx="2088">
                  <c:v>66.294189148689696</c:v>
                </c:pt>
                <c:pt idx="2089">
                  <c:v>67.161573026044294</c:v>
                </c:pt>
                <c:pt idx="2090">
                  <c:v>66.972203451305347</c:v>
                </c:pt>
                <c:pt idx="2091">
                  <c:v>72.289284626695022</c:v>
                </c:pt>
                <c:pt idx="2092">
                  <c:v>67.891939737217314</c:v>
                </c:pt>
                <c:pt idx="2093">
                  <c:v>64.802150965764397</c:v>
                </c:pt>
                <c:pt idx="2094">
                  <c:v>60.09328799370099</c:v>
                </c:pt>
                <c:pt idx="2095">
                  <c:v>61.515961799878113</c:v>
                </c:pt>
                <c:pt idx="2096">
                  <c:v>52.172766420964038</c:v>
                </c:pt>
                <c:pt idx="2097">
                  <c:v>52.355952008750577</c:v>
                </c:pt>
                <c:pt idx="2098">
                  <c:v>50.386433258319293</c:v>
                </c:pt>
                <c:pt idx="2099">
                  <c:v>49.784195937017543</c:v>
                </c:pt>
                <c:pt idx="2100">
                  <c:v>48.320521646328544</c:v>
                </c:pt>
                <c:pt idx="2101">
                  <c:v>45.72126099756872</c:v>
                </c:pt>
                <c:pt idx="2102">
                  <c:v>49.035137580473297</c:v>
                </c:pt>
                <c:pt idx="2103">
                  <c:v>47.964845328896864</c:v>
                </c:pt>
                <c:pt idx="2104">
                  <c:v>49.69514852387266</c:v>
                </c:pt>
                <c:pt idx="2105">
                  <c:v>50.479464513421206</c:v>
                </c:pt>
                <c:pt idx="2106">
                  <c:v>53.360579575583884</c:v>
                </c:pt>
                <c:pt idx="2107">
                  <c:v>53.73977561599132</c:v>
                </c:pt>
                <c:pt idx="2108">
                  <c:v>56.544150027968627</c:v>
                </c:pt>
                <c:pt idx="2109">
                  <c:v>57.868666929402409</c:v>
                </c:pt>
                <c:pt idx="2110">
                  <c:v>57.103823395191455</c:v>
                </c:pt>
                <c:pt idx="2111">
                  <c:v>54.225024628864112</c:v>
                </c:pt>
                <c:pt idx="2112">
                  <c:v>56.007873427343441</c:v>
                </c:pt>
                <c:pt idx="2113">
                  <c:v>57.159830262760266</c:v>
                </c:pt>
                <c:pt idx="2114">
                  <c:v>60.863799281491495</c:v>
                </c:pt>
                <c:pt idx="2115">
                  <c:v>60.575770326870682</c:v>
                </c:pt>
                <c:pt idx="2116">
                  <c:v>57.460844224412476</c:v>
                </c:pt>
                <c:pt idx="2117">
                  <c:v>58.364767853493255</c:v>
                </c:pt>
                <c:pt idx="2118">
                  <c:v>55.915775220211387</c:v>
                </c:pt>
                <c:pt idx="2119">
                  <c:v>54.38700851654238</c:v>
                </c:pt>
                <c:pt idx="2120">
                  <c:v>54.316673556279703</c:v>
                </c:pt>
                <c:pt idx="2121">
                  <c:v>62.192749515013531</c:v>
                </c:pt>
                <c:pt idx="2122">
                  <c:v>62.008067460950038</c:v>
                </c:pt>
                <c:pt idx="2123">
                  <c:v>59.599299284069794</c:v>
                </c:pt>
                <c:pt idx="2124">
                  <c:v>57.026853507730273</c:v>
                </c:pt>
                <c:pt idx="2125">
                  <c:v>59.01548539354517</c:v>
                </c:pt>
                <c:pt idx="2126">
                  <c:v>55.878907036848105</c:v>
                </c:pt>
                <c:pt idx="2127">
                  <c:v>54.660320005796869</c:v>
                </c:pt>
                <c:pt idx="2128">
                  <c:v>54.492641750021711</c:v>
                </c:pt>
                <c:pt idx="2129">
                  <c:v>45.50643347330999</c:v>
                </c:pt>
                <c:pt idx="2130">
                  <c:v>42.248345560299533</c:v>
                </c:pt>
                <c:pt idx="2131">
                  <c:v>43.199397018652682</c:v>
                </c:pt>
                <c:pt idx="2132">
                  <c:v>44.247823208178978</c:v>
                </c:pt>
                <c:pt idx="2133">
                  <c:v>46.349828615226563</c:v>
                </c:pt>
                <c:pt idx="2134">
                  <c:v>40.654566631757866</c:v>
                </c:pt>
                <c:pt idx="2135">
                  <c:v>38.483915165616637</c:v>
                </c:pt>
                <c:pt idx="2136">
                  <c:v>36.745688310855051</c:v>
                </c:pt>
                <c:pt idx="2137">
                  <c:v>38.824950321705543</c:v>
                </c:pt>
                <c:pt idx="2138">
                  <c:v>42.232218153698263</c:v>
                </c:pt>
                <c:pt idx="2139">
                  <c:v>43.353293044335004</c:v>
                </c:pt>
                <c:pt idx="2140">
                  <c:v>44.64323134468799</c:v>
                </c:pt>
                <c:pt idx="2141">
                  <c:v>47.384259471584933</c:v>
                </c:pt>
                <c:pt idx="2142">
                  <c:v>53.160516560727544</c:v>
                </c:pt>
                <c:pt idx="2143">
                  <c:v>53.920032141908621</c:v>
                </c:pt>
                <c:pt idx="2144">
                  <c:v>51.692983624314522</c:v>
                </c:pt>
                <c:pt idx="2145">
                  <c:v>52.869874109818511</c:v>
                </c:pt>
                <c:pt idx="2146">
                  <c:v>57.385903304146332</c:v>
                </c:pt>
                <c:pt idx="2147">
                  <c:v>57.436219531816512</c:v>
                </c:pt>
                <c:pt idx="2148">
                  <c:v>56.475163802978138</c:v>
                </c:pt>
                <c:pt idx="2149">
                  <c:v>54.126092687875413</c:v>
                </c:pt>
                <c:pt idx="2150">
                  <c:v>52.21231703973443</c:v>
                </c:pt>
                <c:pt idx="2151">
                  <c:v>44.324727504745255</c:v>
                </c:pt>
                <c:pt idx="2152">
                  <c:v>43.108542358042797</c:v>
                </c:pt>
                <c:pt idx="2153">
                  <c:v>35.066730030201292</c:v>
                </c:pt>
                <c:pt idx="2154">
                  <c:v>33.576837840110549</c:v>
                </c:pt>
                <c:pt idx="2155">
                  <c:v>26.719184783381813</c:v>
                </c:pt>
                <c:pt idx="2156">
                  <c:v>29.897568795070381</c:v>
                </c:pt>
                <c:pt idx="2157">
                  <c:v>24.798985832882593</c:v>
                </c:pt>
                <c:pt idx="2158">
                  <c:v>19.559946982982307</c:v>
                </c:pt>
                <c:pt idx="2159">
                  <c:v>12.120435455084618</c:v>
                </c:pt>
                <c:pt idx="2160">
                  <c:v>18.549817354669198</c:v>
                </c:pt>
                <c:pt idx="2161">
                  <c:v>19.435587773506668</c:v>
                </c:pt>
                <c:pt idx="2162">
                  <c:v>21.492635670025781</c:v>
                </c:pt>
                <c:pt idx="2163">
                  <c:v>24.996323916562964</c:v>
                </c:pt>
                <c:pt idx="2164">
                  <c:v>27.096145656311791</c:v>
                </c:pt>
                <c:pt idx="2165">
                  <c:v>28.414540216533414</c:v>
                </c:pt>
                <c:pt idx="2166">
                  <c:v>28.584114266730413</c:v>
                </c:pt>
                <c:pt idx="2167">
                  <c:v>40.024392196509673</c:v>
                </c:pt>
                <c:pt idx="2168">
                  <c:v>40.52548180254702</c:v>
                </c:pt>
                <c:pt idx="2169">
                  <c:v>46.669217361912814</c:v>
                </c:pt>
                <c:pt idx="2170">
                  <c:v>49.908956804129545</c:v>
                </c:pt>
                <c:pt idx="2171">
                  <c:v>48.75128263018749</c:v>
                </c:pt>
                <c:pt idx="2172">
                  <c:v>47.195143859014074</c:v>
                </c:pt>
                <c:pt idx="2173">
                  <c:v>48.325931963139418</c:v>
                </c:pt>
                <c:pt idx="2174">
                  <c:v>49.955609938490014</c:v>
                </c:pt>
                <c:pt idx="2175">
                  <c:v>53.209922762809377</c:v>
                </c:pt>
                <c:pt idx="2176">
                  <c:v>51.310669992917511</c:v>
                </c:pt>
                <c:pt idx="2177">
                  <c:v>53.158534897856406</c:v>
                </c:pt>
                <c:pt idx="2178">
                  <c:v>53.768046589566218</c:v>
                </c:pt>
                <c:pt idx="2179">
                  <c:v>54.026396353673846</c:v>
                </c:pt>
                <c:pt idx="2180">
                  <c:v>56.732973140885719</c:v>
                </c:pt>
                <c:pt idx="2181">
                  <c:v>52.938399464000305</c:v>
                </c:pt>
                <c:pt idx="2182">
                  <c:v>59.125298196195679</c:v>
                </c:pt>
                <c:pt idx="2183">
                  <c:v>60.372817218953386</c:v>
                </c:pt>
                <c:pt idx="2184">
                  <c:v>63.237671200646595</c:v>
                </c:pt>
                <c:pt idx="2185">
                  <c:v>59.560500467897846</c:v>
                </c:pt>
                <c:pt idx="2186">
                  <c:v>66.613043569243558</c:v>
                </c:pt>
                <c:pt idx="2187">
                  <c:v>66.866022431683575</c:v>
                </c:pt>
                <c:pt idx="2188">
                  <c:v>68.170324404146356</c:v>
                </c:pt>
                <c:pt idx="2189">
                  <c:v>70.704909007794171</c:v>
                </c:pt>
                <c:pt idx="2190">
                  <c:v>74.264099274280056</c:v>
                </c:pt>
                <c:pt idx="2191">
                  <c:v>73.468735951353949</c:v>
                </c:pt>
                <c:pt idx="2192">
                  <c:v>74.007865038880013</c:v>
                </c:pt>
                <c:pt idx="2193">
                  <c:v>73.174932067478608</c:v>
                </c:pt>
                <c:pt idx="2194">
                  <c:v>75.111046713958658</c:v>
                </c:pt>
                <c:pt idx="2195">
                  <c:v>76.305496035822543</c:v>
                </c:pt>
                <c:pt idx="2196">
                  <c:v>76.249534496426364</c:v>
                </c:pt>
                <c:pt idx="2197">
                  <c:v>80.584421732659436</c:v>
                </c:pt>
                <c:pt idx="2198">
                  <c:v>82.3901254351956</c:v>
                </c:pt>
                <c:pt idx="2199">
                  <c:v>82.76545594871763</c:v>
                </c:pt>
                <c:pt idx="2200">
                  <c:v>84.773775006224668</c:v>
                </c:pt>
                <c:pt idx="2201">
                  <c:v>86.09941411091188</c:v>
                </c:pt>
                <c:pt idx="2202">
                  <c:v>88.119153867085998</c:v>
                </c:pt>
                <c:pt idx="2203">
                  <c:v>88.675194592013924</c:v>
                </c:pt>
                <c:pt idx="2204">
                  <c:v>86.47348563339493</c:v>
                </c:pt>
                <c:pt idx="2205">
                  <c:v>90.658945863821245</c:v>
                </c:pt>
                <c:pt idx="2206">
                  <c:v>91.331361072252747</c:v>
                </c:pt>
                <c:pt idx="2207">
                  <c:v>92.13880604921988</c:v>
                </c:pt>
                <c:pt idx="2208">
                  <c:v>92.178533297525803</c:v>
                </c:pt>
                <c:pt idx="2209">
                  <c:v>90.676323528841692</c:v>
                </c:pt>
                <c:pt idx="2210">
                  <c:v>96.288416823583731</c:v>
                </c:pt>
                <c:pt idx="2211">
                  <c:v>107.92593111429296</c:v>
                </c:pt>
                <c:pt idx="2212">
                  <c:v>115.11869925771437</c:v>
                </c:pt>
                <c:pt idx="2213">
                  <c:v>114.31540066177544</c:v>
                </c:pt>
                <c:pt idx="2214">
                  <c:v>112.84529220221012</c:v>
                </c:pt>
                <c:pt idx="2215">
                  <c:v>111.63243694806752</c:v>
                </c:pt>
                <c:pt idx="2216">
                  <c:v>114.00988512907587</c:v>
                </c:pt>
                <c:pt idx="2217">
                  <c:v>112.64779012387338</c:v>
                </c:pt>
                <c:pt idx="2218">
                  <c:v>111.09436528853885</c:v>
                </c:pt>
                <c:pt idx="2219">
                  <c:v>110.08819573439928</c:v>
                </c:pt>
                <c:pt idx="2220">
                  <c:v>108.79073033801217</c:v>
                </c:pt>
                <c:pt idx="2221">
                  <c:v>106.45376895056512</c:v>
                </c:pt>
                <c:pt idx="2222">
                  <c:v>108.1006503032516</c:v>
                </c:pt>
                <c:pt idx="2223">
                  <c:v>103.95639577350883</c:v>
                </c:pt>
                <c:pt idx="2224">
                  <c:v>103.87694576326285</c:v>
                </c:pt>
                <c:pt idx="2225">
                  <c:v>99.564818424190406</c:v>
                </c:pt>
                <c:pt idx="2226">
                  <c:v>92.955344030559743</c:v>
                </c:pt>
                <c:pt idx="2227">
                  <c:v>91.016235986647331</c:v>
                </c:pt>
                <c:pt idx="2228">
                  <c:v>82.426719718301271</c:v>
                </c:pt>
                <c:pt idx="2229">
                  <c:v>81.098330965835515</c:v>
                </c:pt>
                <c:pt idx="2230">
                  <c:v>82.929078953444559</c:v>
                </c:pt>
                <c:pt idx="2231">
                  <c:v>84.989956338144907</c:v>
                </c:pt>
                <c:pt idx="2232">
                  <c:v>83.182057474527738</c:v>
                </c:pt>
                <c:pt idx="2233">
                  <c:v>84.117459580302878</c:v>
                </c:pt>
                <c:pt idx="2234">
                  <c:v>87.396168383849002</c:v>
                </c:pt>
                <c:pt idx="2235">
                  <c:v>92.028267619966101</c:v>
                </c:pt>
                <c:pt idx="2236">
                  <c:v>93.816424905095403</c:v>
                </c:pt>
                <c:pt idx="2237">
                  <c:v>89.418356656656755</c:v>
                </c:pt>
                <c:pt idx="2238">
                  <c:v>82.975240083822641</c:v>
                </c:pt>
                <c:pt idx="2239">
                  <c:v>81.495061703092233</c:v>
                </c:pt>
                <c:pt idx="2240">
                  <c:v>84.932904906189805</c:v>
                </c:pt>
                <c:pt idx="2241">
                  <c:v>85.350530148186465</c:v>
                </c:pt>
                <c:pt idx="2242">
                  <c:v>86.481014254838513</c:v>
                </c:pt>
                <c:pt idx="2243">
                  <c:v>90.829782729445867</c:v>
                </c:pt>
                <c:pt idx="2244">
                  <c:v>86.346258587906405</c:v>
                </c:pt>
                <c:pt idx="2245">
                  <c:v>83.916026017987818</c:v>
                </c:pt>
                <c:pt idx="2246">
                  <c:v>83.865358414316191</c:v>
                </c:pt>
                <c:pt idx="2247">
                  <c:v>81.29357796627437</c:v>
                </c:pt>
                <c:pt idx="2248">
                  <c:v>82.113186706607536</c:v>
                </c:pt>
                <c:pt idx="2249">
                  <c:v>79.84868439360379</c:v>
                </c:pt>
                <c:pt idx="2250">
                  <c:v>73.919501857121972</c:v>
                </c:pt>
                <c:pt idx="2251">
                  <c:v>75.781159524637687</c:v>
                </c:pt>
                <c:pt idx="2252">
                  <c:v>71.94704514487367</c:v>
                </c:pt>
                <c:pt idx="2253">
                  <c:v>77.985258974071002</c:v>
                </c:pt>
                <c:pt idx="2254">
                  <c:v>75.259045723550514</c:v>
                </c:pt>
                <c:pt idx="2255">
                  <c:v>78.362822318460772</c:v>
                </c:pt>
                <c:pt idx="2256">
                  <c:v>78.321668266555974</c:v>
                </c:pt>
                <c:pt idx="2257">
                  <c:v>80.017643993828784</c:v>
                </c:pt>
                <c:pt idx="2258">
                  <c:v>82.44845742230001</c:v>
                </c:pt>
                <c:pt idx="2259">
                  <c:v>86.59703078247891</c:v>
                </c:pt>
                <c:pt idx="2260">
                  <c:v>91.344876496095125</c:v>
                </c:pt>
                <c:pt idx="2261">
                  <c:v>82.502874110316867</c:v>
                </c:pt>
                <c:pt idx="2262">
                  <c:v>76.751305792116753</c:v>
                </c:pt>
                <c:pt idx="2263">
                  <c:v>79.521887841384384</c:v>
                </c:pt>
                <c:pt idx="2264">
                  <c:v>79.455701739907397</c:v>
                </c:pt>
                <c:pt idx="2265">
                  <c:v>86.319635424570464</c:v>
                </c:pt>
                <c:pt idx="2266">
                  <c:v>84.408122415901104</c:v>
                </c:pt>
                <c:pt idx="2267">
                  <c:v>91.052735293810699</c:v>
                </c:pt>
                <c:pt idx="2268">
                  <c:v>87.849728012122569</c:v>
                </c:pt>
                <c:pt idx="2269">
                  <c:v>85.365817409747407</c:v>
                </c:pt>
                <c:pt idx="2270">
                  <c:v>83.602532805292455</c:v>
                </c:pt>
                <c:pt idx="2271">
                  <c:v>81.092582014789954</c:v>
                </c:pt>
                <c:pt idx="2272">
                  <c:v>79.510111541176443</c:v>
                </c:pt>
                <c:pt idx="2273">
                  <c:v>79.717950406705327</c:v>
                </c:pt>
                <c:pt idx="2274">
                  <c:v>77.765384847662716</c:v>
                </c:pt>
                <c:pt idx="2275">
                  <c:v>78.744167578866339</c:v>
                </c:pt>
                <c:pt idx="2276">
                  <c:v>76.045636835362799</c:v>
                </c:pt>
                <c:pt idx="2277">
                  <c:v>75.300930033306997</c:v>
                </c:pt>
                <c:pt idx="2278">
                  <c:v>75.267639822199882</c:v>
                </c:pt>
                <c:pt idx="2279">
                  <c:v>73.96674745046893</c:v>
                </c:pt>
                <c:pt idx="2280">
                  <c:v>75.041159994505449</c:v>
                </c:pt>
                <c:pt idx="2281">
                  <c:v>75.233766850606784</c:v>
                </c:pt>
                <c:pt idx="2282">
                  <c:v>72.818947948986761</c:v>
                </c:pt>
                <c:pt idx="2283">
                  <c:v>68.035772246919649</c:v>
                </c:pt>
                <c:pt idx="2284">
                  <c:v>67.037472157510408</c:v>
                </c:pt>
                <c:pt idx="2285">
                  <c:v>67.830527733982947</c:v>
                </c:pt>
                <c:pt idx="2286">
                  <c:v>65.16772062967523</c:v>
                </c:pt>
                <c:pt idx="2287">
                  <c:v>64.177953677753834</c:v>
                </c:pt>
                <c:pt idx="2288">
                  <c:v>61.66988291700477</c:v>
                </c:pt>
                <c:pt idx="2289">
                  <c:v>60.871260516695941</c:v>
                </c:pt>
                <c:pt idx="2290">
                  <c:v>58.795904688084356</c:v>
                </c:pt>
                <c:pt idx="2291">
                  <c:v>62.365983687163641</c:v>
                </c:pt>
                <c:pt idx="2292">
                  <c:v>55.069106196501238</c:v>
                </c:pt>
                <c:pt idx="2293">
                  <c:v>63.809867255180919</c:v>
                </c:pt>
                <c:pt idx="2294">
                  <c:v>72.551120716627523</c:v>
                </c:pt>
                <c:pt idx="2295">
                  <c:v>74.549616498192677</c:v>
                </c:pt>
                <c:pt idx="2296">
                  <c:v>75.476993655664984</c:v>
                </c:pt>
                <c:pt idx="2297">
                  <c:v>73.391044335468919</c:v>
                </c:pt>
                <c:pt idx="2298">
                  <c:v>76.681621069187429</c:v>
                </c:pt>
                <c:pt idx="2299">
                  <c:v>74.691655290813941</c:v>
                </c:pt>
                <c:pt idx="2300">
                  <c:v>72.765983421019911</c:v>
                </c:pt>
                <c:pt idx="2301">
                  <c:v>71.564952316171755</c:v>
                </c:pt>
                <c:pt idx="2302">
                  <c:v>74.578501392285688</c:v>
                </c:pt>
                <c:pt idx="2303">
                  <c:v>76.488607364693465</c:v>
                </c:pt>
                <c:pt idx="2304">
                  <c:v>77.932021748082121</c:v>
                </c:pt>
                <c:pt idx="2305">
                  <c:v>75.944096708556799</c:v>
                </c:pt>
                <c:pt idx="2306">
                  <c:v>67.295510094220333</c:v>
                </c:pt>
                <c:pt idx="2307">
                  <c:v>68.45196176745975</c:v>
                </c:pt>
                <c:pt idx="2308">
                  <c:v>67.828878344038884</c:v>
                </c:pt>
                <c:pt idx="2309">
                  <c:v>69.191840179696214</c:v>
                </c:pt>
                <c:pt idx="2310">
                  <c:v>70.24957063660473</c:v>
                </c:pt>
                <c:pt idx="2311">
                  <c:v>77.156870693899265</c:v>
                </c:pt>
                <c:pt idx="2312">
                  <c:v>77.90199295580193</c:v>
                </c:pt>
                <c:pt idx="2313">
                  <c:v>71.578161829294771</c:v>
                </c:pt>
                <c:pt idx="2314">
                  <c:v>71.943073825838965</c:v>
                </c:pt>
                <c:pt idx="2315">
                  <c:v>73.697732980215648</c:v>
                </c:pt>
                <c:pt idx="2316">
                  <c:v>72.924247860076704</c:v>
                </c:pt>
                <c:pt idx="2317">
                  <c:v>73.84268211689448</c:v>
                </c:pt>
                <c:pt idx="2318">
                  <c:v>75.849246729236924</c:v>
                </c:pt>
                <c:pt idx="2319">
                  <c:v>76.6715068595378</c:v>
                </c:pt>
                <c:pt idx="2320">
                  <c:v>79.240004858526433</c:v>
                </c:pt>
                <c:pt idx="2321">
                  <c:v>82.775427017137787</c:v>
                </c:pt>
                <c:pt idx="2322">
                  <c:v>89.59605243093462</c:v>
                </c:pt>
                <c:pt idx="2323">
                  <c:v>84.675699334428089</c:v>
                </c:pt>
                <c:pt idx="2324">
                  <c:v>83.245641730696278</c:v>
                </c:pt>
                <c:pt idx="2325">
                  <c:v>84.861658641819048</c:v>
                </c:pt>
                <c:pt idx="2326">
                  <c:v>87.557991990467258</c:v>
                </c:pt>
                <c:pt idx="2327">
                  <c:v>81.967147488017304</c:v>
                </c:pt>
                <c:pt idx="2328">
                  <c:v>85.630463002715686</c:v>
                </c:pt>
                <c:pt idx="2329">
                  <c:v>91.564618287371729</c:v>
                </c:pt>
                <c:pt idx="2330">
                  <c:v>94.88591121656556</c:v>
                </c:pt>
                <c:pt idx="2331">
                  <c:v>95.475550731873412</c:v>
                </c:pt>
                <c:pt idx="2332">
                  <c:v>95.486663004319027</c:v>
                </c:pt>
                <c:pt idx="2333">
                  <c:v>98.322983988271019</c:v>
                </c:pt>
                <c:pt idx="2334">
                  <c:v>96.1495718829391</c:v>
                </c:pt>
                <c:pt idx="2335">
                  <c:v>99.105175386933283</c:v>
                </c:pt>
                <c:pt idx="2336">
                  <c:v>102.09456803034706</c:v>
                </c:pt>
                <c:pt idx="2337">
                  <c:v>105.29266001917647</c:v>
                </c:pt>
                <c:pt idx="2338">
                  <c:v>104.15422684129052</c:v>
                </c:pt>
                <c:pt idx="2339">
                  <c:v>106.03106240490447</c:v>
                </c:pt>
                <c:pt idx="2340">
                  <c:v>107.44225768493423</c:v>
                </c:pt>
                <c:pt idx="2341">
                  <c:v>111.39938206770701</c:v>
                </c:pt>
                <c:pt idx="2342">
                  <c:v>116.24395444658622</c:v>
                </c:pt>
                <c:pt idx="2343">
                  <c:v>119.4290628605814</c:v>
                </c:pt>
                <c:pt idx="2344">
                  <c:v>119.10397549388976</c:v>
                </c:pt>
                <c:pt idx="2345">
                  <c:v>117.03589001022419</c:v>
                </c:pt>
                <c:pt idx="2346">
                  <c:v>118.08858904834727</c:v>
                </c:pt>
                <c:pt idx="2347">
                  <c:v>120.64767630518725</c:v>
                </c:pt>
                <c:pt idx="2348">
                  <c:v>122.69034143123264</c:v>
                </c:pt>
                <c:pt idx="2349">
                  <c:v>121.12987861794187</c:v>
                </c:pt>
                <c:pt idx="2350">
                  <c:v>121.77317879529329</c:v>
                </c:pt>
                <c:pt idx="2351">
                  <c:v>123.00340970762807</c:v>
                </c:pt>
                <c:pt idx="2352">
                  <c:v>125.98184014133716</c:v>
                </c:pt>
                <c:pt idx="2353">
                  <c:v>131.02352210182895</c:v>
                </c:pt>
                <c:pt idx="2354">
                  <c:v>126.80925827083283</c:v>
                </c:pt>
                <c:pt idx="2355">
                  <c:v>121.38596725792107</c:v>
                </c:pt>
                <c:pt idx="2356">
                  <c:v>119.87705169939427</c:v>
                </c:pt>
                <c:pt idx="2357">
                  <c:v>121.29689532131894</c:v>
                </c:pt>
                <c:pt idx="2358">
                  <c:v>119.0035635512065</c:v>
                </c:pt>
                <c:pt idx="2359">
                  <c:v>119.58096195401684</c:v>
                </c:pt>
                <c:pt idx="2360">
                  <c:v>123.84311437099777</c:v>
                </c:pt>
                <c:pt idx="2361">
                  <c:v>123.1030321547894</c:v>
                </c:pt>
                <c:pt idx="2362">
                  <c:v>114.12455955036374</c:v>
                </c:pt>
                <c:pt idx="2363">
                  <c:v>116.27499366883006</c:v>
                </c:pt>
                <c:pt idx="2364">
                  <c:v>120.20276287942896</c:v>
                </c:pt>
                <c:pt idx="2365">
                  <c:v>118.0825987071636</c:v>
                </c:pt>
                <c:pt idx="2366">
                  <c:v>118.28864035696745</c:v>
                </c:pt>
                <c:pt idx="2367">
                  <c:v>117.02575888575261</c:v>
                </c:pt>
                <c:pt idx="2368">
                  <c:v>115.54093766262645</c:v>
                </c:pt>
                <c:pt idx="2369">
                  <c:v>111.91416549689782</c:v>
                </c:pt>
                <c:pt idx="2370">
                  <c:v>99.789430469618779</c:v>
                </c:pt>
                <c:pt idx="2371">
                  <c:v>96.196536047277888</c:v>
                </c:pt>
                <c:pt idx="2372">
                  <c:v>88.578928286733159</c:v>
                </c:pt>
                <c:pt idx="2373">
                  <c:v>84.448455119494781</c:v>
                </c:pt>
                <c:pt idx="2374">
                  <c:v>79.168564304142066</c:v>
                </c:pt>
                <c:pt idx="2375">
                  <c:v>75.531573626472763</c:v>
                </c:pt>
                <c:pt idx="2376">
                  <c:v>72.136379851721699</c:v>
                </c:pt>
                <c:pt idx="2377">
                  <c:v>70.998309103803365</c:v>
                </c:pt>
                <c:pt idx="2378">
                  <c:v>69.266844084814593</c:v>
                </c:pt>
                <c:pt idx="2379">
                  <c:v>65.761899182722203</c:v>
                </c:pt>
                <c:pt idx="2380">
                  <c:v>66.315561648027028</c:v>
                </c:pt>
                <c:pt idx="2381">
                  <c:v>67.418571366411001</c:v>
                </c:pt>
                <c:pt idx="2382">
                  <c:v>61.628730878524934</c:v>
                </c:pt>
                <c:pt idx="2383">
                  <c:v>55.189803992376433</c:v>
                </c:pt>
                <c:pt idx="2384">
                  <c:v>50.726477436756589</c:v>
                </c:pt>
                <c:pt idx="2385">
                  <c:v>44.131960878655541</c:v>
                </c:pt>
                <c:pt idx="2386">
                  <c:v>41.685951653295319</c:v>
                </c:pt>
                <c:pt idx="2387">
                  <c:v>37.758198142423623</c:v>
                </c:pt>
                <c:pt idx="2388">
                  <c:v>33.672042887810719</c:v>
                </c:pt>
                <c:pt idx="2389">
                  <c:v>29.049380294567388</c:v>
                </c:pt>
                <c:pt idx="2390">
                  <c:v>30.156212488168471</c:v>
                </c:pt>
                <c:pt idx="2391">
                  <c:v>34.712187056878108</c:v>
                </c:pt>
                <c:pt idx="2392">
                  <c:v>28.135791731456308</c:v>
                </c:pt>
                <c:pt idx="2393">
                  <c:v>25.702520076193963</c:v>
                </c:pt>
                <c:pt idx="2394">
                  <c:v>24.751553014882308</c:v>
                </c:pt>
                <c:pt idx="2395">
                  <c:v>23.448702286002469</c:v>
                </c:pt>
                <c:pt idx="2396">
                  <c:v>21.160048708901968</c:v>
                </c:pt>
                <c:pt idx="2397">
                  <c:v>19.996060486766805</c:v>
                </c:pt>
                <c:pt idx="2398">
                  <c:v>14.928326651962285</c:v>
                </c:pt>
                <c:pt idx="2399">
                  <c:v>15.630322223623626</c:v>
                </c:pt>
                <c:pt idx="2400">
                  <c:v>16.249465275989142</c:v>
                </c:pt>
                <c:pt idx="2401">
                  <c:v>16.680204651268618</c:v>
                </c:pt>
                <c:pt idx="2402">
                  <c:v>15.464372624833548</c:v>
                </c:pt>
                <c:pt idx="2403">
                  <c:v>13.443483794756787</c:v>
                </c:pt>
                <c:pt idx="2404">
                  <c:v>6.5638121292920797</c:v>
                </c:pt>
                <c:pt idx="2405">
                  <c:v>2.1118402427663714</c:v>
                </c:pt>
                <c:pt idx="2406">
                  <c:v>-3.7395368934093955</c:v>
                </c:pt>
                <c:pt idx="2407">
                  <c:v>-6.0984860108099062</c:v>
                </c:pt>
                <c:pt idx="2408">
                  <c:v>-5.6566386125780692</c:v>
                </c:pt>
                <c:pt idx="2409">
                  <c:v>-8.9793373279455029</c:v>
                </c:pt>
                <c:pt idx="2410">
                  <c:v>-8.5777279551074948</c:v>
                </c:pt>
                <c:pt idx="2411">
                  <c:v>-9.8415512990794358</c:v>
                </c:pt>
                <c:pt idx="2412">
                  <c:v>-10.537806946955472</c:v>
                </c:pt>
                <c:pt idx="2413">
                  <c:v>-11.685874080322645</c:v>
                </c:pt>
                <c:pt idx="2414">
                  <c:v>-13.076538363762781</c:v>
                </c:pt>
                <c:pt idx="2415">
                  <c:v>-20.537135243011843</c:v>
                </c:pt>
                <c:pt idx="2416">
                  <c:v>-22.730898876423659</c:v>
                </c:pt>
                <c:pt idx="2417">
                  <c:v>-23.587681301955037</c:v>
                </c:pt>
                <c:pt idx="2418">
                  <c:v>-20.98032575671813</c:v>
                </c:pt>
                <c:pt idx="2419">
                  <c:v>-17.457958358854746</c:v>
                </c:pt>
                <c:pt idx="2420">
                  <c:v>-14.539857950360883</c:v>
                </c:pt>
                <c:pt idx="2421">
                  <c:v>-15.194698238005545</c:v>
                </c:pt>
                <c:pt idx="2422">
                  <c:v>-22.831690164755344</c:v>
                </c:pt>
                <c:pt idx="2423">
                  <c:v>-20.694616506648703</c:v>
                </c:pt>
                <c:pt idx="2424">
                  <c:v>-19.820248351115744</c:v>
                </c:pt>
                <c:pt idx="2425">
                  <c:v>-15.83785371160563</c:v>
                </c:pt>
                <c:pt idx="2426">
                  <c:v>-18.566023444810156</c:v>
                </c:pt>
                <c:pt idx="2427">
                  <c:v>-23.839430480699892</c:v>
                </c:pt>
                <c:pt idx="2428">
                  <c:v>-18.734914922832484</c:v>
                </c:pt>
                <c:pt idx="2429">
                  <c:v>-17.310634425626883</c:v>
                </c:pt>
                <c:pt idx="2430">
                  <c:v>-17.905385666194924</c:v>
                </c:pt>
                <c:pt idx="2431">
                  <c:v>-21.027667307991333</c:v>
                </c:pt>
                <c:pt idx="2432">
                  <c:v>-21.082978444196442</c:v>
                </c:pt>
                <c:pt idx="2433">
                  <c:v>-22.05824617195082</c:v>
                </c:pt>
                <c:pt idx="2434">
                  <c:v>-24.308335660375569</c:v>
                </c:pt>
                <c:pt idx="2435">
                  <c:v>-25.746934870100844</c:v>
                </c:pt>
                <c:pt idx="2436">
                  <c:v>-22.791933865207294</c:v>
                </c:pt>
                <c:pt idx="2437">
                  <c:v>-24.474440343177505</c:v>
                </c:pt>
                <c:pt idx="2438">
                  <c:v>-25.822586982456073</c:v>
                </c:pt>
                <c:pt idx="2439">
                  <c:v>-29.276788456814266</c:v>
                </c:pt>
                <c:pt idx="2440">
                  <c:v>-26.276025132110057</c:v>
                </c:pt>
                <c:pt idx="2441">
                  <c:v>-20.842461978331972</c:v>
                </c:pt>
                <c:pt idx="2442">
                  <c:v>-22.646578357124017</c:v>
                </c:pt>
                <c:pt idx="2443">
                  <c:v>-25.915301290710826</c:v>
                </c:pt>
                <c:pt idx="2444">
                  <c:v>-28.150856113555925</c:v>
                </c:pt>
                <c:pt idx="2445">
                  <c:v>-30.534128369788274</c:v>
                </c:pt>
                <c:pt idx="2446">
                  <c:v>-29.439191263778248</c:v>
                </c:pt>
                <c:pt idx="2447">
                  <c:v>-30.138996843623893</c:v>
                </c:pt>
                <c:pt idx="2448">
                  <c:v>-29.056225246934865</c:v>
                </c:pt>
                <c:pt idx="2449">
                  <c:v>-32.345365092640719</c:v>
                </c:pt>
                <c:pt idx="2450">
                  <c:v>-32.043056275369381</c:v>
                </c:pt>
                <c:pt idx="2451">
                  <c:v>-30.611802506212204</c:v>
                </c:pt>
                <c:pt idx="2452">
                  <c:v>-29.876436938721902</c:v>
                </c:pt>
                <c:pt idx="2453">
                  <c:v>-33.93394869792575</c:v>
                </c:pt>
                <c:pt idx="2454">
                  <c:v>-31.436450095114612</c:v>
                </c:pt>
                <c:pt idx="2455">
                  <c:v>-30.140957532112871</c:v>
                </c:pt>
                <c:pt idx="2456">
                  <c:v>-33.943397062649396</c:v>
                </c:pt>
                <c:pt idx="2457">
                  <c:v>-35.094200049244364</c:v>
                </c:pt>
                <c:pt idx="2458">
                  <c:v>-37.320237807932806</c:v>
                </c:pt>
                <c:pt idx="2459">
                  <c:v>-36.995718510114742</c:v>
                </c:pt>
                <c:pt idx="2460">
                  <c:v>-36.574133875102476</c:v>
                </c:pt>
                <c:pt idx="2461">
                  <c:v>-35.89219838917883</c:v>
                </c:pt>
                <c:pt idx="2462">
                  <c:v>-35.710483033235974</c:v>
                </c:pt>
                <c:pt idx="2463">
                  <c:v>-36.12293741174404</c:v>
                </c:pt>
                <c:pt idx="2464">
                  <c:v>-38.278941517896897</c:v>
                </c:pt>
                <c:pt idx="2465">
                  <c:v>-39.857827839739919</c:v>
                </c:pt>
                <c:pt idx="2466">
                  <c:v>-38.940172841893769</c:v>
                </c:pt>
                <c:pt idx="2467">
                  <c:v>-38.027811354192323</c:v>
                </c:pt>
                <c:pt idx="2468">
                  <c:v>-39.321453862990154</c:v>
                </c:pt>
                <c:pt idx="2469">
                  <c:v>-42.534288588420324</c:v>
                </c:pt>
                <c:pt idx="2470">
                  <c:v>-34.626041837120979</c:v>
                </c:pt>
                <c:pt idx="2471">
                  <c:v>-35.92035016168991</c:v>
                </c:pt>
                <c:pt idx="2472">
                  <c:v>-40.642757902335518</c:v>
                </c:pt>
                <c:pt idx="2473">
                  <c:v>-36.724577470470678</c:v>
                </c:pt>
                <c:pt idx="2474">
                  <c:v>-34.918902120931961</c:v>
                </c:pt>
                <c:pt idx="2475">
                  <c:v>-32.509954763379973</c:v>
                </c:pt>
                <c:pt idx="2476">
                  <c:v>-32.882153364471492</c:v>
                </c:pt>
                <c:pt idx="2477">
                  <c:v>-31.465103710637145</c:v>
                </c:pt>
                <c:pt idx="2478">
                  <c:v>-33.445602324680543</c:v>
                </c:pt>
                <c:pt idx="2479">
                  <c:v>-30.247137450581473</c:v>
                </c:pt>
                <c:pt idx="2480">
                  <c:v>-30.167009483419235</c:v>
                </c:pt>
                <c:pt idx="2481">
                  <c:v>-29.24466097631646</c:v>
                </c:pt>
                <c:pt idx="2482">
                  <c:v>-30.634316973834096</c:v>
                </c:pt>
                <c:pt idx="2483">
                  <c:v>-32.600005856067895</c:v>
                </c:pt>
                <c:pt idx="2484">
                  <c:v>-32.704345962142817</c:v>
                </c:pt>
                <c:pt idx="2485">
                  <c:v>-35.25556363923851</c:v>
                </c:pt>
                <c:pt idx="2486">
                  <c:v>-24.207279095841066</c:v>
                </c:pt>
                <c:pt idx="2487">
                  <c:v>-27.353866338026211</c:v>
                </c:pt>
                <c:pt idx="2488">
                  <c:v>-24.238172186340307</c:v>
                </c:pt>
                <c:pt idx="2489">
                  <c:v>-23.619031298632667</c:v>
                </c:pt>
                <c:pt idx="2490">
                  <c:v>-23.458975996832123</c:v>
                </c:pt>
                <c:pt idx="2491">
                  <c:v>-24.196643969322931</c:v>
                </c:pt>
                <c:pt idx="2492">
                  <c:v>-28.227214338707316</c:v>
                </c:pt>
                <c:pt idx="2493">
                  <c:v>-28.596092103762842</c:v>
                </c:pt>
                <c:pt idx="2494">
                  <c:v>-27.454180818483319</c:v>
                </c:pt>
                <c:pt idx="2495">
                  <c:v>-27.179115736259156</c:v>
                </c:pt>
                <c:pt idx="2496">
                  <c:v>-25.68007973881107</c:v>
                </c:pt>
                <c:pt idx="2497">
                  <c:v>-24.786267394526725</c:v>
                </c:pt>
                <c:pt idx="2498">
                  <c:v>-25.679175911218813</c:v>
                </c:pt>
                <c:pt idx="2499">
                  <c:v>-26.426258396881433</c:v>
                </c:pt>
                <c:pt idx="2500">
                  <c:v>-26.45731676477795</c:v>
                </c:pt>
                <c:pt idx="2501">
                  <c:v>-26.916761708034237</c:v>
                </c:pt>
                <c:pt idx="2502">
                  <c:v>-26.143450209842083</c:v>
                </c:pt>
                <c:pt idx="2503">
                  <c:v>-27.086961540948007</c:v>
                </c:pt>
                <c:pt idx="2504">
                  <c:v>-24.349034540417495</c:v>
                </c:pt>
                <c:pt idx="2505">
                  <c:v>-24.608327828087056</c:v>
                </c:pt>
                <c:pt idx="2506">
                  <c:v>-19.844068988589243</c:v>
                </c:pt>
                <c:pt idx="2507">
                  <c:v>-18.239306117345677</c:v>
                </c:pt>
                <c:pt idx="2508">
                  <c:v>-17.716335858400768</c:v>
                </c:pt>
                <c:pt idx="2509">
                  <c:v>-19.222689488559894</c:v>
                </c:pt>
                <c:pt idx="2510">
                  <c:v>-17.258660985627905</c:v>
                </c:pt>
                <c:pt idx="2511">
                  <c:v>-15.866583074261593</c:v>
                </c:pt>
                <c:pt idx="2512">
                  <c:v>-16.630524303848084</c:v>
                </c:pt>
                <c:pt idx="2513">
                  <c:v>-16.610589088941648</c:v>
                </c:pt>
                <c:pt idx="2514">
                  <c:v>-15.824633543145726</c:v>
                </c:pt>
                <c:pt idx="2515">
                  <c:v>-17.260889646508122</c:v>
                </c:pt>
                <c:pt idx="2516">
                  <c:v>-20.899115239519091</c:v>
                </c:pt>
                <c:pt idx="2517">
                  <c:v>-16.753517812688614</c:v>
                </c:pt>
                <c:pt idx="2518">
                  <c:v>-17.102690848724265</c:v>
                </c:pt>
                <c:pt idx="2519">
                  <c:v>-15.702757204222385</c:v>
                </c:pt>
                <c:pt idx="2520">
                  <c:v>-14.716275008388747</c:v>
                </c:pt>
                <c:pt idx="2521">
                  <c:v>-16.652151990525084</c:v>
                </c:pt>
                <c:pt idx="2522">
                  <c:v>-17.890326201618276</c:v>
                </c:pt>
                <c:pt idx="2523">
                  <c:v>-18.860433848068659</c:v>
                </c:pt>
                <c:pt idx="2524">
                  <c:v>-12.426101702577114</c:v>
                </c:pt>
                <c:pt idx="2525">
                  <c:v>-14.060660983515042</c:v>
                </c:pt>
                <c:pt idx="2526">
                  <c:v>-8.693853397836488</c:v>
                </c:pt>
                <c:pt idx="2527">
                  <c:v>-6.9571183262226404</c:v>
                </c:pt>
                <c:pt idx="2528">
                  <c:v>-7.1573027605818114</c:v>
                </c:pt>
                <c:pt idx="2529">
                  <c:v>-5.5996164184660016</c:v>
                </c:pt>
                <c:pt idx="2530">
                  <c:v>-5.623448301208092</c:v>
                </c:pt>
                <c:pt idx="2531">
                  <c:v>-3.1485598871483029</c:v>
                </c:pt>
                <c:pt idx="2532">
                  <c:v>-0.97368904839894288</c:v>
                </c:pt>
                <c:pt idx="2533">
                  <c:v>1.7111133375324117</c:v>
                </c:pt>
                <c:pt idx="2534">
                  <c:v>-1.9969420979301993</c:v>
                </c:pt>
                <c:pt idx="2535">
                  <c:v>-5.3189678273188097</c:v>
                </c:pt>
                <c:pt idx="2536">
                  <c:v>-5.4957594769502336</c:v>
                </c:pt>
                <c:pt idx="2537">
                  <c:v>4.8224552398869998</c:v>
                </c:pt>
                <c:pt idx="2538">
                  <c:v>7.0437085943082298</c:v>
                </c:pt>
                <c:pt idx="2539">
                  <c:v>7.3082917123536193</c:v>
                </c:pt>
                <c:pt idx="2540">
                  <c:v>6.4512835012307743</c:v>
                </c:pt>
                <c:pt idx="2541">
                  <c:v>9.9264008201983671</c:v>
                </c:pt>
                <c:pt idx="2542">
                  <c:v>10.90094760068386</c:v>
                </c:pt>
                <c:pt idx="2543">
                  <c:v>12.161794488587574</c:v>
                </c:pt>
                <c:pt idx="2544">
                  <c:v>11.787571105786446</c:v>
                </c:pt>
                <c:pt idx="2545">
                  <c:v>16.955002843143241</c:v>
                </c:pt>
                <c:pt idx="2546">
                  <c:v>17.606223460264037</c:v>
                </c:pt>
                <c:pt idx="2547">
                  <c:v>16.45190000960412</c:v>
                </c:pt>
                <c:pt idx="2548">
                  <c:v>16.268132658053428</c:v>
                </c:pt>
                <c:pt idx="2549">
                  <c:v>15.483275458305714</c:v>
                </c:pt>
                <c:pt idx="2550">
                  <c:v>19.750614698306904</c:v>
                </c:pt>
                <c:pt idx="2551">
                  <c:v>20.718204158704985</c:v>
                </c:pt>
                <c:pt idx="2552">
                  <c:v>26.327971197787047</c:v>
                </c:pt>
                <c:pt idx="2553">
                  <c:v>25.662360940513672</c:v>
                </c:pt>
                <c:pt idx="2554">
                  <c:v>24.599278833136925</c:v>
                </c:pt>
                <c:pt idx="2555">
                  <c:v>30.08595734926827</c:v>
                </c:pt>
                <c:pt idx="2556">
                  <c:v>33.265647533541177</c:v>
                </c:pt>
                <c:pt idx="2557">
                  <c:v>31.90626964269239</c:v>
                </c:pt>
                <c:pt idx="2558">
                  <c:v>30.310633688934931</c:v>
                </c:pt>
                <c:pt idx="2559">
                  <c:v>33.580632518878531</c:v>
                </c:pt>
                <c:pt idx="2560">
                  <c:v>33.084438352914297</c:v>
                </c:pt>
                <c:pt idx="2561">
                  <c:v>36.016323867642647</c:v>
                </c:pt>
                <c:pt idx="2562">
                  <c:v>36.822336834825023</c:v>
                </c:pt>
                <c:pt idx="2563">
                  <c:v>36.973324657813421</c:v>
                </c:pt>
                <c:pt idx="2564">
                  <c:v>29.420757857342558</c:v>
                </c:pt>
                <c:pt idx="2565">
                  <c:v>38.492983592128503</c:v>
                </c:pt>
                <c:pt idx="2566">
                  <c:v>41.557968452280022</c:v>
                </c:pt>
                <c:pt idx="2567">
                  <c:v>44.898974399275588</c:v>
                </c:pt>
                <c:pt idx="2568">
                  <c:v>46.935864687213325</c:v>
                </c:pt>
                <c:pt idx="2569">
                  <c:v>49.558865674253319</c:v>
                </c:pt>
                <c:pt idx="2570">
                  <c:v>51.49140814481121</c:v>
                </c:pt>
                <c:pt idx="2571">
                  <c:v>50.443366380478416</c:v>
                </c:pt>
                <c:pt idx="2572">
                  <c:v>48.691116470427808</c:v>
                </c:pt>
                <c:pt idx="2573">
                  <c:v>47.169012272173397</c:v>
                </c:pt>
                <c:pt idx="2574">
                  <c:v>45.521765083448855</c:v>
                </c:pt>
                <c:pt idx="2575">
                  <c:v>45.181722553355456</c:v>
                </c:pt>
                <c:pt idx="2576">
                  <c:v>44.705479439138543</c:v>
                </c:pt>
                <c:pt idx="2577">
                  <c:v>42.81192612304789</c:v>
                </c:pt>
                <c:pt idx="2578">
                  <c:v>44.313501415703115</c:v>
                </c:pt>
                <c:pt idx="2579">
                  <c:v>43.812744990425585</c:v>
                </c:pt>
                <c:pt idx="2580">
                  <c:v>42.32854851365915</c:v>
                </c:pt>
                <c:pt idx="2581">
                  <c:v>41.089137002365234</c:v>
                </c:pt>
                <c:pt idx="2582">
                  <c:v>42.425628263020641</c:v>
                </c:pt>
                <c:pt idx="2583">
                  <c:v>44.052667321821318</c:v>
                </c:pt>
                <c:pt idx="2584">
                  <c:v>44.63097483171007</c:v>
                </c:pt>
                <c:pt idx="2585">
                  <c:v>41.998048161947004</c:v>
                </c:pt>
                <c:pt idx="2586">
                  <c:v>46.709159078367946</c:v>
                </c:pt>
                <c:pt idx="2587">
                  <c:v>44.96237896348913</c:v>
                </c:pt>
                <c:pt idx="2588">
                  <c:v>46.02715516074975</c:v>
                </c:pt>
                <c:pt idx="2589">
                  <c:v>46.408013886745657</c:v>
                </c:pt>
                <c:pt idx="2590">
                  <c:v>46.578979558982091</c:v>
                </c:pt>
                <c:pt idx="2591">
                  <c:v>46.328726957030341</c:v>
                </c:pt>
                <c:pt idx="2592">
                  <c:v>48.373253942929068</c:v>
                </c:pt>
                <c:pt idx="2593">
                  <c:v>50.514860452866628</c:v>
                </c:pt>
                <c:pt idx="2594">
                  <c:v>52.730516649929257</c:v>
                </c:pt>
                <c:pt idx="2595">
                  <c:v>55.57081711616808</c:v>
                </c:pt>
                <c:pt idx="2596">
                  <c:v>56.015554308192741</c:v>
                </c:pt>
                <c:pt idx="2597">
                  <c:v>63.12384063755367</c:v>
                </c:pt>
                <c:pt idx="2598">
                  <c:v>73.26768967190651</c:v>
                </c:pt>
                <c:pt idx="2599">
                  <c:v>77.723855244324767</c:v>
                </c:pt>
                <c:pt idx="2600">
                  <c:v>76.686824426184955</c:v>
                </c:pt>
                <c:pt idx="2601">
                  <c:v>75.544929711431763</c:v>
                </c:pt>
                <c:pt idx="2602">
                  <c:v>78.313587997792183</c:v>
                </c:pt>
                <c:pt idx="2603">
                  <c:v>78.758116680730438</c:v>
                </c:pt>
                <c:pt idx="2604">
                  <c:v>80.593659189710294</c:v>
                </c:pt>
                <c:pt idx="2605">
                  <c:v>79.371023016011065</c:v>
                </c:pt>
                <c:pt idx="2606">
                  <c:v>80.002672357415861</c:v>
                </c:pt>
                <c:pt idx="2607">
                  <c:v>78.775702258194059</c:v>
                </c:pt>
                <c:pt idx="2608">
                  <c:v>79.239067030501815</c:v>
                </c:pt>
                <c:pt idx="2609">
                  <c:v>82.902509700858445</c:v>
                </c:pt>
                <c:pt idx="2610">
                  <c:v>88.019807522636512</c:v>
                </c:pt>
                <c:pt idx="2611">
                  <c:v>90.86205599126427</c:v>
                </c:pt>
                <c:pt idx="2612">
                  <c:v>90.364140065619381</c:v>
                </c:pt>
                <c:pt idx="2613">
                  <c:v>84.592791061038355</c:v>
                </c:pt>
                <c:pt idx="2614">
                  <c:v>83.474826161549942</c:v>
                </c:pt>
                <c:pt idx="2615">
                  <c:v>84.686010891027905</c:v>
                </c:pt>
                <c:pt idx="2616">
                  <c:v>82.29297703917895</c:v>
                </c:pt>
                <c:pt idx="2617">
                  <c:v>80.069909839100248</c:v>
                </c:pt>
                <c:pt idx="2618">
                  <c:v>79.171204863409272</c:v>
                </c:pt>
                <c:pt idx="2619">
                  <c:v>80.850913605148776</c:v>
                </c:pt>
                <c:pt idx="2620">
                  <c:v>80.337418062160381</c:v>
                </c:pt>
                <c:pt idx="2621">
                  <c:v>76.583542008689236</c:v>
                </c:pt>
                <c:pt idx="2622">
                  <c:v>72.368339627958918</c:v>
                </c:pt>
                <c:pt idx="2623">
                  <c:v>73.963413631831159</c:v>
                </c:pt>
                <c:pt idx="2624">
                  <c:v>72.224473654335853</c:v>
                </c:pt>
                <c:pt idx="2625">
                  <c:v>71.320443799640969</c:v>
                </c:pt>
                <c:pt idx="2626">
                  <c:v>76.666154177607865</c:v>
                </c:pt>
                <c:pt idx="2627">
                  <c:v>75.707073157233268</c:v>
                </c:pt>
                <c:pt idx="2628">
                  <c:v>73.761633446296429</c:v>
                </c:pt>
                <c:pt idx="2629">
                  <c:v>69.045514834109255</c:v>
                </c:pt>
                <c:pt idx="2630">
                  <c:v>67.006275346326007</c:v>
                </c:pt>
                <c:pt idx="2631">
                  <c:v>63.608332204133497</c:v>
                </c:pt>
                <c:pt idx="2632">
                  <c:v>60.806313431386343</c:v>
                </c:pt>
                <c:pt idx="2633">
                  <c:v>59.73328611615964</c:v>
                </c:pt>
                <c:pt idx="2634">
                  <c:v>60.114742950579419</c:v>
                </c:pt>
                <c:pt idx="2635">
                  <c:v>56.897842288179753</c:v>
                </c:pt>
                <c:pt idx="2636">
                  <c:v>56.841358670219577</c:v>
                </c:pt>
                <c:pt idx="2637">
                  <c:v>56.284140789716652</c:v>
                </c:pt>
                <c:pt idx="2638">
                  <c:v>55.562423263884028</c:v>
                </c:pt>
                <c:pt idx="2639">
                  <c:v>56.33947551586116</c:v>
                </c:pt>
                <c:pt idx="2640">
                  <c:v>54.974216535912305</c:v>
                </c:pt>
                <c:pt idx="2641">
                  <c:v>52.581098911059875</c:v>
                </c:pt>
                <c:pt idx="2642">
                  <c:v>54.590131262303174</c:v>
                </c:pt>
                <c:pt idx="2643">
                  <c:v>55.150347617700767</c:v>
                </c:pt>
                <c:pt idx="2644">
                  <c:v>53.633343406728613</c:v>
                </c:pt>
                <c:pt idx="2645">
                  <c:v>53.356128680399017</c:v>
                </c:pt>
                <c:pt idx="2646">
                  <c:v>51.853737318830014</c:v>
                </c:pt>
                <c:pt idx="2647">
                  <c:v>52.830632392006748</c:v>
                </c:pt>
                <c:pt idx="2648">
                  <c:v>54.379452709293787</c:v>
                </c:pt>
                <c:pt idx="2649">
                  <c:v>59.636928469054411</c:v>
                </c:pt>
                <c:pt idx="2650">
                  <c:v>57.749968661668753</c:v>
                </c:pt>
                <c:pt idx="2651">
                  <c:v>56.814422394609899</c:v>
                </c:pt>
                <c:pt idx="2652">
                  <c:v>56.12246917802748</c:v>
                </c:pt>
                <c:pt idx="2653">
                  <c:v>56.782089777279488</c:v>
                </c:pt>
                <c:pt idx="2654">
                  <c:v>55.511526153498181</c:v>
                </c:pt>
                <c:pt idx="2655">
                  <c:v>52.90302446837714</c:v>
                </c:pt>
                <c:pt idx="2656">
                  <c:v>52.788608035922529</c:v>
                </c:pt>
                <c:pt idx="2657">
                  <c:v>52.775436256214988</c:v>
                </c:pt>
                <c:pt idx="2658">
                  <c:v>51.108132271098221</c:v>
                </c:pt>
                <c:pt idx="2659">
                  <c:v>48.643915431304308</c:v>
                </c:pt>
                <c:pt idx="2660">
                  <c:v>45.272644764515576</c:v>
                </c:pt>
                <c:pt idx="2661">
                  <c:v>43.653850648551732</c:v>
                </c:pt>
                <c:pt idx="2662">
                  <c:v>40.628757983137206</c:v>
                </c:pt>
                <c:pt idx="2663">
                  <c:v>39.826178992615958</c:v>
                </c:pt>
                <c:pt idx="2664">
                  <c:v>41.244023323237478</c:v>
                </c:pt>
                <c:pt idx="2665">
                  <c:v>42.606519687920652</c:v>
                </c:pt>
                <c:pt idx="2666">
                  <c:v>41.466343618314795</c:v>
                </c:pt>
                <c:pt idx="2667">
                  <c:v>43.421035688193136</c:v>
                </c:pt>
                <c:pt idx="2668">
                  <c:v>43.155665158893605</c:v>
                </c:pt>
                <c:pt idx="2669">
                  <c:v>40.895784545882634</c:v>
                </c:pt>
                <c:pt idx="2670">
                  <c:v>39.202607093505684</c:v>
                </c:pt>
                <c:pt idx="2671">
                  <c:v>36.484039493173398</c:v>
                </c:pt>
                <c:pt idx="2672">
                  <c:v>39.072247098976597</c:v>
                </c:pt>
                <c:pt idx="2673">
                  <c:v>39.892442050513694</c:v>
                </c:pt>
                <c:pt idx="2674">
                  <c:v>42.221615356201021</c:v>
                </c:pt>
                <c:pt idx="2675">
                  <c:v>36.804360325449011</c:v>
                </c:pt>
                <c:pt idx="2676">
                  <c:v>42.588682588143442</c:v>
                </c:pt>
                <c:pt idx="2677">
                  <c:v>43.505700343712199</c:v>
                </c:pt>
                <c:pt idx="2678">
                  <c:v>42.733533885407169</c:v>
                </c:pt>
                <c:pt idx="2679">
                  <c:v>42.829484169500027</c:v>
                </c:pt>
                <c:pt idx="2680">
                  <c:v>45.07332348041551</c:v>
                </c:pt>
                <c:pt idx="2681">
                  <c:v>49.476906864989601</c:v>
                </c:pt>
                <c:pt idx="2682">
                  <c:v>50.73360946736269</c:v>
                </c:pt>
                <c:pt idx="2683">
                  <c:v>54.400016280866886</c:v>
                </c:pt>
                <c:pt idx="2684">
                  <c:v>53.670203848063707</c:v>
                </c:pt>
                <c:pt idx="2685">
                  <c:v>52.851472223942018</c:v>
                </c:pt>
                <c:pt idx="2686">
                  <c:v>50.449732999987717</c:v>
                </c:pt>
                <c:pt idx="2687">
                  <c:v>52.286092040647027</c:v>
                </c:pt>
                <c:pt idx="2688">
                  <c:v>50.317779644374795</c:v>
                </c:pt>
                <c:pt idx="2689">
                  <c:v>51.812789407802796</c:v>
                </c:pt>
                <c:pt idx="2690">
                  <c:v>54.517513149683964</c:v>
                </c:pt>
                <c:pt idx="2691">
                  <c:v>51.564480927547123</c:v>
                </c:pt>
                <c:pt idx="2692">
                  <c:v>55.490228547474963</c:v>
                </c:pt>
                <c:pt idx="2693">
                  <c:v>52.439924785559022</c:v>
                </c:pt>
                <c:pt idx="2694">
                  <c:v>56.449540160231031</c:v>
                </c:pt>
                <c:pt idx="2695">
                  <c:v>49.130390514611172</c:v>
                </c:pt>
                <c:pt idx="2696">
                  <c:v>60.033628423458055</c:v>
                </c:pt>
                <c:pt idx="2697">
                  <c:v>59.206151595495356</c:v>
                </c:pt>
                <c:pt idx="2698">
                  <c:v>59.135838925972664</c:v>
                </c:pt>
                <c:pt idx="2699">
                  <c:v>59.0370104267652</c:v>
                </c:pt>
                <c:pt idx="2700">
                  <c:v>59.819571790765956</c:v>
                </c:pt>
                <c:pt idx="2701">
                  <c:v>61.269617217236764</c:v>
                </c:pt>
                <c:pt idx="2702">
                  <c:v>61.398600267947032</c:v>
                </c:pt>
                <c:pt idx="2703">
                  <c:v>61.10904273117908</c:v>
                </c:pt>
                <c:pt idx="2704">
                  <c:v>58.742140030760908</c:v>
                </c:pt>
                <c:pt idx="2705">
                  <c:v>60.44251409187072</c:v>
                </c:pt>
                <c:pt idx="2706">
                  <c:v>60.731557261049083</c:v>
                </c:pt>
                <c:pt idx="2707">
                  <c:v>59.296237508282488</c:v>
                </c:pt>
                <c:pt idx="2708">
                  <c:v>54.832981926527076</c:v>
                </c:pt>
                <c:pt idx="2709">
                  <c:v>59.735909629708274</c:v>
                </c:pt>
                <c:pt idx="2710">
                  <c:v>59.578851278877863</c:v>
                </c:pt>
                <c:pt idx="2711">
                  <c:v>61.234457102247141</c:v>
                </c:pt>
                <c:pt idx="2712">
                  <c:v>59.838431053457185</c:v>
                </c:pt>
                <c:pt idx="2713">
                  <c:v>60.38137567597677</c:v>
                </c:pt>
                <c:pt idx="2714">
                  <c:v>63.140040534644825</c:v>
                </c:pt>
                <c:pt idx="2715">
                  <c:v>63.207688453824403</c:v>
                </c:pt>
                <c:pt idx="2716">
                  <c:v>66.140527461669876</c:v>
                </c:pt>
                <c:pt idx="2717">
                  <c:v>72.535067863638389</c:v>
                </c:pt>
                <c:pt idx="2718">
                  <c:v>72.351032908713293</c:v>
                </c:pt>
                <c:pt idx="2719">
                  <c:v>72.478168618158975</c:v>
                </c:pt>
                <c:pt idx="2720">
                  <c:v>77.52261000408609</c:v>
                </c:pt>
                <c:pt idx="2721">
                  <c:v>82.712518520258683</c:v>
                </c:pt>
                <c:pt idx="2722">
                  <c:v>84.381847752425216</c:v>
                </c:pt>
                <c:pt idx="2723">
                  <c:v>85.363615022189961</c:v>
                </c:pt>
                <c:pt idx="2724">
                  <c:v>87.704824621806068</c:v>
                </c:pt>
                <c:pt idx="2725">
                  <c:v>87.503093802631184</c:v>
                </c:pt>
                <c:pt idx="2726">
                  <c:v>88.311451768001021</c:v>
                </c:pt>
                <c:pt idx="2727">
                  <c:v>88.333280546793915</c:v>
                </c:pt>
                <c:pt idx="2728">
                  <c:v>89.313826359795897</c:v>
                </c:pt>
                <c:pt idx="2729">
                  <c:v>91.255846330812517</c:v>
                </c:pt>
                <c:pt idx="2730">
                  <c:v>95.072431214312473</c:v>
                </c:pt>
                <c:pt idx="2731">
                  <c:v>100.48289766839953</c:v>
                </c:pt>
                <c:pt idx="2732">
                  <c:v>100.43774641319217</c:v>
                </c:pt>
                <c:pt idx="2733">
                  <c:v>102.56265105356036</c:v>
                </c:pt>
                <c:pt idx="2734">
                  <c:v>101.36410500441418</c:v>
                </c:pt>
                <c:pt idx="2735">
                  <c:v>107.33004331975248</c:v>
                </c:pt>
                <c:pt idx="2736">
                  <c:v>107.77953820060733</c:v>
                </c:pt>
                <c:pt idx="2737">
                  <c:v>106.36211349440337</c:v>
                </c:pt>
                <c:pt idx="2738">
                  <c:v>101.91418806416277</c:v>
                </c:pt>
                <c:pt idx="2739">
                  <c:v>101.8928135654777</c:v>
                </c:pt>
                <c:pt idx="2740">
                  <c:v>103.13098461635043</c:v>
                </c:pt>
                <c:pt idx="2741">
                  <c:v>107.62739001336919</c:v>
                </c:pt>
                <c:pt idx="2742">
                  <c:v>100.25213516409974</c:v>
                </c:pt>
                <c:pt idx="2743">
                  <c:v>101.54783964247147</c:v>
                </c:pt>
                <c:pt idx="2744">
                  <c:v>106.20255953687823</c:v>
                </c:pt>
                <c:pt idx="2745">
                  <c:v>102.4481126927203</c:v>
                </c:pt>
                <c:pt idx="2746">
                  <c:v>104.45583041596836</c:v>
                </c:pt>
                <c:pt idx="2747">
                  <c:v>104.29511202675033</c:v>
                </c:pt>
                <c:pt idx="2748">
                  <c:v>104.6333580996552</c:v>
                </c:pt>
                <c:pt idx="2749">
                  <c:v>101.37537355105542</c:v>
                </c:pt>
                <c:pt idx="2750">
                  <c:v>100.21724807111841</c:v>
                </c:pt>
                <c:pt idx="2751">
                  <c:v>100.36556757173767</c:v>
                </c:pt>
                <c:pt idx="2752">
                  <c:v>104.8574231201636</c:v>
                </c:pt>
                <c:pt idx="2753">
                  <c:v>105.98949972751375</c:v>
                </c:pt>
                <c:pt idx="2754">
                  <c:v>104.53865756516224</c:v>
                </c:pt>
                <c:pt idx="2755">
                  <c:v>101.38725093301487</c:v>
                </c:pt>
                <c:pt idx="2756">
                  <c:v>100.41069742870873</c:v>
                </c:pt>
                <c:pt idx="2757">
                  <c:v>94.777273039784319</c:v>
                </c:pt>
                <c:pt idx="2758">
                  <c:v>90.625123782342229</c:v>
                </c:pt>
                <c:pt idx="2759">
                  <c:v>88.283061937895894</c:v>
                </c:pt>
                <c:pt idx="2760">
                  <c:v>84.540875358449568</c:v>
                </c:pt>
                <c:pt idx="2761">
                  <c:v>82.097970227670288</c:v>
                </c:pt>
                <c:pt idx="2762">
                  <c:v>80.623527911195936</c:v>
                </c:pt>
                <c:pt idx="2763">
                  <c:v>87.154423535943138</c:v>
                </c:pt>
                <c:pt idx="2764">
                  <c:v>91.846529974212928</c:v>
                </c:pt>
                <c:pt idx="2765">
                  <c:v>95.987229795520435</c:v>
                </c:pt>
                <c:pt idx="2766">
                  <c:v>92.533024526980427</c:v>
                </c:pt>
                <c:pt idx="2767">
                  <c:v>91.802891668785293</c:v>
                </c:pt>
                <c:pt idx="2768">
                  <c:v>91.191354144912665</c:v>
                </c:pt>
                <c:pt idx="2769">
                  <c:v>86.863649084747564</c:v>
                </c:pt>
                <c:pt idx="2770">
                  <c:v>85.790775127529869</c:v>
                </c:pt>
                <c:pt idx="2771">
                  <c:v>81.619342968723515</c:v>
                </c:pt>
                <c:pt idx="2772">
                  <c:v>78.919158717221606</c:v>
                </c:pt>
                <c:pt idx="2773">
                  <c:v>76.010817087570331</c:v>
                </c:pt>
                <c:pt idx="2774">
                  <c:v>73.593783790027032</c:v>
                </c:pt>
                <c:pt idx="2775">
                  <c:v>73.93391647951762</c:v>
                </c:pt>
                <c:pt idx="2776">
                  <c:v>71.884821537572435</c:v>
                </c:pt>
                <c:pt idx="2777">
                  <c:v>69.391760682296876</c:v>
                </c:pt>
                <c:pt idx="2778">
                  <c:v>72.484922609249097</c:v>
                </c:pt>
                <c:pt idx="2779">
                  <c:v>73.976198108564645</c:v>
                </c:pt>
                <c:pt idx="2780">
                  <c:v>70.233396190165493</c:v>
                </c:pt>
                <c:pt idx="2781">
                  <c:v>74.069912107927848</c:v>
                </c:pt>
                <c:pt idx="2782">
                  <c:v>76.603501981327469</c:v>
                </c:pt>
                <c:pt idx="2783">
                  <c:v>81.420906541125717</c:v>
                </c:pt>
                <c:pt idx="2784">
                  <c:v>83.84277657170945</c:v>
                </c:pt>
                <c:pt idx="2785">
                  <c:v>86.194384882601312</c:v>
                </c:pt>
                <c:pt idx="2786">
                  <c:v>85.85983931816655</c:v>
                </c:pt>
                <c:pt idx="2787">
                  <c:v>88.652473211933497</c:v>
                </c:pt>
                <c:pt idx="2788">
                  <c:v>84.290754716428282</c:v>
                </c:pt>
                <c:pt idx="2789">
                  <c:v>87.690868027680949</c:v>
                </c:pt>
                <c:pt idx="2790">
                  <c:v>82.026085253651658</c:v>
                </c:pt>
                <c:pt idx="2791">
                  <c:v>76.927780757025289</c:v>
                </c:pt>
                <c:pt idx="2792">
                  <c:v>74.804047439509958</c:v>
                </c:pt>
                <c:pt idx="2793">
                  <c:v>75.471992373639964</c:v>
                </c:pt>
                <c:pt idx="2794">
                  <c:v>72.294096808909529</c:v>
                </c:pt>
                <c:pt idx="2795">
                  <c:v>68.18516302720478</c:v>
                </c:pt>
                <c:pt idx="2796">
                  <c:v>66.27334327762334</c:v>
                </c:pt>
                <c:pt idx="2797">
                  <c:v>66.398753128012174</c:v>
                </c:pt>
                <c:pt idx="2798">
                  <c:v>63.859976865359286</c:v>
                </c:pt>
                <c:pt idx="2799">
                  <c:v>62.425517786892115</c:v>
                </c:pt>
                <c:pt idx="2800">
                  <c:v>60.220255046203917</c:v>
                </c:pt>
                <c:pt idx="2801">
                  <c:v>57.553909940715577</c:v>
                </c:pt>
                <c:pt idx="2802">
                  <c:v>57.166884838035585</c:v>
                </c:pt>
                <c:pt idx="2803">
                  <c:v>57.638482273431755</c:v>
                </c:pt>
                <c:pt idx="2804">
                  <c:v>52.386741376407251</c:v>
                </c:pt>
                <c:pt idx="2805">
                  <c:v>50.446512503961621</c:v>
                </c:pt>
                <c:pt idx="2806">
                  <c:v>52.290290291548502</c:v>
                </c:pt>
                <c:pt idx="2807">
                  <c:v>53.73866094399559</c:v>
                </c:pt>
                <c:pt idx="2808">
                  <c:v>53.799827597294033</c:v>
                </c:pt>
                <c:pt idx="2809">
                  <c:v>52.95436034004063</c:v>
                </c:pt>
                <c:pt idx="2810">
                  <c:v>52.535731231390798</c:v>
                </c:pt>
                <c:pt idx="2811">
                  <c:v>51.434318517880669</c:v>
                </c:pt>
                <c:pt idx="2812">
                  <c:v>47.198872415470497</c:v>
                </c:pt>
                <c:pt idx="2813">
                  <c:v>44.239813518822245</c:v>
                </c:pt>
                <c:pt idx="2814">
                  <c:v>44.543251828374963</c:v>
                </c:pt>
                <c:pt idx="2815">
                  <c:v>47.702417596794533</c:v>
                </c:pt>
                <c:pt idx="2816">
                  <c:v>56.806071428742982</c:v>
                </c:pt>
                <c:pt idx="2817">
                  <c:v>56.510947642526048</c:v>
                </c:pt>
                <c:pt idx="2818">
                  <c:v>52.032157450881833</c:v>
                </c:pt>
                <c:pt idx="2819">
                  <c:v>53.859606171749135</c:v>
                </c:pt>
                <c:pt idx="2820">
                  <c:v>55.243780573079377</c:v>
                </c:pt>
                <c:pt idx="2821">
                  <c:v>48.976664292314041</c:v>
                </c:pt>
                <c:pt idx="2822">
                  <c:v>51.222575398695625</c:v>
                </c:pt>
                <c:pt idx="2823">
                  <c:v>56.040898943018647</c:v>
                </c:pt>
                <c:pt idx="2824">
                  <c:v>55.123504328753704</c:v>
                </c:pt>
                <c:pt idx="2825">
                  <c:v>52.909599161073601</c:v>
                </c:pt>
                <c:pt idx="2826">
                  <c:v>53.62486974880543</c:v>
                </c:pt>
                <c:pt idx="2827">
                  <c:v>51.065415270196929</c:v>
                </c:pt>
                <c:pt idx="2828">
                  <c:v>50.985169418363654</c:v>
                </c:pt>
                <c:pt idx="2829">
                  <c:v>50.077116695843898</c:v>
                </c:pt>
                <c:pt idx="2830">
                  <c:v>42.171165714194231</c:v>
                </c:pt>
                <c:pt idx="2831">
                  <c:v>45.556192712519369</c:v>
                </c:pt>
                <c:pt idx="2832">
                  <c:v>47.358045392855175</c:v>
                </c:pt>
                <c:pt idx="2833">
                  <c:v>46.043980359958724</c:v>
                </c:pt>
                <c:pt idx="2834">
                  <c:v>47.467706284345553</c:v>
                </c:pt>
                <c:pt idx="2835">
                  <c:v>44.351089816811111</c:v>
                </c:pt>
                <c:pt idx="2836">
                  <c:v>43.883100265994557</c:v>
                </c:pt>
                <c:pt idx="2837">
                  <c:v>41.421143471914441</c:v>
                </c:pt>
                <c:pt idx="2838">
                  <c:v>37.819309150685775</c:v>
                </c:pt>
                <c:pt idx="2839">
                  <c:v>35.739282780499117</c:v>
                </c:pt>
                <c:pt idx="2840">
                  <c:v>34.398146018322237</c:v>
                </c:pt>
                <c:pt idx="2841">
                  <c:v>35.461860242178147</c:v>
                </c:pt>
                <c:pt idx="2842">
                  <c:v>37.877342612007645</c:v>
                </c:pt>
                <c:pt idx="2843">
                  <c:v>39.602444601299602</c:v>
                </c:pt>
                <c:pt idx="2844">
                  <c:v>47.85500693204105</c:v>
                </c:pt>
                <c:pt idx="2845">
                  <c:v>54.159773928569244</c:v>
                </c:pt>
                <c:pt idx="2846">
                  <c:v>60.758098056232519</c:v>
                </c:pt>
                <c:pt idx="2847">
                  <c:v>66.00320624539097</c:v>
                </c:pt>
                <c:pt idx="2848">
                  <c:v>63.810530974798517</c:v>
                </c:pt>
                <c:pt idx="2849">
                  <c:v>64.4495596982145</c:v>
                </c:pt>
                <c:pt idx="2850">
                  <c:v>60.060289631271438</c:v>
                </c:pt>
                <c:pt idx="2851">
                  <c:v>57.576962245169796</c:v>
                </c:pt>
                <c:pt idx="2852">
                  <c:v>59.210042019588712</c:v>
                </c:pt>
                <c:pt idx="2853">
                  <c:v>59.635226665565462</c:v>
                </c:pt>
                <c:pt idx="2854">
                  <c:v>58.130482000210336</c:v>
                </c:pt>
                <c:pt idx="2855">
                  <c:v>59.749436405736525</c:v>
                </c:pt>
                <c:pt idx="2856">
                  <c:v>57.837303583515009</c:v>
                </c:pt>
                <c:pt idx="2857">
                  <c:v>58.45134668307886</c:v>
                </c:pt>
                <c:pt idx="2858">
                  <c:v>60.340777897957466</c:v>
                </c:pt>
                <c:pt idx="2859">
                  <c:v>59.296189131040293</c:v>
                </c:pt>
                <c:pt idx="2860">
                  <c:v>52.845251075848047</c:v>
                </c:pt>
                <c:pt idx="2861">
                  <c:v>53.63629320551707</c:v>
                </c:pt>
                <c:pt idx="2862">
                  <c:v>54.168000924213075</c:v>
                </c:pt>
                <c:pt idx="2863">
                  <c:v>61.21531090265637</c:v>
                </c:pt>
                <c:pt idx="2864">
                  <c:v>61.620567540256218</c:v>
                </c:pt>
                <c:pt idx="2865">
                  <c:v>67.820312208927504</c:v>
                </c:pt>
                <c:pt idx="2866">
                  <c:v>65.696786881887832</c:v>
                </c:pt>
                <c:pt idx="2867">
                  <c:v>71.836949953879255</c:v>
                </c:pt>
                <c:pt idx="2868">
                  <c:v>61.055424943033039</c:v>
                </c:pt>
                <c:pt idx="2869">
                  <c:v>60.575150053516225</c:v>
                </c:pt>
                <c:pt idx="2870">
                  <c:v>55.689939620772996</c:v>
                </c:pt>
                <c:pt idx="2871">
                  <c:v>49.599626516607479</c:v>
                </c:pt>
                <c:pt idx="2872">
                  <c:v>49.591202473015493</c:v>
                </c:pt>
                <c:pt idx="2873">
                  <c:v>52.518084908375393</c:v>
                </c:pt>
                <c:pt idx="2874">
                  <c:v>51.099497924008752</c:v>
                </c:pt>
                <c:pt idx="2875">
                  <c:v>53.207256208520427</c:v>
                </c:pt>
                <c:pt idx="2876">
                  <c:v>55.632741780381792</c:v>
                </c:pt>
                <c:pt idx="2877">
                  <c:v>61.105499256072619</c:v>
                </c:pt>
                <c:pt idx="2878">
                  <c:v>60.038838594280612</c:v>
                </c:pt>
                <c:pt idx="2879">
                  <c:v>63.092673791062417</c:v>
                </c:pt>
                <c:pt idx="2880">
                  <c:v>61.682190609695041</c:v>
                </c:pt>
                <c:pt idx="2881">
                  <c:v>57.309468377176074</c:v>
                </c:pt>
                <c:pt idx="2882">
                  <c:v>56.485218092597513</c:v>
                </c:pt>
                <c:pt idx="2883">
                  <c:v>54.478776608229538</c:v>
                </c:pt>
                <c:pt idx="2884">
                  <c:v>59.660580114671887</c:v>
                </c:pt>
                <c:pt idx="2885">
                  <c:v>54.257342908838936</c:v>
                </c:pt>
                <c:pt idx="2886">
                  <c:v>59.461289785220444</c:v>
                </c:pt>
                <c:pt idx="2887">
                  <c:v>61.856095804825372</c:v>
                </c:pt>
                <c:pt idx="2888">
                  <c:v>52.213188087297368</c:v>
                </c:pt>
                <c:pt idx="2889">
                  <c:v>55.181056412315954</c:v>
                </c:pt>
                <c:pt idx="2890">
                  <c:v>53.305031095976133</c:v>
                </c:pt>
                <c:pt idx="2891">
                  <c:v>52.310288173605578</c:v>
                </c:pt>
                <c:pt idx="2892">
                  <c:v>51.448563028878588</c:v>
                </c:pt>
                <c:pt idx="2893">
                  <c:v>50.51971052896323</c:v>
                </c:pt>
                <c:pt idx="2894">
                  <c:v>48.855223628134368</c:v>
                </c:pt>
                <c:pt idx="2895">
                  <c:v>46.922808493839206</c:v>
                </c:pt>
                <c:pt idx="2896">
                  <c:v>53.378435569273485</c:v>
                </c:pt>
                <c:pt idx="2897">
                  <c:v>52.678427985684451</c:v>
                </c:pt>
                <c:pt idx="2898">
                  <c:v>52.897483884122927</c:v>
                </c:pt>
                <c:pt idx="2899">
                  <c:v>51.440957002181534</c:v>
                </c:pt>
                <c:pt idx="2900">
                  <c:v>52.733331127496115</c:v>
                </c:pt>
                <c:pt idx="2901">
                  <c:v>54.469105775704655</c:v>
                </c:pt>
                <c:pt idx="2902">
                  <c:v>54.04849087332061</c:v>
                </c:pt>
                <c:pt idx="2903">
                  <c:v>53.0251443590316</c:v>
                </c:pt>
                <c:pt idx="2904">
                  <c:v>56.131885351647178</c:v>
                </c:pt>
                <c:pt idx="2905">
                  <c:v>58.51834506858836</c:v>
                </c:pt>
                <c:pt idx="2906">
                  <c:v>58.903122116850064</c:v>
                </c:pt>
                <c:pt idx="2907">
                  <c:v>60.399463665800241</c:v>
                </c:pt>
                <c:pt idx="2908">
                  <c:v>61.338449203450857</c:v>
                </c:pt>
                <c:pt idx="2909">
                  <c:v>56.173558260581984</c:v>
                </c:pt>
                <c:pt idx="2910">
                  <c:v>57.082990162389272</c:v>
                </c:pt>
                <c:pt idx="2911">
                  <c:v>55.743994818784095</c:v>
                </c:pt>
                <c:pt idx="2912">
                  <c:v>54.641158358478684</c:v>
                </c:pt>
                <c:pt idx="2913">
                  <c:v>54.502620569167334</c:v>
                </c:pt>
                <c:pt idx="2914">
                  <c:v>57.328245994968057</c:v>
                </c:pt>
                <c:pt idx="2915">
                  <c:v>56.681541009814694</c:v>
                </c:pt>
                <c:pt idx="2916">
                  <c:v>56.638654513619713</c:v>
                </c:pt>
                <c:pt idx="2917">
                  <c:v>56.420194023149669</c:v>
                </c:pt>
                <c:pt idx="2918">
                  <c:v>53.666139199100996</c:v>
                </c:pt>
                <c:pt idx="2919">
                  <c:v>53.475411293573998</c:v>
                </c:pt>
                <c:pt idx="2920">
                  <c:v>50.161427948149665</c:v>
                </c:pt>
                <c:pt idx="2921">
                  <c:v>49.95148985132284</c:v>
                </c:pt>
                <c:pt idx="2922">
                  <c:v>51.354114324106177</c:v>
                </c:pt>
                <c:pt idx="2923">
                  <c:v>47.920607436577662</c:v>
                </c:pt>
                <c:pt idx="2924">
                  <c:v>47.464306880146957</c:v>
                </c:pt>
                <c:pt idx="2925">
                  <c:v>47.54772190379515</c:v>
                </c:pt>
                <c:pt idx="2926">
                  <c:v>47.800553741327569</c:v>
                </c:pt>
                <c:pt idx="2927">
                  <c:v>47.121597417343139</c:v>
                </c:pt>
                <c:pt idx="2928">
                  <c:v>44.03560639502264</c:v>
                </c:pt>
                <c:pt idx="2929">
                  <c:v>41.540253156380928</c:v>
                </c:pt>
                <c:pt idx="2930">
                  <c:v>42.690415081228146</c:v>
                </c:pt>
                <c:pt idx="2931">
                  <c:v>41.845531306686212</c:v>
                </c:pt>
                <c:pt idx="2932">
                  <c:v>40.189264736538746</c:v>
                </c:pt>
                <c:pt idx="2933">
                  <c:v>38.131205136095637</c:v>
                </c:pt>
                <c:pt idx="2934">
                  <c:v>37.940054503894928</c:v>
                </c:pt>
                <c:pt idx="2935">
                  <c:v>35.980554501915684</c:v>
                </c:pt>
                <c:pt idx="2936">
                  <c:v>36.662364804469007</c:v>
                </c:pt>
                <c:pt idx="2937">
                  <c:v>34.000574303629691</c:v>
                </c:pt>
                <c:pt idx="2938">
                  <c:v>34.33177570112943</c:v>
                </c:pt>
                <c:pt idx="2939">
                  <c:v>35.32754730924745</c:v>
                </c:pt>
                <c:pt idx="2940">
                  <c:v>37.577560483282717</c:v>
                </c:pt>
                <c:pt idx="2941">
                  <c:v>38.472568489356711</c:v>
                </c:pt>
                <c:pt idx="2942">
                  <c:v>39.842012664868719</c:v>
                </c:pt>
                <c:pt idx="2943">
                  <c:v>38.134901735935657</c:v>
                </c:pt>
                <c:pt idx="2944">
                  <c:v>36.820130655173564</c:v>
                </c:pt>
                <c:pt idx="2945">
                  <c:v>33.980073655713838</c:v>
                </c:pt>
                <c:pt idx="2946">
                  <c:v>32.195614924584483</c:v>
                </c:pt>
                <c:pt idx="2947">
                  <c:v>30.955880821417978</c:v>
                </c:pt>
                <c:pt idx="2948">
                  <c:v>31.502373064167948</c:v>
                </c:pt>
                <c:pt idx="2949">
                  <c:v>29.713435729733103</c:v>
                </c:pt>
                <c:pt idx="2950">
                  <c:v>27.738148596430584</c:v>
                </c:pt>
                <c:pt idx="2951">
                  <c:v>28.797555243258426</c:v>
                </c:pt>
                <c:pt idx="2952">
                  <c:v>22.510295235957376</c:v>
                </c:pt>
                <c:pt idx="2953">
                  <c:v>19.850445730066031</c:v>
                </c:pt>
                <c:pt idx="2954">
                  <c:v>21.739813328141139</c:v>
                </c:pt>
                <c:pt idx="2955">
                  <c:v>22.286404505124448</c:v>
                </c:pt>
                <c:pt idx="2956">
                  <c:v>22.390240537616933</c:v>
                </c:pt>
                <c:pt idx="2957">
                  <c:v>21.499911669702609</c:v>
                </c:pt>
                <c:pt idx="2958">
                  <c:v>23.71922417536592</c:v>
                </c:pt>
                <c:pt idx="2959">
                  <c:v>24.023485594903267</c:v>
                </c:pt>
                <c:pt idx="2960">
                  <c:v>19.295322352282209</c:v>
                </c:pt>
                <c:pt idx="2961">
                  <c:v>18.160594363404932</c:v>
                </c:pt>
                <c:pt idx="2962">
                  <c:v>16.839740388495926</c:v>
                </c:pt>
                <c:pt idx="2963">
                  <c:v>12.829951666515603</c:v>
                </c:pt>
                <c:pt idx="2964">
                  <c:v>14.463468867573624</c:v>
                </c:pt>
                <c:pt idx="2965">
                  <c:v>16.726817848886672</c:v>
                </c:pt>
                <c:pt idx="2966">
                  <c:v>16.513147813186727</c:v>
                </c:pt>
                <c:pt idx="2967">
                  <c:v>14.58798467041367</c:v>
                </c:pt>
                <c:pt idx="2968">
                  <c:v>12.895480700576702</c:v>
                </c:pt>
                <c:pt idx="2969">
                  <c:v>12.227934079352483</c:v>
                </c:pt>
                <c:pt idx="2970">
                  <c:v>11.578190835361807</c:v>
                </c:pt>
                <c:pt idx="2971">
                  <c:v>11.19631812538459</c:v>
                </c:pt>
                <c:pt idx="2972">
                  <c:v>13.508703468947791</c:v>
                </c:pt>
                <c:pt idx="2973">
                  <c:v>16.403309364755994</c:v>
                </c:pt>
                <c:pt idx="2974">
                  <c:v>20.715645468778483</c:v>
                </c:pt>
                <c:pt idx="2975">
                  <c:v>24.462221506205175</c:v>
                </c:pt>
                <c:pt idx="2976">
                  <c:v>21.89012673483899</c:v>
                </c:pt>
                <c:pt idx="2977">
                  <c:v>21.226342513586204</c:v>
                </c:pt>
                <c:pt idx="2978">
                  <c:v>18.155838444242701</c:v>
                </c:pt>
                <c:pt idx="2979">
                  <c:v>18.80543560267154</c:v>
                </c:pt>
                <c:pt idx="2980">
                  <c:v>16.680237752398551</c:v>
                </c:pt>
                <c:pt idx="2981">
                  <c:v>12.067628199262787</c:v>
                </c:pt>
                <c:pt idx="2982">
                  <c:v>11.076535214818147</c:v>
                </c:pt>
                <c:pt idx="2983">
                  <c:v>1.9076940066170209</c:v>
                </c:pt>
                <c:pt idx="2984">
                  <c:v>4.0763079912856384</c:v>
                </c:pt>
                <c:pt idx="2985">
                  <c:v>4.5366425647245796</c:v>
                </c:pt>
                <c:pt idx="2986">
                  <c:v>0.35202021621489132</c:v>
                </c:pt>
                <c:pt idx="2987">
                  <c:v>-0.84920477280342765</c:v>
                </c:pt>
                <c:pt idx="2988">
                  <c:v>-2.710226118520505</c:v>
                </c:pt>
                <c:pt idx="2989">
                  <c:v>-0.5604798694652946</c:v>
                </c:pt>
                <c:pt idx="2990">
                  <c:v>-3.5689270880993851</c:v>
                </c:pt>
                <c:pt idx="2991">
                  <c:v>-3.8630879284921438</c:v>
                </c:pt>
                <c:pt idx="2992">
                  <c:v>-7.1246097332370395</c:v>
                </c:pt>
                <c:pt idx="2993">
                  <c:v>-9.2306973891557966</c:v>
                </c:pt>
                <c:pt idx="2994">
                  <c:v>-8.533370052494071</c:v>
                </c:pt>
                <c:pt idx="2995">
                  <c:v>-12.378451037238893</c:v>
                </c:pt>
                <c:pt idx="2996">
                  <c:v>-14.332205132441265</c:v>
                </c:pt>
                <c:pt idx="2997">
                  <c:v>-15.513779447786989</c:v>
                </c:pt>
                <c:pt idx="2998">
                  <c:v>-18.446203513645202</c:v>
                </c:pt>
                <c:pt idx="2999">
                  <c:v>-19.478752613476324</c:v>
                </c:pt>
                <c:pt idx="3000">
                  <c:v>-25.199174202817741</c:v>
                </c:pt>
                <c:pt idx="3001">
                  <c:v>-25.611484474528694</c:v>
                </c:pt>
                <c:pt idx="3002">
                  <c:v>-27.779395985368517</c:v>
                </c:pt>
                <c:pt idx="3003">
                  <c:v>-26.098421240976357</c:v>
                </c:pt>
                <c:pt idx="3004">
                  <c:v>-24.252345427826171</c:v>
                </c:pt>
                <c:pt idx="3005">
                  <c:v>-24.286348979454196</c:v>
                </c:pt>
                <c:pt idx="3006">
                  <c:v>-27.056071949096896</c:v>
                </c:pt>
                <c:pt idx="3007">
                  <c:v>-22.107451229572597</c:v>
                </c:pt>
                <c:pt idx="3008">
                  <c:v>-20.718873093209101</c:v>
                </c:pt>
                <c:pt idx="3009">
                  <c:v>-18.396308195764448</c:v>
                </c:pt>
                <c:pt idx="3010">
                  <c:v>-17.40938615463978</c:v>
                </c:pt>
                <c:pt idx="3011">
                  <c:v>-17.218302772429112</c:v>
                </c:pt>
                <c:pt idx="3012">
                  <c:v>-18.317445608854712</c:v>
                </c:pt>
                <c:pt idx="3013">
                  <c:v>-16.255924287787245</c:v>
                </c:pt>
                <c:pt idx="3014">
                  <c:v>-9.8214408101213309</c:v>
                </c:pt>
                <c:pt idx="3015">
                  <c:v>-4.9273216272863785</c:v>
                </c:pt>
                <c:pt idx="3016">
                  <c:v>0.12489070371940958</c:v>
                </c:pt>
                <c:pt idx="3017">
                  <c:v>3.0550525635762384</c:v>
                </c:pt>
                <c:pt idx="3018">
                  <c:v>2.734933356290691</c:v>
                </c:pt>
                <c:pt idx="3019">
                  <c:v>-0.42498389685510807</c:v>
                </c:pt>
                <c:pt idx="3020">
                  <c:v>-0.64121599944134933</c:v>
                </c:pt>
                <c:pt idx="3021">
                  <c:v>-2.1207307407129443</c:v>
                </c:pt>
                <c:pt idx="3022">
                  <c:v>-3.5700568417829301</c:v>
                </c:pt>
                <c:pt idx="3023">
                  <c:v>-5.2494993581834271</c:v>
                </c:pt>
                <c:pt idx="3024">
                  <c:v>-6.6161692630709652</c:v>
                </c:pt>
                <c:pt idx="3025">
                  <c:v>-6.4133791336191512</c:v>
                </c:pt>
                <c:pt idx="3026">
                  <c:v>-5.165742324890747</c:v>
                </c:pt>
                <c:pt idx="3027">
                  <c:v>-4.4410939147132051</c:v>
                </c:pt>
                <c:pt idx="3028">
                  <c:v>-8.3089396276068861</c:v>
                </c:pt>
                <c:pt idx="3029">
                  <c:v>-7.1353805925295122</c:v>
                </c:pt>
                <c:pt idx="3030">
                  <c:v>-8.342714364620182</c:v>
                </c:pt>
                <c:pt idx="3031">
                  <c:v>-3.9839052469186638</c:v>
                </c:pt>
                <c:pt idx="3032">
                  <c:v>-4.8677964413614871</c:v>
                </c:pt>
                <c:pt idx="3033">
                  <c:v>-6.4898428799060888</c:v>
                </c:pt>
                <c:pt idx="3034">
                  <c:v>-5.3287512615968131</c:v>
                </c:pt>
                <c:pt idx="3035">
                  <c:v>-9.422779232641961</c:v>
                </c:pt>
                <c:pt idx="3036">
                  <c:v>-11.102895668538654</c:v>
                </c:pt>
                <c:pt idx="3037">
                  <c:v>-9.875659152180317</c:v>
                </c:pt>
                <c:pt idx="3038">
                  <c:v>-4.581925991797716</c:v>
                </c:pt>
                <c:pt idx="3039">
                  <c:v>-8.1776608817275651</c:v>
                </c:pt>
                <c:pt idx="3040">
                  <c:v>-8.2349981566530506</c:v>
                </c:pt>
                <c:pt idx="3041">
                  <c:v>-8.8876973481866663</c:v>
                </c:pt>
                <c:pt idx="3042">
                  <c:v>-10.32474229649892</c:v>
                </c:pt>
                <c:pt idx="3043">
                  <c:v>-8.6231521678106393</c:v>
                </c:pt>
                <c:pt idx="3044">
                  <c:v>0.58009804709757606</c:v>
                </c:pt>
                <c:pt idx="3045">
                  <c:v>-1.5867378402929315</c:v>
                </c:pt>
                <c:pt idx="3046">
                  <c:v>-1.5741594146325315</c:v>
                </c:pt>
                <c:pt idx="3047">
                  <c:v>0.2851610717126416</c:v>
                </c:pt>
                <c:pt idx="3048">
                  <c:v>4.9433402445782972</c:v>
                </c:pt>
                <c:pt idx="3049">
                  <c:v>-1.2864515434924133</c:v>
                </c:pt>
                <c:pt idx="3050">
                  <c:v>0.64512011576774797</c:v>
                </c:pt>
                <c:pt idx="3051">
                  <c:v>-1.3578130259236267</c:v>
                </c:pt>
                <c:pt idx="3052">
                  <c:v>-2.1116903281847663</c:v>
                </c:pt>
                <c:pt idx="3053">
                  <c:v>-2.8971549789880018</c:v>
                </c:pt>
                <c:pt idx="3054">
                  <c:v>-2.6074394810892016</c:v>
                </c:pt>
                <c:pt idx="3055">
                  <c:v>-5.291281310876192</c:v>
                </c:pt>
                <c:pt idx="3056">
                  <c:v>-2.1366882373336828</c:v>
                </c:pt>
                <c:pt idx="3057">
                  <c:v>-5.3305238965755253</c:v>
                </c:pt>
                <c:pt idx="3058">
                  <c:v>-6.8962774793244126</c:v>
                </c:pt>
                <c:pt idx="3059">
                  <c:v>-8.1579165058530219</c:v>
                </c:pt>
                <c:pt idx="3060">
                  <c:v>-7.9259183798564106</c:v>
                </c:pt>
                <c:pt idx="3061">
                  <c:v>-8.9380028727970693</c:v>
                </c:pt>
                <c:pt idx="3062">
                  <c:v>-8.1902979438862555</c:v>
                </c:pt>
                <c:pt idx="3063">
                  <c:v>-3.5380466430267301</c:v>
                </c:pt>
                <c:pt idx="3064">
                  <c:v>3.4070811560526031</c:v>
                </c:pt>
                <c:pt idx="3065">
                  <c:v>2.1704767734659081</c:v>
                </c:pt>
                <c:pt idx="3066">
                  <c:v>-0.46368417562211262</c:v>
                </c:pt>
                <c:pt idx="3067">
                  <c:v>-2.7764940063465615</c:v>
                </c:pt>
                <c:pt idx="3068">
                  <c:v>-0.88529597126987536</c:v>
                </c:pt>
                <c:pt idx="3069">
                  <c:v>0.96406197075618238</c:v>
                </c:pt>
                <c:pt idx="3070">
                  <c:v>-2.8240493301052938E-2</c:v>
                </c:pt>
                <c:pt idx="3071">
                  <c:v>-1.5127088124155976</c:v>
                </c:pt>
                <c:pt idx="3072">
                  <c:v>3.5452586219650026</c:v>
                </c:pt>
                <c:pt idx="3073">
                  <c:v>8.5163108063050235</c:v>
                </c:pt>
                <c:pt idx="3074">
                  <c:v>13.322081111362321</c:v>
                </c:pt>
                <c:pt idx="3075">
                  <c:v>11.607984529395527</c:v>
                </c:pt>
                <c:pt idx="3076">
                  <c:v>11.997645221987625</c:v>
                </c:pt>
                <c:pt idx="3077">
                  <c:v>9.2868964682160424</c:v>
                </c:pt>
                <c:pt idx="3078">
                  <c:v>8.858329054895389</c:v>
                </c:pt>
                <c:pt idx="3079">
                  <c:v>8.241876179121407</c:v>
                </c:pt>
                <c:pt idx="3080">
                  <c:v>9.4733744640876569</c:v>
                </c:pt>
                <c:pt idx="3081">
                  <c:v>3.827619027684662</c:v>
                </c:pt>
                <c:pt idx="3082">
                  <c:v>11.058348076173257</c:v>
                </c:pt>
                <c:pt idx="3083">
                  <c:v>14.611019162409011</c:v>
                </c:pt>
                <c:pt idx="3084">
                  <c:v>14.64797744229317</c:v>
                </c:pt>
                <c:pt idx="3085">
                  <c:v>21.938500914033732</c:v>
                </c:pt>
                <c:pt idx="3086">
                  <c:v>20.979935677697117</c:v>
                </c:pt>
                <c:pt idx="3087">
                  <c:v>18.626339583870941</c:v>
                </c:pt>
                <c:pt idx="3088">
                  <c:v>17.372775477479383</c:v>
                </c:pt>
                <c:pt idx="3089">
                  <c:v>19.201168373382455</c:v>
                </c:pt>
                <c:pt idx="3090">
                  <c:v>21.411934936811491</c:v>
                </c:pt>
                <c:pt idx="3091">
                  <c:v>16.223199087612535</c:v>
                </c:pt>
                <c:pt idx="3092">
                  <c:v>22.906786220919074</c:v>
                </c:pt>
                <c:pt idx="3093">
                  <c:v>21.788412171435557</c:v>
                </c:pt>
                <c:pt idx="3094">
                  <c:v>23.323840606499068</c:v>
                </c:pt>
                <c:pt idx="3095">
                  <c:v>20.819589834724393</c:v>
                </c:pt>
                <c:pt idx="3096">
                  <c:v>23.274728773925226</c:v>
                </c:pt>
                <c:pt idx="3097">
                  <c:v>24.865482493824114</c:v>
                </c:pt>
                <c:pt idx="3098">
                  <c:v>22.23283888607299</c:v>
                </c:pt>
                <c:pt idx="3099">
                  <c:v>18.204878666539393</c:v>
                </c:pt>
                <c:pt idx="3100">
                  <c:v>22.099644797851365</c:v>
                </c:pt>
                <c:pt idx="3101">
                  <c:v>22.699057176457579</c:v>
                </c:pt>
                <c:pt idx="3102">
                  <c:v>25.335848011950866</c:v>
                </c:pt>
                <c:pt idx="3103">
                  <c:v>26.401359703239429</c:v>
                </c:pt>
                <c:pt idx="3104">
                  <c:v>25.943399007643364</c:v>
                </c:pt>
                <c:pt idx="3105">
                  <c:v>26.70473950601108</c:v>
                </c:pt>
                <c:pt idx="3106">
                  <c:v>27.256420542622134</c:v>
                </c:pt>
                <c:pt idx="3107">
                  <c:v>28.388338998882503</c:v>
                </c:pt>
                <c:pt idx="3108">
                  <c:v>28.492156029223022</c:v>
                </c:pt>
                <c:pt idx="3109">
                  <c:v>28.474523999492519</c:v>
                </c:pt>
                <c:pt idx="3110">
                  <c:v>26.579088248298302</c:v>
                </c:pt>
                <c:pt idx="3111">
                  <c:v>21.062164114751504</c:v>
                </c:pt>
                <c:pt idx="3112">
                  <c:v>24.719671130985454</c:v>
                </c:pt>
                <c:pt idx="3113">
                  <c:v>21.401714065152547</c:v>
                </c:pt>
                <c:pt idx="3114">
                  <c:v>24.796860591890113</c:v>
                </c:pt>
                <c:pt idx="3115">
                  <c:v>25.243955249466474</c:v>
                </c:pt>
                <c:pt idx="3116">
                  <c:v>23.939956690466747</c:v>
                </c:pt>
                <c:pt idx="3117">
                  <c:v>21.955550495481049</c:v>
                </c:pt>
                <c:pt idx="3118">
                  <c:v>23.073278015064695</c:v>
                </c:pt>
                <c:pt idx="3119">
                  <c:v>24.042141405277448</c:v>
                </c:pt>
                <c:pt idx="3120">
                  <c:v>28.930424646475181</c:v>
                </c:pt>
                <c:pt idx="3121">
                  <c:v>33.6508731330849</c:v>
                </c:pt>
                <c:pt idx="3122">
                  <c:v>32.252972682281744</c:v>
                </c:pt>
                <c:pt idx="3123">
                  <c:v>29.59971811987581</c:v>
                </c:pt>
                <c:pt idx="3124">
                  <c:v>27.812050880496621</c:v>
                </c:pt>
                <c:pt idx="3125">
                  <c:v>26.770628098674742</c:v>
                </c:pt>
                <c:pt idx="3126">
                  <c:v>28.11277819326488</c:v>
                </c:pt>
                <c:pt idx="3127">
                  <c:v>26.273534007054579</c:v>
                </c:pt>
                <c:pt idx="3128">
                  <c:v>24.15828793666779</c:v>
                </c:pt>
                <c:pt idx="3129">
                  <c:v>20.940146624417242</c:v>
                </c:pt>
                <c:pt idx="3130">
                  <c:v>15.00746365663591</c:v>
                </c:pt>
                <c:pt idx="3131">
                  <c:v>19.37748889066426</c:v>
                </c:pt>
                <c:pt idx="3132">
                  <c:v>10.819359267894434</c:v>
                </c:pt>
                <c:pt idx="3133">
                  <c:v>13.061304599214651</c:v>
                </c:pt>
                <c:pt idx="3134">
                  <c:v>14.634351112762568</c:v>
                </c:pt>
                <c:pt idx="3135">
                  <c:v>14.750491108068921</c:v>
                </c:pt>
                <c:pt idx="3136">
                  <c:v>13.331658648761774</c:v>
                </c:pt>
                <c:pt idx="3137">
                  <c:v>15.653310676342917</c:v>
                </c:pt>
                <c:pt idx="3138">
                  <c:v>10.464785531278926</c:v>
                </c:pt>
                <c:pt idx="3139">
                  <c:v>8.9140294211906639</c:v>
                </c:pt>
                <c:pt idx="3140">
                  <c:v>12.587193839102607</c:v>
                </c:pt>
                <c:pt idx="3141">
                  <c:v>12.207111210066042</c:v>
                </c:pt>
                <c:pt idx="3142">
                  <c:v>9.3432828735810691</c:v>
                </c:pt>
                <c:pt idx="3143">
                  <c:v>12.448206732809894</c:v>
                </c:pt>
                <c:pt idx="3144">
                  <c:v>15.572689732162655</c:v>
                </c:pt>
                <c:pt idx="3145">
                  <c:v>16.292511096500199</c:v>
                </c:pt>
                <c:pt idx="3146">
                  <c:v>20.85154590604991</c:v>
                </c:pt>
                <c:pt idx="3147">
                  <c:v>22.425841233976492</c:v>
                </c:pt>
                <c:pt idx="3148">
                  <c:v>24.625764342955033</c:v>
                </c:pt>
                <c:pt idx="3149">
                  <c:v>21.987885247845682</c:v>
                </c:pt>
                <c:pt idx="3150">
                  <c:v>17.773332360728034</c:v>
                </c:pt>
                <c:pt idx="3151">
                  <c:v>19.940796563549831</c:v>
                </c:pt>
                <c:pt idx="3152">
                  <c:v>18.788672973252474</c:v>
                </c:pt>
                <c:pt idx="3153">
                  <c:v>26.468473021560186</c:v>
                </c:pt>
                <c:pt idx="3154">
                  <c:v>27.737236284626487</c:v>
                </c:pt>
                <c:pt idx="3155">
                  <c:v>31.19863711085825</c:v>
                </c:pt>
                <c:pt idx="3156">
                  <c:v>26.013371143690748</c:v>
                </c:pt>
                <c:pt idx="3157">
                  <c:v>26.990437605387775</c:v>
                </c:pt>
                <c:pt idx="3158">
                  <c:v>29.691856074732119</c:v>
                </c:pt>
                <c:pt idx="3159">
                  <c:v>30.656307761048787</c:v>
                </c:pt>
                <c:pt idx="3160">
                  <c:v>34.44620507396921</c:v>
                </c:pt>
                <c:pt idx="3161">
                  <c:v>42.645813787463794</c:v>
                </c:pt>
                <c:pt idx="3162">
                  <c:v>46.228284311204646</c:v>
                </c:pt>
                <c:pt idx="3163">
                  <c:v>46.332875541518945</c:v>
                </c:pt>
                <c:pt idx="3164">
                  <c:v>49.040902193982475</c:v>
                </c:pt>
                <c:pt idx="3165">
                  <c:v>50.174819109717326</c:v>
                </c:pt>
                <c:pt idx="3166">
                  <c:v>52.408000158579569</c:v>
                </c:pt>
                <c:pt idx="3167">
                  <c:v>50.822018035179113</c:v>
                </c:pt>
                <c:pt idx="3168">
                  <c:v>56.093601511706204</c:v>
                </c:pt>
                <c:pt idx="3169">
                  <c:v>64.969439975538478</c:v>
                </c:pt>
                <c:pt idx="3170">
                  <c:v>65.149895659586392</c:v>
                </c:pt>
                <c:pt idx="3171">
                  <c:v>64.543111836114392</c:v>
                </c:pt>
                <c:pt idx="3172">
                  <c:v>65.067732556733588</c:v>
                </c:pt>
                <c:pt idx="3173">
                  <c:v>61.859404566255499</c:v>
                </c:pt>
                <c:pt idx="3174">
                  <c:v>60.081109463576411</c:v>
                </c:pt>
                <c:pt idx="3175">
                  <c:v>56.128684420097159</c:v>
                </c:pt>
                <c:pt idx="3176">
                  <c:v>57.003891510675743</c:v>
                </c:pt>
                <c:pt idx="3177">
                  <c:v>56.825973336159798</c:v>
                </c:pt>
                <c:pt idx="3178">
                  <c:v>61.08395708673622</c:v>
                </c:pt>
                <c:pt idx="3179">
                  <c:v>63.715329138303062</c:v>
                </c:pt>
                <c:pt idx="3180">
                  <c:v>63.394597841156497</c:v>
                </c:pt>
                <c:pt idx="3181">
                  <c:v>64.941140739702305</c:v>
                </c:pt>
                <c:pt idx="3182">
                  <c:v>60.797968313704267</c:v>
                </c:pt>
                <c:pt idx="3183">
                  <c:v>62.377057775828945</c:v>
                </c:pt>
                <c:pt idx="3184">
                  <c:v>62.416119052415482</c:v>
                </c:pt>
                <c:pt idx="3185">
                  <c:v>55.653188005085809</c:v>
                </c:pt>
                <c:pt idx="3186">
                  <c:v>54.59139803026536</c:v>
                </c:pt>
                <c:pt idx="3187">
                  <c:v>58.077419390366884</c:v>
                </c:pt>
                <c:pt idx="3188">
                  <c:v>59.248609355560838</c:v>
                </c:pt>
                <c:pt idx="3189">
                  <c:v>55.480619966405833</c:v>
                </c:pt>
                <c:pt idx="3190">
                  <c:v>53.680807288489241</c:v>
                </c:pt>
                <c:pt idx="3191">
                  <c:v>52.95056253297863</c:v>
                </c:pt>
                <c:pt idx="3192">
                  <c:v>50.915803087473051</c:v>
                </c:pt>
                <c:pt idx="3193">
                  <c:v>52.548196026202099</c:v>
                </c:pt>
                <c:pt idx="3194">
                  <c:v>51.779692315683242</c:v>
                </c:pt>
                <c:pt idx="3195">
                  <c:v>46.615009345756228</c:v>
                </c:pt>
                <c:pt idx="3196">
                  <c:v>43.062850874836016</c:v>
                </c:pt>
                <c:pt idx="3197">
                  <c:v>43.427991368064042</c:v>
                </c:pt>
                <c:pt idx="3198">
                  <c:v>46.971194913919</c:v>
                </c:pt>
                <c:pt idx="3199">
                  <c:v>40.52738081685154</c:v>
                </c:pt>
                <c:pt idx="3200">
                  <c:v>41.202062396601143</c:v>
                </c:pt>
                <c:pt idx="3201">
                  <c:v>42.392460421123921</c:v>
                </c:pt>
                <c:pt idx="3202">
                  <c:v>40.91818456166898</c:v>
                </c:pt>
                <c:pt idx="3203">
                  <c:v>38.366312107894373</c:v>
                </c:pt>
                <c:pt idx="3204">
                  <c:v>36.155849616518751</c:v>
                </c:pt>
                <c:pt idx="3205">
                  <c:v>36.884010921904434</c:v>
                </c:pt>
                <c:pt idx="3206">
                  <c:v>44.285877519446295</c:v>
                </c:pt>
                <c:pt idx="3207">
                  <c:v>41.752094964536226</c:v>
                </c:pt>
                <c:pt idx="3208">
                  <c:v>49.338798515633712</c:v>
                </c:pt>
                <c:pt idx="3209">
                  <c:v>48.015158304575074</c:v>
                </c:pt>
                <c:pt idx="3210">
                  <c:v>45.712361566949312</c:v>
                </c:pt>
                <c:pt idx="3211">
                  <c:v>41.035477407179727</c:v>
                </c:pt>
                <c:pt idx="3212">
                  <c:v>40.574009991353527</c:v>
                </c:pt>
                <c:pt idx="3213">
                  <c:v>42.141876597004668</c:v>
                </c:pt>
                <c:pt idx="3214">
                  <c:v>42.924078738687534</c:v>
                </c:pt>
                <c:pt idx="3215">
                  <c:v>43.807556879201883</c:v>
                </c:pt>
                <c:pt idx="3216">
                  <c:v>44.064637164619825</c:v>
                </c:pt>
                <c:pt idx="3217">
                  <c:v>46.637105352388488</c:v>
                </c:pt>
                <c:pt idx="3218">
                  <c:v>50.054254173189946</c:v>
                </c:pt>
                <c:pt idx="3219">
                  <c:v>51.253222044742998</c:v>
                </c:pt>
                <c:pt idx="3220">
                  <c:v>51.159536277647128</c:v>
                </c:pt>
                <c:pt idx="3221">
                  <c:v>49.698400542339741</c:v>
                </c:pt>
                <c:pt idx="3222">
                  <c:v>48.294230931756779</c:v>
                </c:pt>
                <c:pt idx="3223">
                  <c:v>46.763253103776371</c:v>
                </c:pt>
                <c:pt idx="3224">
                  <c:v>45.697167433903466</c:v>
                </c:pt>
                <c:pt idx="3225">
                  <c:v>41.244397640017596</c:v>
                </c:pt>
                <c:pt idx="3226">
                  <c:v>41.265734966602778</c:v>
                </c:pt>
                <c:pt idx="3227">
                  <c:v>40.698754997271571</c:v>
                </c:pt>
                <c:pt idx="3228">
                  <c:v>49.637472645679921</c:v>
                </c:pt>
                <c:pt idx="3229">
                  <c:v>50.298992985898423</c:v>
                </c:pt>
                <c:pt idx="3230">
                  <c:v>53.268741939414483</c:v>
                </c:pt>
                <c:pt idx="3231">
                  <c:v>50.940073477719274</c:v>
                </c:pt>
                <c:pt idx="3232">
                  <c:v>49.542041217510217</c:v>
                </c:pt>
                <c:pt idx="3233">
                  <c:v>50.273091547760949</c:v>
                </c:pt>
                <c:pt idx="3234">
                  <c:v>47.080287841395105</c:v>
                </c:pt>
                <c:pt idx="3235">
                  <c:v>46.652124810000487</c:v>
                </c:pt>
                <c:pt idx="3236">
                  <c:v>43.335607514847808</c:v>
                </c:pt>
                <c:pt idx="3237">
                  <c:v>45.461092601900376</c:v>
                </c:pt>
                <c:pt idx="3238">
                  <c:v>47.780792451240231</c:v>
                </c:pt>
                <c:pt idx="3239">
                  <c:v>41.256018600440655</c:v>
                </c:pt>
                <c:pt idx="3240">
                  <c:v>37.642524070715261</c:v>
                </c:pt>
                <c:pt idx="3241">
                  <c:v>38.44283902367475</c:v>
                </c:pt>
                <c:pt idx="3242">
                  <c:v>39.896908866111808</c:v>
                </c:pt>
                <c:pt idx="3243">
                  <c:v>42.773027089030521</c:v>
                </c:pt>
                <c:pt idx="3244">
                  <c:v>39.205681042932071</c:v>
                </c:pt>
                <c:pt idx="3245">
                  <c:v>40.640641603886998</c:v>
                </c:pt>
                <c:pt idx="3246">
                  <c:v>39.964061595565944</c:v>
                </c:pt>
                <c:pt idx="3247">
                  <c:v>38.466374528840909</c:v>
                </c:pt>
                <c:pt idx="3248">
                  <c:v>39.108347948007768</c:v>
                </c:pt>
                <c:pt idx="3249">
                  <c:v>44.222600862252861</c:v>
                </c:pt>
                <c:pt idx="3250">
                  <c:v>42.654133315765534</c:v>
                </c:pt>
                <c:pt idx="3251">
                  <c:v>41.493024012927783</c:v>
                </c:pt>
                <c:pt idx="3252">
                  <c:v>43.269086793130455</c:v>
                </c:pt>
                <c:pt idx="3253">
                  <c:v>45.427907670820332</c:v>
                </c:pt>
                <c:pt idx="3254">
                  <c:v>47.864048807968757</c:v>
                </c:pt>
                <c:pt idx="3255">
                  <c:v>47.984340480310927</c:v>
                </c:pt>
                <c:pt idx="3256">
                  <c:v>45.536848080252028</c:v>
                </c:pt>
                <c:pt idx="3257">
                  <c:v>44.986427882527082</c:v>
                </c:pt>
                <c:pt idx="3258">
                  <c:v>43.652739790871131</c:v>
                </c:pt>
                <c:pt idx="3259">
                  <c:v>41.262696561307514</c:v>
                </c:pt>
                <c:pt idx="3260">
                  <c:v>47.963385839587161</c:v>
                </c:pt>
                <c:pt idx="3261">
                  <c:v>52.420655108856359</c:v>
                </c:pt>
                <c:pt idx="3262">
                  <c:v>54.792080549227784</c:v>
                </c:pt>
                <c:pt idx="3263">
                  <c:v>56.858287878531812</c:v>
                </c:pt>
                <c:pt idx="3264">
                  <c:v>54.242113129171621</c:v>
                </c:pt>
                <c:pt idx="3265">
                  <c:v>50.254845792836925</c:v>
                </c:pt>
                <c:pt idx="3266">
                  <c:v>48.548350705398562</c:v>
                </c:pt>
                <c:pt idx="3267">
                  <c:v>52.672927510027414</c:v>
                </c:pt>
                <c:pt idx="3268">
                  <c:v>52.263423125795029</c:v>
                </c:pt>
                <c:pt idx="3269">
                  <c:v>50.084317188846171</c:v>
                </c:pt>
                <c:pt idx="3270">
                  <c:v>46.248190042569945</c:v>
                </c:pt>
                <c:pt idx="3271">
                  <c:v>42.843768004259871</c:v>
                </c:pt>
                <c:pt idx="3272">
                  <c:v>40.068565277994331</c:v>
                </c:pt>
                <c:pt idx="3273">
                  <c:v>37.203960958837072</c:v>
                </c:pt>
                <c:pt idx="3274">
                  <c:v>34.575738995394047</c:v>
                </c:pt>
                <c:pt idx="3275">
                  <c:v>34.283119792451402</c:v>
                </c:pt>
                <c:pt idx="3276">
                  <c:v>37.110752585640199</c:v>
                </c:pt>
                <c:pt idx="3277">
                  <c:v>38.479386455983231</c:v>
                </c:pt>
                <c:pt idx="3278">
                  <c:v>34.172621013529451</c:v>
                </c:pt>
                <c:pt idx="3279">
                  <c:v>29.485530508893778</c:v>
                </c:pt>
                <c:pt idx="3280">
                  <c:v>28.003345627077241</c:v>
                </c:pt>
                <c:pt idx="3281">
                  <c:v>28.479202256088737</c:v>
                </c:pt>
                <c:pt idx="3282">
                  <c:v>30.678941531951153</c:v>
                </c:pt>
                <c:pt idx="3283">
                  <c:v>32.114576204444347</c:v>
                </c:pt>
                <c:pt idx="3284">
                  <c:v>33.05527899362886</c:v>
                </c:pt>
                <c:pt idx="3285">
                  <c:v>38.911922683261324</c:v>
                </c:pt>
                <c:pt idx="3286">
                  <c:v>42.838573725921073</c:v>
                </c:pt>
                <c:pt idx="3287">
                  <c:v>39.808414263091613</c:v>
                </c:pt>
                <c:pt idx="3288">
                  <c:v>31.972338502092931</c:v>
                </c:pt>
                <c:pt idx="3289">
                  <c:v>32.608326158354537</c:v>
                </c:pt>
                <c:pt idx="3290">
                  <c:v>33.576558507144824</c:v>
                </c:pt>
                <c:pt idx="3291">
                  <c:v>36.565091504365959</c:v>
                </c:pt>
                <c:pt idx="3292">
                  <c:v>36.207027619124631</c:v>
                </c:pt>
                <c:pt idx="3293">
                  <c:v>41.65294420373646</c:v>
                </c:pt>
                <c:pt idx="3294">
                  <c:v>44.285612993308547</c:v>
                </c:pt>
                <c:pt idx="3295">
                  <c:v>49.385194247906107</c:v>
                </c:pt>
                <c:pt idx="3296">
                  <c:v>58.150877624955896</c:v>
                </c:pt>
                <c:pt idx="3297">
                  <c:v>56.064731907110037</c:v>
                </c:pt>
                <c:pt idx="3298">
                  <c:v>58.246897286719687</c:v>
                </c:pt>
                <c:pt idx="3299">
                  <c:v>56.112057574123149</c:v>
                </c:pt>
                <c:pt idx="3300">
                  <c:v>58.883190624002417</c:v>
                </c:pt>
                <c:pt idx="3301">
                  <c:v>62.179898689566429</c:v>
                </c:pt>
                <c:pt idx="3302">
                  <c:v>60.575319210398945</c:v>
                </c:pt>
                <c:pt idx="3303">
                  <c:v>61.345901661364032</c:v>
                </c:pt>
                <c:pt idx="3304">
                  <c:v>61.422148061126975</c:v>
                </c:pt>
                <c:pt idx="3305">
                  <c:v>63.620868253141246</c:v>
                </c:pt>
                <c:pt idx="3306">
                  <c:v>68.349049117559218</c:v>
                </c:pt>
                <c:pt idx="3307">
                  <c:v>63.017298192477917</c:v>
                </c:pt>
                <c:pt idx="3308">
                  <c:v>65.74065608227599</c:v>
                </c:pt>
                <c:pt idx="3309">
                  <c:v>69.441611062938591</c:v>
                </c:pt>
                <c:pt idx="3310">
                  <c:v>65.33855138261238</c:v>
                </c:pt>
                <c:pt idx="3311">
                  <c:v>63.980582258734245</c:v>
                </c:pt>
                <c:pt idx="3312">
                  <c:v>62.413354841888612</c:v>
                </c:pt>
                <c:pt idx="3313">
                  <c:v>61.143943738794981</c:v>
                </c:pt>
                <c:pt idx="3314">
                  <c:v>61.415597989536465</c:v>
                </c:pt>
                <c:pt idx="3315">
                  <c:v>61.16118644595845</c:v>
                </c:pt>
                <c:pt idx="3316">
                  <c:v>59.836498155688766</c:v>
                </c:pt>
                <c:pt idx="3317">
                  <c:v>60.539110746797164</c:v>
                </c:pt>
                <c:pt idx="3318">
                  <c:v>60.020517605370358</c:v>
                </c:pt>
                <c:pt idx="3319">
                  <c:v>62.359400842960291</c:v>
                </c:pt>
                <c:pt idx="3320">
                  <c:v>60.254344159431739</c:v>
                </c:pt>
                <c:pt idx="3321">
                  <c:v>60.599401377365751</c:v>
                </c:pt>
                <c:pt idx="3322">
                  <c:v>61.954020882052859</c:v>
                </c:pt>
                <c:pt idx="3323">
                  <c:v>59.797870940434507</c:v>
                </c:pt>
                <c:pt idx="3324">
                  <c:v>56.316802939222612</c:v>
                </c:pt>
                <c:pt idx="3325">
                  <c:v>54.261077484662735</c:v>
                </c:pt>
                <c:pt idx="3326">
                  <c:v>53.455746286116543</c:v>
                </c:pt>
                <c:pt idx="3327">
                  <c:v>54.431744826089187</c:v>
                </c:pt>
                <c:pt idx="3328">
                  <c:v>57.147420363126791</c:v>
                </c:pt>
                <c:pt idx="3329">
                  <c:v>51.08445893721526</c:v>
                </c:pt>
                <c:pt idx="3330">
                  <c:v>51.15189905787684</c:v>
                </c:pt>
                <c:pt idx="3331">
                  <c:v>53.468711757636378</c:v>
                </c:pt>
                <c:pt idx="3332">
                  <c:v>51.064491512101512</c:v>
                </c:pt>
                <c:pt idx="3333">
                  <c:v>50.034775400411142</c:v>
                </c:pt>
                <c:pt idx="3334">
                  <c:v>45.595728810928776</c:v>
                </c:pt>
                <c:pt idx="3335">
                  <c:v>51.3210205822147</c:v>
                </c:pt>
                <c:pt idx="3336">
                  <c:v>54.30227065522498</c:v>
                </c:pt>
                <c:pt idx="3337">
                  <c:v>48.182274014139971</c:v>
                </c:pt>
                <c:pt idx="3338">
                  <c:v>50.203758680833801</c:v>
                </c:pt>
                <c:pt idx="3339">
                  <c:v>52.615385418297826</c:v>
                </c:pt>
                <c:pt idx="3340">
                  <c:v>56.607454729695959</c:v>
                </c:pt>
                <c:pt idx="3341">
                  <c:v>60.949847768358964</c:v>
                </c:pt>
                <c:pt idx="3342">
                  <c:v>58.855469665392853</c:v>
                </c:pt>
                <c:pt idx="3343">
                  <c:v>65.401288913904068</c:v>
                </c:pt>
                <c:pt idx="3344">
                  <c:v>74.045999641333864</c:v>
                </c:pt>
                <c:pt idx="3345">
                  <c:v>70.016161774600008</c:v>
                </c:pt>
                <c:pt idx="3346">
                  <c:v>72.026198262325465</c:v>
                </c:pt>
                <c:pt idx="3347">
                  <c:v>70.538832434058733</c:v>
                </c:pt>
                <c:pt idx="3348">
                  <c:v>72.001106993385719</c:v>
                </c:pt>
                <c:pt idx="3349">
                  <c:v>70.651298784073902</c:v>
                </c:pt>
                <c:pt idx="3350">
                  <c:v>72.713182717186967</c:v>
                </c:pt>
                <c:pt idx="3351">
                  <c:v>70.301091133160625</c:v>
                </c:pt>
                <c:pt idx="3352">
                  <c:v>65.200251687255076</c:v>
                </c:pt>
                <c:pt idx="3353">
                  <c:v>62.112243674631323</c:v>
                </c:pt>
                <c:pt idx="3354">
                  <c:v>56.441299333130971</c:v>
                </c:pt>
                <c:pt idx="3355">
                  <c:v>56.872736637071704</c:v>
                </c:pt>
                <c:pt idx="3356">
                  <c:v>55.018684479835436</c:v>
                </c:pt>
                <c:pt idx="3357">
                  <c:v>54.842394078388416</c:v>
                </c:pt>
                <c:pt idx="3358">
                  <c:v>52.300805600778432</c:v>
                </c:pt>
                <c:pt idx="3359">
                  <c:v>52.24661105508369</c:v>
                </c:pt>
                <c:pt idx="3360">
                  <c:v>53.323012148412417</c:v>
                </c:pt>
                <c:pt idx="3361">
                  <c:v>50.387111935782492</c:v>
                </c:pt>
                <c:pt idx="3362">
                  <c:v>46.074638723918405</c:v>
                </c:pt>
                <c:pt idx="3363">
                  <c:v>44.692797002770007</c:v>
                </c:pt>
                <c:pt idx="3364">
                  <c:v>43.611001454560466</c:v>
                </c:pt>
                <c:pt idx="3365">
                  <c:v>42.414856005701182</c:v>
                </c:pt>
                <c:pt idx="3366">
                  <c:v>41.932239448589677</c:v>
                </c:pt>
                <c:pt idx="3367">
                  <c:v>42.41044108444234</c:v>
                </c:pt>
                <c:pt idx="3368">
                  <c:v>42.768851107403222</c:v>
                </c:pt>
                <c:pt idx="3369">
                  <c:v>40.873324255191037</c:v>
                </c:pt>
                <c:pt idx="3370">
                  <c:v>46.356400595539995</c:v>
                </c:pt>
                <c:pt idx="3371">
                  <c:v>52.995529399869</c:v>
                </c:pt>
                <c:pt idx="3372">
                  <c:v>55.769191149234075</c:v>
                </c:pt>
                <c:pt idx="3373">
                  <c:v>58.078274716972118</c:v>
                </c:pt>
                <c:pt idx="3374">
                  <c:v>59.339919076713556</c:v>
                </c:pt>
                <c:pt idx="3375">
                  <c:v>65.910973796476796</c:v>
                </c:pt>
                <c:pt idx="3376">
                  <c:v>61.55266793270215</c:v>
                </c:pt>
                <c:pt idx="3377">
                  <c:v>57.453087042310322</c:v>
                </c:pt>
                <c:pt idx="3378">
                  <c:v>54.054499239514413</c:v>
                </c:pt>
                <c:pt idx="3379">
                  <c:v>51.591700245791834</c:v>
                </c:pt>
                <c:pt idx="3380">
                  <c:v>48.753928353269231</c:v>
                </c:pt>
                <c:pt idx="3381">
                  <c:v>48.046655036684179</c:v>
                </c:pt>
                <c:pt idx="3382">
                  <c:v>47.501533561141699</c:v>
                </c:pt>
                <c:pt idx="3383">
                  <c:v>44.259789814434392</c:v>
                </c:pt>
                <c:pt idx="3384">
                  <c:v>43.09410764078325</c:v>
                </c:pt>
                <c:pt idx="3385">
                  <c:v>40.103983725215379</c:v>
                </c:pt>
                <c:pt idx="3386">
                  <c:v>39.076638378221105</c:v>
                </c:pt>
                <c:pt idx="3387">
                  <c:v>39.00219604686972</c:v>
                </c:pt>
                <c:pt idx="3388">
                  <c:v>39.980356404629447</c:v>
                </c:pt>
                <c:pt idx="3389">
                  <c:v>37.309245760946283</c:v>
                </c:pt>
                <c:pt idx="3390">
                  <c:v>37.805593395044696</c:v>
                </c:pt>
                <c:pt idx="3391">
                  <c:v>36.671630442856312</c:v>
                </c:pt>
                <c:pt idx="3392">
                  <c:v>33.912453147948575</c:v>
                </c:pt>
                <c:pt idx="3393">
                  <c:v>34.291815064940188</c:v>
                </c:pt>
                <c:pt idx="3394">
                  <c:v>36.616464400381979</c:v>
                </c:pt>
                <c:pt idx="3395">
                  <c:v>34.518180291482032</c:v>
                </c:pt>
                <c:pt idx="3396">
                  <c:v>38.33893750422682</c:v>
                </c:pt>
                <c:pt idx="3397">
                  <c:v>40.76098852623808</c:v>
                </c:pt>
                <c:pt idx="3398">
                  <c:v>41.290158805042026</c:v>
                </c:pt>
                <c:pt idx="3399">
                  <c:v>41.888562585972586</c:v>
                </c:pt>
                <c:pt idx="3400">
                  <c:v>42.048367249304384</c:v>
                </c:pt>
                <c:pt idx="3401">
                  <c:v>42.720337449728177</c:v>
                </c:pt>
                <c:pt idx="3402">
                  <c:v>39.700768155606298</c:v>
                </c:pt>
                <c:pt idx="3403">
                  <c:v>37.731061144444205</c:v>
                </c:pt>
                <c:pt idx="3404">
                  <c:v>36.25719814303163</c:v>
                </c:pt>
                <c:pt idx="3405">
                  <c:v>38.689709339707861</c:v>
                </c:pt>
                <c:pt idx="3406">
                  <c:v>39.637778253002345</c:v>
                </c:pt>
                <c:pt idx="3407">
                  <c:v>34.391718708567332</c:v>
                </c:pt>
                <c:pt idx="3408">
                  <c:v>35.565957227499759</c:v>
                </c:pt>
                <c:pt idx="3409">
                  <c:v>37.24938878895442</c:v>
                </c:pt>
                <c:pt idx="3410">
                  <c:v>38.665806054707559</c:v>
                </c:pt>
                <c:pt idx="3411">
                  <c:v>41.778157353467449</c:v>
                </c:pt>
                <c:pt idx="3412">
                  <c:v>47.770385925851812</c:v>
                </c:pt>
                <c:pt idx="3413">
                  <c:v>52.246955186494546</c:v>
                </c:pt>
                <c:pt idx="3414">
                  <c:v>50.320704933040361</c:v>
                </c:pt>
                <c:pt idx="3415">
                  <c:v>45.581119703567587</c:v>
                </c:pt>
                <c:pt idx="3416">
                  <c:v>44.021213465457073</c:v>
                </c:pt>
                <c:pt idx="3417">
                  <c:v>39.160265322055906</c:v>
                </c:pt>
                <c:pt idx="3418">
                  <c:v>38.910202660478404</c:v>
                </c:pt>
                <c:pt idx="3419">
                  <c:v>37.364442287189547</c:v>
                </c:pt>
                <c:pt idx="3420">
                  <c:v>37.015482210538238</c:v>
                </c:pt>
                <c:pt idx="3421">
                  <c:v>35.812653082315975</c:v>
                </c:pt>
                <c:pt idx="3422">
                  <c:v>37.162542497222674</c:v>
                </c:pt>
                <c:pt idx="3423">
                  <c:v>37.523021287020185</c:v>
                </c:pt>
                <c:pt idx="3424">
                  <c:v>42.372035141229077</c:v>
                </c:pt>
                <c:pt idx="3425">
                  <c:v>39.066833128594858</c:v>
                </c:pt>
                <c:pt idx="3426">
                  <c:v>40.672986066228091</c:v>
                </c:pt>
                <c:pt idx="3427">
                  <c:v>41.65917381901474</c:v>
                </c:pt>
                <c:pt idx="3428">
                  <c:v>38.607441494884725</c:v>
                </c:pt>
                <c:pt idx="3429">
                  <c:v>38.197802843087857</c:v>
                </c:pt>
                <c:pt idx="3430">
                  <c:v>36.30357520813579</c:v>
                </c:pt>
                <c:pt idx="3431">
                  <c:v>38.790455712094207</c:v>
                </c:pt>
                <c:pt idx="3432">
                  <c:v>36.116777095276198</c:v>
                </c:pt>
                <c:pt idx="3433">
                  <c:v>39.062685751298503</c:v>
                </c:pt>
                <c:pt idx="3434">
                  <c:v>35.9789565520203</c:v>
                </c:pt>
                <c:pt idx="3435">
                  <c:v>35.647137347262039</c:v>
                </c:pt>
                <c:pt idx="3436">
                  <c:v>35.469907764603292</c:v>
                </c:pt>
                <c:pt idx="3437">
                  <c:v>35.399476192349525</c:v>
                </c:pt>
                <c:pt idx="3438">
                  <c:v>38.425035282512802</c:v>
                </c:pt>
                <c:pt idx="3439">
                  <c:v>38.549651185126081</c:v>
                </c:pt>
                <c:pt idx="3440">
                  <c:v>36.602893467474019</c:v>
                </c:pt>
                <c:pt idx="3441">
                  <c:v>38.166594335939301</c:v>
                </c:pt>
                <c:pt idx="3442">
                  <c:v>38.719238574979123</c:v>
                </c:pt>
                <c:pt idx="3443">
                  <c:v>38.069469704693553</c:v>
                </c:pt>
                <c:pt idx="3444">
                  <c:v>41.060485944169926</c:v>
                </c:pt>
                <c:pt idx="3445">
                  <c:v>40.6920674575547</c:v>
                </c:pt>
                <c:pt idx="3446">
                  <c:v>40.934664400619553</c:v>
                </c:pt>
                <c:pt idx="3447">
                  <c:v>37.522879433365269</c:v>
                </c:pt>
                <c:pt idx="3448">
                  <c:v>44.124376770073539</c:v>
                </c:pt>
                <c:pt idx="3449">
                  <c:v>44.119584447012826</c:v>
                </c:pt>
                <c:pt idx="3450">
                  <c:v>43.987491755056432</c:v>
                </c:pt>
                <c:pt idx="3451">
                  <c:v>47.085545371774359</c:v>
                </c:pt>
                <c:pt idx="3452">
                  <c:v>48.175341808125268</c:v>
                </c:pt>
                <c:pt idx="3453">
                  <c:v>50.200999122922255</c:v>
                </c:pt>
                <c:pt idx="3454">
                  <c:v>52.648476040655822</c:v>
                </c:pt>
                <c:pt idx="3455">
                  <c:v>55.542478456236765</c:v>
                </c:pt>
                <c:pt idx="3456">
                  <c:v>57.320577654183907</c:v>
                </c:pt>
                <c:pt idx="3457">
                  <c:v>58.60517225742371</c:v>
                </c:pt>
                <c:pt idx="3458">
                  <c:v>59.452189429067431</c:v>
                </c:pt>
                <c:pt idx="3459">
                  <c:v>58.234390147595448</c:v>
                </c:pt>
                <c:pt idx="3460">
                  <c:v>54.637702595355854</c:v>
                </c:pt>
                <c:pt idx="3461">
                  <c:v>55.587828456144621</c:v>
                </c:pt>
                <c:pt idx="3462">
                  <c:v>56.12071199191665</c:v>
                </c:pt>
                <c:pt idx="3463">
                  <c:v>58.910304022995959</c:v>
                </c:pt>
                <c:pt idx="3464">
                  <c:v>59.433169741020627</c:v>
                </c:pt>
                <c:pt idx="3465">
                  <c:v>60.210303300706258</c:v>
                </c:pt>
                <c:pt idx="3466">
                  <c:v>64.950453254181127</c:v>
                </c:pt>
                <c:pt idx="3467">
                  <c:v>63.054862060168134</c:v>
                </c:pt>
                <c:pt idx="3468">
                  <c:v>66.169327899158588</c:v>
                </c:pt>
                <c:pt idx="3469">
                  <c:v>68.806002962470728</c:v>
                </c:pt>
                <c:pt idx="3470">
                  <c:v>65.376508163915247</c:v>
                </c:pt>
                <c:pt idx="3471">
                  <c:v>59.117834638344142</c:v>
                </c:pt>
                <c:pt idx="3472">
                  <c:v>57.52656601515077</c:v>
                </c:pt>
                <c:pt idx="3473">
                  <c:v>59.296637593109281</c:v>
                </c:pt>
                <c:pt idx="3474">
                  <c:v>62.782031625433063</c:v>
                </c:pt>
                <c:pt idx="3475">
                  <c:v>67.286932807632056</c:v>
                </c:pt>
                <c:pt idx="3476">
                  <c:v>67.666525535088084</c:v>
                </c:pt>
                <c:pt idx="3477">
                  <c:v>68.331875587126504</c:v>
                </c:pt>
                <c:pt idx="3478">
                  <c:v>69.095673889714462</c:v>
                </c:pt>
                <c:pt idx="3479">
                  <c:v>69.576882499678902</c:v>
                </c:pt>
                <c:pt idx="3480">
                  <c:v>70.429465591531056</c:v>
                </c:pt>
                <c:pt idx="3481">
                  <c:v>71.923712875235282</c:v>
                </c:pt>
                <c:pt idx="3482">
                  <c:v>76.21715581239576</c:v>
                </c:pt>
                <c:pt idx="3483">
                  <c:v>76.572354706034332</c:v>
                </c:pt>
                <c:pt idx="3484">
                  <c:v>82.322668027295009</c:v>
                </c:pt>
                <c:pt idx="3485">
                  <c:v>88.26156809536181</c:v>
                </c:pt>
                <c:pt idx="3486">
                  <c:v>94.338690426088036</c:v>
                </c:pt>
                <c:pt idx="3487">
                  <c:v>97.913414531614734</c:v>
                </c:pt>
                <c:pt idx="3488">
                  <c:v>97.375680931681174</c:v>
                </c:pt>
                <c:pt idx="3489">
                  <c:v>102.94451869544386</c:v>
                </c:pt>
                <c:pt idx="3490">
                  <c:v>102.41870559504169</c:v>
                </c:pt>
                <c:pt idx="3491">
                  <c:v>100.51777003366468</c:v>
                </c:pt>
                <c:pt idx="3492">
                  <c:v>95.434781015715771</c:v>
                </c:pt>
                <c:pt idx="3493">
                  <c:v>93.90719100652656</c:v>
                </c:pt>
                <c:pt idx="3494">
                  <c:v>97.179877017252409</c:v>
                </c:pt>
                <c:pt idx="3495">
                  <c:v>98.140873562937074</c:v>
                </c:pt>
                <c:pt idx="3496">
                  <c:v>97.580394059871267</c:v>
                </c:pt>
                <c:pt idx="3497">
                  <c:v>98.920855751484055</c:v>
                </c:pt>
                <c:pt idx="3498">
                  <c:v>95.277774624648288</c:v>
                </c:pt>
                <c:pt idx="3499">
                  <c:v>94.612000010623532</c:v>
                </c:pt>
                <c:pt idx="3500">
                  <c:v>93.06353758272985</c:v>
                </c:pt>
                <c:pt idx="3501">
                  <c:v>95.015173551119176</c:v>
                </c:pt>
                <c:pt idx="3502">
                  <c:v>94.919741469624171</c:v>
                </c:pt>
                <c:pt idx="3503">
                  <c:v>96.61026653549186</c:v>
                </c:pt>
                <c:pt idx="3504">
                  <c:v>91.45276870763081</c:v>
                </c:pt>
                <c:pt idx="3505">
                  <c:v>92.56103597903612</c:v>
                </c:pt>
                <c:pt idx="3506">
                  <c:v>89.174534266235256</c:v>
                </c:pt>
                <c:pt idx="3507">
                  <c:v>87.378306420689398</c:v>
                </c:pt>
                <c:pt idx="3508">
                  <c:v>83.367895440055392</c:v>
                </c:pt>
                <c:pt idx="3509">
                  <c:v>83.615053636310407</c:v>
                </c:pt>
                <c:pt idx="3510">
                  <c:v>87.963390032859564</c:v>
                </c:pt>
                <c:pt idx="3511">
                  <c:v>86.624971433305149</c:v>
                </c:pt>
                <c:pt idx="3512">
                  <c:v>85.459277082198213</c:v>
                </c:pt>
                <c:pt idx="3513">
                  <c:v>85.971068430188254</c:v>
                </c:pt>
                <c:pt idx="3514">
                  <c:v>87.360416399068569</c:v>
                </c:pt>
                <c:pt idx="3515">
                  <c:v>90.638676279681917</c:v>
                </c:pt>
                <c:pt idx="3516">
                  <c:v>88.780159913079459</c:v>
                </c:pt>
                <c:pt idx="3517">
                  <c:v>86.767953031301403</c:v>
                </c:pt>
                <c:pt idx="3518">
                  <c:v>75.146571950275359</c:v>
                </c:pt>
                <c:pt idx="3519">
                  <c:v>79.646216275768026</c:v>
                </c:pt>
                <c:pt idx="3520">
                  <c:v>77.435425490127216</c:v>
                </c:pt>
                <c:pt idx="3521">
                  <c:v>77.123885546661725</c:v>
                </c:pt>
                <c:pt idx="3522">
                  <c:v>78.665104845223453</c:v>
                </c:pt>
                <c:pt idx="3523">
                  <c:v>77.325382088566599</c:v>
                </c:pt>
                <c:pt idx="3524">
                  <c:v>76.481272917692891</c:v>
                </c:pt>
                <c:pt idx="3525">
                  <c:v>72.755623341804423</c:v>
                </c:pt>
                <c:pt idx="3526">
                  <c:v>65.202563662779028</c:v>
                </c:pt>
                <c:pt idx="3527">
                  <c:v>63.802085022109161</c:v>
                </c:pt>
                <c:pt idx="3528">
                  <c:v>62.941324791947039</c:v>
                </c:pt>
                <c:pt idx="3529">
                  <c:v>69.370693743411138</c:v>
                </c:pt>
                <c:pt idx="3530">
                  <c:v>72.97130228545852</c:v>
                </c:pt>
                <c:pt idx="3531">
                  <c:v>77.07202647322697</c:v>
                </c:pt>
                <c:pt idx="3532">
                  <c:v>73.365430499774064</c:v>
                </c:pt>
                <c:pt idx="3533">
                  <c:v>69.257398946288788</c:v>
                </c:pt>
                <c:pt idx="3534">
                  <c:v>69.598801294009206</c:v>
                </c:pt>
                <c:pt idx="3535">
                  <c:v>65.357054502698048</c:v>
                </c:pt>
                <c:pt idx="3536">
                  <c:v>61.868585428058893</c:v>
                </c:pt>
                <c:pt idx="3537">
                  <c:v>57.118670861835646</c:v>
                </c:pt>
                <c:pt idx="3538">
                  <c:v>53.020352410093921</c:v>
                </c:pt>
                <c:pt idx="3539">
                  <c:v>49.268776314616176</c:v>
                </c:pt>
                <c:pt idx="3540">
                  <c:v>42.711214080951464</c:v>
                </c:pt>
                <c:pt idx="3541">
                  <c:v>45.460174493752156</c:v>
                </c:pt>
                <c:pt idx="3542">
                  <c:v>36.405094989723594</c:v>
                </c:pt>
                <c:pt idx="3543">
                  <c:v>31.308032369664048</c:v>
                </c:pt>
                <c:pt idx="3544">
                  <c:v>29.680383119372262</c:v>
                </c:pt>
                <c:pt idx="3545">
                  <c:v>29.197059651748866</c:v>
                </c:pt>
                <c:pt idx="3546">
                  <c:v>26.789461016892648</c:v>
                </c:pt>
                <c:pt idx="3547">
                  <c:v>24.315213330043573</c:v>
                </c:pt>
                <c:pt idx="3548">
                  <c:v>21.299898472450522</c:v>
                </c:pt>
                <c:pt idx="3549">
                  <c:v>17.51244697264088</c:v>
                </c:pt>
                <c:pt idx="3550">
                  <c:v>20.667898828515831</c:v>
                </c:pt>
                <c:pt idx="3551">
                  <c:v>13.057606834692447</c:v>
                </c:pt>
                <c:pt idx="3552">
                  <c:v>10.141640348782902</c:v>
                </c:pt>
                <c:pt idx="3553">
                  <c:v>4.8389655031999119</c:v>
                </c:pt>
                <c:pt idx="3554">
                  <c:v>0.818124851170551</c:v>
                </c:pt>
                <c:pt idx="3555">
                  <c:v>-2.9946457259837342</c:v>
                </c:pt>
                <c:pt idx="3556">
                  <c:v>-4.9342264923793913</c:v>
                </c:pt>
                <c:pt idx="3557">
                  <c:v>-6.8905144214918126</c:v>
                </c:pt>
                <c:pt idx="3558">
                  <c:v>-11.367392471539471</c:v>
                </c:pt>
                <c:pt idx="3559">
                  <c:v>-5.9507874716406333</c:v>
                </c:pt>
                <c:pt idx="3560">
                  <c:v>-15.350874433354292</c:v>
                </c:pt>
                <c:pt idx="3561">
                  <c:v>-16.141601673149783</c:v>
                </c:pt>
                <c:pt idx="3562">
                  <c:v>-18.294308978238817</c:v>
                </c:pt>
                <c:pt idx="3563">
                  <c:v>-19.903208560541689</c:v>
                </c:pt>
                <c:pt idx="3564">
                  <c:v>-21.607930438235289</c:v>
                </c:pt>
                <c:pt idx="3565">
                  <c:v>-22.453503004636232</c:v>
                </c:pt>
                <c:pt idx="3566">
                  <c:v>-26.658387470489288</c:v>
                </c:pt>
                <c:pt idx="3567">
                  <c:v>-31.990375685576961</c:v>
                </c:pt>
                <c:pt idx="3568">
                  <c:v>-31.896514736753076</c:v>
                </c:pt>
                <c:pt idx="3569">
                  <c:v>-32.53286256976024</c:v>
                </c:pt>
                <c:pt idx="3570">
                  <c:v>-34.513599745165621</c:v>
                </c:pt>
                <c:pt idx="3571">
                  <c:v>-32.257333265780971</c:v>
                </c:pt>
                <c:pt idx="3572">
                  <c:v>-36.016124846098471</c:v>
                </c:pt>
                <c:pt idx="3573">
                  <c:v>-32.155795459124903</c:v>
                </c:pt>
                <c:pt idx="3574">
                  <c:v>-37.928539695795074</c:v>
                </c:pt>
                <c:pt idx="3575">
                  <c:v>-34.881828635274772</c:v>
                </c:pt>
                <c:pt idx="3576">
                  <c:v>-37.293253747413935</c:v>
                </c:pt>
                <c:pt idx="3577">
                  <c:v>-40.821155602434061</c:v>
                </c:pt>
                <c:pt idx="3578">
                  <c:v>-41.330176782598379</c:v>
                </c:pt>
                <c:pt idx="3579">
                  <c:v>-43.391921474737877</c:v>
                </c:pt>
                <c:pt idx="3580">
                  <c:v>-44.76003444987434</c:v>
                </c:pt>
                <c:pt idx="3581">
                  <c:v>-45.592932869589959</c:v>
                </c:pt>
                <c:pt idx="3582">
                  <c:v>-45.173610604985853</c:v>
                </c:pt>
                <c:pt idx="3583">
                  <c:v>-42.895294883481384</c:v>
                </c:pt>
                <c:pt idx="3584">
                  <c:v>-42.807175061459318</c:v>
                </c:pt>
                <c:pt idx="3585">
                  <c:v>-39.459776032902568</c:v>
                </c:pt>
                <c:pt idx="3586">
                  <c:v>-45.173879105493768</c:v>
                </c:pt>
                <c:pt idx="3587">
                  <c:v>-48.125580229335092</c:v>
                </c:pt>
                <c:pt idx="3588">
                  <c:v>-50.358177659477626</c:v>
                </c:pt>
                <c:pt idx="3589">
                  <c:v>-50.846582847572982</c:v>
                </c:pt>
                <c:pt idx="3590">
                  <c:v>-53.812553433940039</c:v>
                </c:pt>
                <c:pt idx="3591">
                  <c:v>-57.307456149760625</c:v>
                </c:pt>
                <c:pt idx="3592">
                  <c:v>-57.671204530025207</c:v>
                </c:pt>
                <c:pt idx="3593">
                  <c:v>-58.269195190805178</c:v>
                </c:pt>
                <c:pt idx="3594">
                  <c:v>-56.268274978407128</c:v>
                </c:pt>
                <c:pt idx="3595">
                  <c:v>-52.663417201771502</c:v>
                </c:pt>
                <c:pt idx="3596">
                  <c:v>-53.466495059481574</c:v>
                </c:pt>
                <c:pt idx="3597">
                  <c:v>-52.704669967118427</c:v>
                </c:pt>
                <c:pt idx="3598">
                  <c:v>-52.62416808052032</c:v>
                </c:pt>
                <c:pt idx="3599">
                  <c:v>-52.249358774938671</c:v>
                </c:pt>
                <c:pt idx="3600">
                  <c:v>-54.688890578400738</c:v>
                </c:pt>
                <c:pt idx="3601">
                  <c:v>-51.945839851833483</c:v>
                </c:pt>
                <c:pt idx="3602">
                  <c:v>-51.112324077438053</c:v>
                </c:pt>
                <c:pt idx="3603">
                  <c:v>-50.075508829720377</c:v>
                </c:pt>
                <c:pt idx="3604">
                  <c:v>-50.408942585385631</c:v>
                </c:pt>
                <c:pt idx="3605">
                  <c:v>-42.203093630250308</c:v>
                </c:pt>
                <c:pt idx="3606">
                  <c:v>-45.191090504148271</c:v>
                </c:pt>
                <c:pt idx="3607">
                  <c:v>-45.499066405649629</c:v>
                </c:pt>
                <c:pt idx="3608">
                  <c:v>-49.600809180527925</c:v>
                </c:pt>
                <c:pt idx="3609">
                  <c:v>-45.910556665757866</c:v>
                </c:pt>
                <c:pt idx="3610">
                  <c:v>-44.338220456859055</c:v>
                </c:pt>
                <c:pt idx="3611">
                  <c:v>-48.700401946131038</c:v>
                </c:pt>
                <c:pt idx="3612">
                  <c:v>-46.116740135304838</c:v>
                </c:pt>
                <c:pt idx="3613">
                  <c:v>-48.009452892866769</c:v>
                </c:pt>
                <c:pt idx="3614">
                  <c:v>-48.915812726190346</c:v>
                </c:pt>
                <c:pt idx="3615">
                  <c:v>-47.616625925027591</c:v>
                </c:pt>
                <c:pt idx="3616">
                  <c:v>-49.210122722263321</c:v>
                </c:pt>
                <c:pt idx="3617">
                  <c:v>-50.803165782637208</c:v>
                </c:pt>
                <c:pt idx="3618">
                  <c:v>-53.755878889451807</c:v>
                </c:pt>
                <c:pt idx="3619">
                  <c:v>-55.40119629544688</c:v>
                </c:pt>
                <c:pt idx="3620">
                  <c:v>-57.81363445818684</c:v>
                </c:pt>
                <c:pt idx="3621">
                  <c:v>-60.896618719093283</c:v>
                </c:pt>
                <c:pt idx="3622">
                  <c:v>-54.338791648764456</c:v>
                </c:pt>
                <c:pt idx="3623">
                  <c:v>-54.735978867964988</c:v>
                </c:pt>
                <c:pt idx="3624">
                  <c:v>-54.560587523682649</c:v>
                </c:pt>
                <c:pt idx="3625">
                  <c:v>-51.521642043055813</c:v>
                </c:pt>
                <c:pt idx="3626">
                  <c:v>-58.387814389168234</c:v>
                </c:pt>
                <c:pt idx="3627">
                  <c:v>-55.438001776549278</c:v>
                </c:pt>
                <c:pt idx="3628">
                  <c:v>-51.213183670359115</c:v>
                </c:pt>
                <c:pt idx="3629">
                  <c:v>-47.310740879501033</c:v>
                </c:pt>
                <c:pt idx="3630">
                  <c:v>-49.624822244626969</c:v>
                </c:pt>
                <c:pt idx="3631">
                  <c:v>-53.763386330663984</c:v>
                </c:pt>
                <c:pt idx="3632">
                  <c:v>-55.470777287351922</c:v>
                </c:pt>
                <c:pt idx="3633">
                  <c:v>-57.904017123920362</c:v>
                </c:pt>
                <c:pt idx="3634">
                  <c:v>-58.274740327190152</c:v>
                </c:pt>
                <c:pt idx="3635">
                  <c:v>-57.965853475868059</c:v>
                </c:pt>
                <c:pt idx="3636">
                  <c:v>-56.979037007470573</c:v>
                </c:pt>
                <c:pt idx="3637">
                  <c:v>-56.622117945360806</c:v>
                </c:pt>
                <c:pt idx="3638">
                  <c:v>-56.886704042768713</c:v>
                </c:pt>
                <c:pt idx="3639">
                  <c:v>-56.539018277129131</c:v>
                </c:pt>
                <c:pt idx="3640">
                  <c:v>-58.963693988671217</c:v>
                </c:pt>
                <c:pt idx="3641">
                  <c:v>-58.878307038536192</c:v>
                </c:pt>
                <c:pt idx="3642">
                  <c:v>-68.683909779851973</c:v>
                </c:pt>
                <c:pt idx="3643">
                  <c:v>-66.385192876014543</c:v>
                </c:pt>
                <c:pt idx="3644">
                  <c:v>-65.270896542456214</c:v>
                </c:pt>
                <c:pt idx="3645">
                  <c:v>-61.519812412302983</c:v>
                </c:pt>
                <c:pt idx="3646">
                  <c:v>-57.159128480660797</c:v>
                </c:pt>
                <c:pt idx="3647">
                  <c:v>-59.111512483283775</c:v>
                </c:pt>
                <c:pt idx="3648">
                  <c:v>-58.541345873592689</c:v>
                </c:pt>
                <c:pt idx="3649">
                  <c:v>-56.902442234038098</c:v>
                </c:pt>
                <c:pt idx="3650">
                  <c:v>-56.553182649271577</c:v>
                </c:pt>
                <c:pt idx="3651">
                  <c:v>-55.198442429502236</c:v>
                </c:pt>
                <c:pt idx="3652">
                  <c:v>-54.93401811819453</c:v>
                </c:pt>
                <c:pt idx="3653">
                  <c:v>-53.636355446942524</c:v>
                </c:pt>
                <c:pt idx="3654">
                  <c:v>-50.901953610640433</c:v>
                </c:pt>
                <c:pt idx="3655">
                  <c:v>-49.865685738686011</c:v>
                </c:pt>
                <c:pt idx="3656">
                  <c:v>-48.760854500136439</c:v>
                </c:pt>
                <c:pt idx="3657">
                  <c:v>-45.167050769257486</c:v>
                </c:pt>
                <c:pt idx="3658">
                  <c:v>-40.211470325023292</c:v>
                </c:pt>
                <c:pt idx="3659">
                  <c:v>-39.468310508520162</c:v>
                </c:pt>
                <c:pt idx="3660">
                  <c:v>-43.498182001014399</c:v>
                </c:pt>
                <c:pt idx="3661">
                  <c:v>-42.238285787934849</c:v>
                </c:pt>
                <c:pt idx="3662">
                  <c:v>-44.915003776187049</c:v>
                </c:pt>
                <c:pt idx="3663">
                  <c:v>-45.719193317346651</c:v>
                </c:pt>
                <c:pt idx="3664">
                  <c:v>-45.414629860825777</c:v>
                </c:pt>
                <c:pt idx="3665">
                  <c:v>-45.185121979108288</c:v>
                </c:pt>
                <c:pt idx="3666">
                  <c:v>-42.775435863878208</c:v>
                </c:pt>
                <c:pt idx="3667">
                  <c:v>-43.838876916127674</c:v>
                </c:pt>
                <c:pt idx="3668">
                  <c:v>-41.145917539443623</c:v>
                </c:pt>
                <c:pt idx="3669">
                  <c:v>-43.439002950047737</c:v>
                </c:pt>
                <c:pt idx="3670">
                  <c:v>-40.725787257246061</c:v>
                </c:pt>
                <c:pt idx="3671">
                  <c:v>-48.471576707692861</c:v>
                </c:pt>
                <c:pt idx="3672">
                  <c:v>-44.605356456848646</c:v>
                </c:pt>
                <c:pt idx="3673">
                  <c:v>-47.64648535264061</c:v>
                </c:pt>
                <c:pt idx="3674">
                  <c:v>-50.181453195845549</c:v>
                </c:pt>
                <c:pt idx="3675">
                  <c:v>-45.177921827188825</c:v>
                </c:pt>
                <c:pt idx="3676">
                  <c:v>-41.418755944222035</c:v>
                </c:pt>
                <c:pt idx="3677">
                  <c:v>-40.900074427229534</c:v>
                </c:pt>
                <c:pt idx="3678">
                  <c:v>-43.260301750823444</c:v>
                </c:pt>
                <c:pt idx="3679">
                  <c:v>-47.617506805561732</c:v>
                </c:pt>
                <c:pt idx="3680">
                  <c:v>-46.514877521048625</c:v>
                </c:pt>
                <c:pt idx="3681">
                  <c:v>-44.485784128104655</c:v>
                </c:pt>
                <c:pt idx="3682">
                  <c:v>-44.896445391725031</c:v>
                </c:pt>
                <c:pt idx="3683">
                  <c:v>-47.027181586255928</c:v>
                </c:pt>
                <c:pt idx="3684">
                  <c:v>-45.269049205526244</c:v>
                </c:pt>
                <c:pt idx="3685">
                  <c:v>-43.730341189463878</c:v>
                </c:pt>
                <c:pt idx="3686">
                  <c:v>-43.179408074056802</c:v>
                </c:pt>
                <c:pt idx="3687">
                  <c:v>-42.617286335554418</c:v>
                </c:pt>
                <c:pt idx="3688">
                  <c:v>-44.684176902790917</c:v>
                </c:pt>
                <c:pt idx="3689">
                  <c:v>-45.727771138971676</c:v>
                </c:pt>
                <c:pt idx="3690">
                  <c:v>-39.515462067933576</c:v>
                </c:pt>
                <c:pt idx="3691">
                  <c:v>-38.669092480874205</c:v>
                </c:pt>
                <c:pt idx="3692">
                  <c:v>-40.057603164429295</c:v>
                </c:pt>
                <c:pt idx="3693">
                  <c:v>-37.982970935659722</c:v>
                </c:pt>
                <c:pt idx="3694">
                  <c:v>-34.427599412867444</c:v>
                </c:pt>
                <c:pt idx="3695">
                  <c:v>-33.646557135733971</c:v>
                </c:pt>
                <c:pt idx="3696">
                  <c:v>-33.995847721322427</c:v>
                </c:pt>
                <c:pt idx="3697">
                  <c:v>-35.594784263436225</c:v>
                </c:pt>
                <c:pt idx="3698">
                  <c:v>-35.350305913877101</c:v>
                </c:pt>
                <c:pt idx="3699">
                  <c:v>-42.019601339715393</c:v>
                </c:pt>
                <c:pt idx="3700">
                  <c:v>-35.888371538333345</c:v>
                </c:pt>
                <c:pt idx="3701">
                  <c:v>-33.02903165667712</c:v>
                </c:pt>
                <c:pt idx="3702">
                  <c:v>-28.301793668817837</c:v>
                </c:pt>
                <c:pt idx="3703">
                  <c:v>-29.120169460485744</c:v>
                </c:pt>
                <c:pt idx="3704">
                  <c:v>-28.31697859711792</c:v>
                </c:pt>
                <c:pt idx="3705">
                  <c:v>-29.39572598189293</c:v>
                </c:pt>
                <c:pt idx="3706">
                  <c:v>-29.539718955877657</c:v>
                </c:pt>
                <c:pt idx="3707">
                  <c:v>-29.287160712430278</c:v>
                </c:pt>
                <c:pt idx="3708">
                  <c:v>-28.901030610195701</c:v>
                </c:pt>
                <c:pt idx="3709">
                  <c:v>-34.265098721941143</c:v>
                </c:pt>
                <c:pt idx="3710">
                  <c:v>-32.141380354577592</c:v>
                </c:pt>
                <c:pt idx="3711">
                  <c:v>-38.083704069670183</c:v>
                </c:pt>
                <c:pt idx="3712">
                  <c:v>-41.502277787076018</c:v>
                </c:pt>
                <c:pt idx="3713">
                  <c:v>-38.526623535220288</c:v>
                </c:pt>
                <c:pt idx="3714">
                  <c:v>-34.620811267479525</c:v>
                </c:pt>
                <c:pt idx="3715">
                  <c:v>-32.848463306684593</c:v>
                </c:pt>
                <c:pt idx="3716">
                  <c:v>-30.465183689459796</c:v>
                </c:pt>
                <c:pt idx="3717">
                  <c:v>-28.993959618567807</c:v>
                </c:pt>
                <c:pt idx="3718">
                  <c:v>-27.907145384741838</c:v>
                </c:pt>
                <c:pt idx="3719">
                  <c:v>-29.873343354548684</c:v>
                </c:pt>
                <c:pt idx="3720">
                  <c:v>-34.778192992699637</c:v>
                </c:pt>
                <c:pt idx="3721">
                  <c:v>-36.641358332066964</c:v>
                </c:pt>
                <c:pt idx="3722">
                  <c:v>-34.833046295652082</c:v>
                </c:pt>
                <c:pt idx="3723">
                  <c:v>-32.806294787174068</c:v>
                </c:pt>
                <c:pt idx="3724">
                  <c:v>-32.81889388244322</c:v>
                </c:pt>
                <c:pt idx="3725">
                  <c:v>-31.366525387822421</c:v>
                </c:pt>
                <c:pt idx="3726">
                  <c:v>-26.881177663192812</c:v>
                </c:pt>
                <c:pt idx="3727">
                  <c:v>-24.9953724154573</c:v>
                </c:pt>
                <c:pt idx="3728">
                  <c:v>-26.262702646315851</c:v>
                </c:pt>
                <c:pt idx="3729">
                  <c:v>-23.946767822054809</c:v>
                </c:pt>
                <c:pt idx="3730">
                  <c:v>-23.950186948209261</c:v>
                </c:pt>
                <c:pt idx="3731">
                  <c:v>-16.763737899062175</c:v>
                </c:pt>
                <c:pt idx="3732">
                  <c:v>-26.456749738672457</c:v>
                </c:pt>
                <c:pt idx="3733">
                  <c:v>-19.843955333940464</c:v>
                </c:pt>
                <c:pt idx="3734">
                  <c:v>-18.994978005058329</c:v>
                </c:pt>
                <c:pt idx="3735">
                  <c:v>-15.767544256354459</c:v>
                </c:pt>
                <c:pt idx="3736">
                  <c:v>-18.244717319828631</c:v>
                </c:pt>
                <c:pt idx="3737">
                  <c:v>-17.988756427110619</c:v>
                </c:pt>
                <c:pt idx="3738">
                  <c:v>-12.460938739749828</c:v>
                </c:pt>
                <c:pt idx="3739">
                  <c:v>-13.518970473405995</c:v>
                </c:pt>
                <c:pt idx="3740">
                  <c:v>-17.508058064702684</c:v>
                </c:pt>
                <c:pt idx="3741">
                  <c:v>-12.232714576992915</c:v>
                </c:pt>
                <c:pt idx="3742">
                  <c:v>-18.817075076950196</c:v>
                </c:pt>
                <c:pt idx="3743">
                  <c:v>-18.120267946043107</c:v>
                </c:pt>
                <c:pt idx="3744">
                  <c:v>-22.843565784358827</c:v>
                </c:pt>
                <c:pt idx="3745">
                  <c:v>-19.615660728275326</c:v>
                </c:pt>
                <c:pt idx="3746">
                  <c:v>-18.587413133037067</c:v>
                </c:pt>
                <c:pt idx="3747">
                  <c:v>-18.272308160949091</c:v>
                </c:pt>
                <c:pt idx="3748">
                  <c:v>-18.274598238477704</c:v>
                </c:pt>
                <c:pt idx="3749">
                  <c:v>-18.859687671573312</c:v>
                </c:pt>
                <c:pt idx="3750">
                  <c:v>-18.542229743680743</c:v>
                </c:pt>
                <c:pt idx="3751">
                  <c:v>-17.770949623853877</c:v>
                </c:pt>
                <c:pt idx="3752">
                  <c:v>-16.116888852805626</c:v>
                </c:pt>
                <c:pt idx="3753">
                  <c:v>-13.729253593966101</c:v>
                </c:pt>
                <c:pt idx="3754">
                  <c:v>-16.453281783462941</c:v>
                </c:pt>
                <c:pt idx="3755">
                  <c:v>-19.205849299325649</c:v>
                </c:pt>
                <c:pt idx="3756">
                  <c:v>-21.224413701949548</c:v>
                </c:pt>
                <c:pt idx="3757">
                  <c:v>-17.819440333747671</c:v>
                </c:pt>
                <c:pt idx="3758">
                  <c:v>-19.229095499299163</c:v>
                </c:pt>
                <c:pt idx="3759">
                  <c:v>-15.405349862314527</c:v>
                </c:pt>
                <c:pt idx="3760">
                  <c:v>-13.220827951360297</c:v>
                </c:pt>
                <c:pt idx="3761">
                  <c:v>-12.662511467171715</c:v>
                </c:pt>
                <c:pt idx="3762">
                  <c:v>-13.058025119063414</c:v>
                </c:pt>
                <c:pt idx="3763">
                  <c:v>-14.696808385052982</c:v>
                </c:pt>
                <c:pt idx="3764">
                  <c:v>-12.662696595989123</c:v>
                </c:pt>
                <c:pt idx="3765">
                  <c:v>-12.362484558653753</c:v>
                </c:pt>
                <c:pt idx="3766">
                  <c:v>-12.482265117395897</c:v>
                </c:pt>
                <c:pt idx="3767">
                  <c:v>-10.753319416809511</c:v>
                </c:pt>
                <c:pt idx="3768">
                  <c:v>-8.4112056613092605</c:v>
                </c:pt>
                <c:pt idx="3769">
                  <c:v>-8.5954923152716738</c:v>
                </c:pt>
                <c:pt idx="3770">
                  <c:v>-6.0340385388625863</c:v>
                </c:pt>
                <c:pt idx="3771">
                  <c:v>-7.7564493681072477</c:v>
                </c:pt>
                <c:pt idx="3772">
                  <c:v>-6.9390448772205255</c:v>
                </c:pt>
                <c:pt idx="3773">
                  <c:v>-6.1591561014115621</c:v>
                </c:pt>
                <c:pt idx="3774">
                  <c:v>-3.9636653846877956</c:v>
                </c:pt>
                <c:pt idx="3775">
                  <c:v>-0.68812187274963588</c:v>
                </c:pt>
                <c:pt idx="3776">
                  <c:v>-1.6399215809741623</c:v>
                </c:pt>
                <c:pt idx="3777">
                  <c:v>9.6852822090380553</c:v>
                </c:pt>
                <c:pt idx="3778">
                  <c:v>17.187841277217672</c:v>
                </c:pt>
                <c:pt idx="3779">
                  <c:v>13.825939934017535</c:v>
                </c:pt>
                <c:pt idx="3780">
                  <c:v>18.97013366848126</c:v>
                </c:pt>
                <c:pt idx="3781">
                  <c:v>21.289124104605637</c:v>
                </c:pt>
                <c:pt idx="3782">
                  <c:v>21.849077090918303</c:v>
                </c:pt>
                <c:pt idx="3783">
                  <c:v>27.652450453792511</c:v>
                </c:pt>
                <c:pt idx="3784">
                  <c:v>30.921798305851123</c:v>
                </c:pt>
                <c:pt idx="3785">
                  <c:v>33.304990350645561</c:v>
                </c:pt>
                <c:pt idx="3786">
                  <c:v>36.501279043446573</c:v>
                </c:pt>
                <c:pt idx="3787">
                  <c:v>30.872622663670924</c:v>
                </c:pt>
                <c:pt idx="3788">
                  <c:v>27.551654894508232</c:v>
                </c:pt>
                <c:pt idx="3789">
                  <c:v>19.258177666148292</c:v>
                </c:pt>
                <c:pt idx="3790">
                  <c:v>18.064310912955815</c:v>
                </c:pt>
                <c:pt idx="3791">
                  <c:v>20.883502664121011</c:v>
                </c:pt>
                <c:pt idx="3792">
                  <c:v>18.73442553027909</c:v>
                </c:pt>
                <c:pt idx="3793">
                  <c:v>15.92766449966191</c:v>
                </c:pt>
                <c:pt idx="3794">
                  <c:v>16.651631780759399</c:v>
                </c:pt>
                <c:pt idx="3795">
                  <c:v>19.378137443277229</c:v>
                </c:pt>
                <c:pt idx="3796">
                  <c:v>19.445434334827876</c:v>
                </c:pt>
                <c:pt idx="3797">
                  <c:v>22.676776915728098</c:v>
                </c:pt>
                <c:pt idx="3798">
                  <c:v>22.805500226366597</c:v>
                </c:pt>
                <c:pt idx="3799">
                  <c:v>21.649172980706446</c:v>
                </c:pt>
                <c:pt idx="3800">
                  <c:v>19.601202632140275</c:v>
                </c:pt>
                <c:pt idx="3801">
                  <c:v>21.739235933511999</c:v>
                </c:pt>
                <c:pt idx="3802">
                  <c:v>21.959707583460442</c:v>
                </c:pt>
                <c:pt idx="3803">
                  <c:v>22.040827162668208</c:v>
                </c:pt>
                <c:pt idx="3804">
                  <c:v>22.113834783955198</c:v>
                </c:pt>
                <c:pt idx="3805">
                  <c:v>19.184158545613901</c:v>
                </c:pt>
                <c:pt idx="3806">
                  <c:v>21.657411531646282</c:v>
                </c:pt>
                <c:pt idx="3807">
                  <c:v>26.357479488011545</c:v>
                </c:pt>
                <c:pt idx="3808">
                  <c:v>25.439232014027212</c:v>
                </c:pt>
                <c:pt idx="3809">
                  <c:v>26.021017043037002</c:v>
                </c:pt>
                <c:pt idx="3810">
                  <c:v>26.717360603928572</c:v>
                </c:pt>
                <c:pt idx="3811">
                  <c:v>24.777575556958066</c:v>
                </c:pt>
                <c:pt idx="3812">
                  <c:v>26.937653974600572</c:v>
                </c:pt>
                <c:pt idx="3813">
                  <c:v>27.841018690483306</c:v>
                </c:pt>
                <c:pt idx="3814">
                  <c:v>28.890138327905873</c:v>
                </c:pt>
                <c:pt idx="3815">
                  <c:v>30.952663103184047</c:v>
                </c:pt>
                <c:pt idx="3816">
                  <c:v>32.045232105922352</c:v>
                </c:pt>
                <c:pt idx="3817">
                  <c:v>32.673930401801016</c:v>
                </c:pt>
                <c:pt idx="3818">
                  <c:v>34.967551455230449</c:v>
                </c:pt>
                <c:pt idx="3819">
                  <c:v>36.132342061603978</c:v>
                </c:pt>
                <c:pt idx="3820">
                  <c:v>37.336147702709219</c:v>
                </c:pt>
                <c:pt idx="3821">
                  <c:v>40.081780318040529</c:v>
                </c:pt>
                <c:pt idx="3822">
                  <c:v>40.109390135393831</c:v>
                </c:pt>
                <c:pt idx="3823">
                  <c:v>42.354395894288388</c:v>
                </c:pt>
                <c:pt idx="3824">
                  <c:v>45.460270511474974</c:v>
                </c:pt>
                <c:pt idx="3825">
                  <c:v>46.327923188854875</c:v>
                </c:pt>
                <c:pt idx="3826">
                  <c:v>49.172491614177019</c:v>
                </c:pt>
                <c:pt idx="3827">
                  <c:v>51.094954520867148</c:v>
                </c:pt>
                <c:pt idx="3828">
                  <c:v>48.912239785545985</c:v>
                </c:pt>
                <c:pt idx="3829">
                  <c:v>48.610629519407503</c:v>
                </c:pt>
                <c:pt idx="3830">
                  <c:v>49.859810344074617</c:v>
                </c:pt>
                <c:pt idx="3831">
                  <c:v>48.930259404896155</c:v>
                </c:pt>
                <c:pt idx="3832">
                  <c:v>48.427449952275737</c:v>
                </c:pt>
                <c:pt idx="3833">
                  <c:v>49.209972561834476</c:v>
                </c:pt>
                <c:pt idx="3834">
                  <c:v>49.097866354538219</c:v>
                </c:pt>
                <c:pt idx="3835">
                  <c:v>51.393430980450141</c:v>
                </c:pt>
                <c:pt idx="3836">
                  <c:v>53.233019786635772</c:v>
                </c:pt>
                <c:pt idx="3837">
                  <c:v>55.160380767805982</c:v>
                </c:pt>
                <c:pt idx="3838">
                  <c:v>57.141145483248955</c:v>
                </c:pt>
                <c:pt idx="3839">
                  <c:v>59.208181730395843</c:v>
                </c:pt>
                <c:pt idx="3840">
                  <c:v>63.06418704382029</c:v>
                </c:pt>
                <c:pt idx="3841">
                  <c:v>63.284556067303747</c:v>
                </c:pt>
                <c:pt idx="3842">
                  <c:v>68.117312092488177</c:v>
                </c:pt>
                <c:pt idx="3843">
                  <c:v>67.217296402376391</c:v>
                </c:pt>
                <c:pt idx="3844">
                  <c:v>68.696423122154783</c:v>
                </c:pt>
                <c:pt idx="3845">
                  <c:v>70.167715808066276</c:v>
                </c:pt>
                <c:pt idx="3846">
                  <c:v>72.709611572892427</c:v>
                </c:pt>
                <c:pt idx="3847">
                  <c:v>76.2985059523823</c:v>
                </c:pt>
                <c:pt idx="3848">
                  <c:v>77.687217371961481</c:v>
                </c:pt>
                <c:pt idx="3849">
                  <c:v>79.44663818869374</c:v>
                </c:pt>
                <c:pt idx="3850">
                  <c:v>79.807881411892254</c:v>
                </c:pt>
                <c:pt idx="3851">
                  <c:v>78.692902380232923</c:v>
                </c:pt>
                <c:pt idx="3852">
                  <c:v>86.794263452052633</c:v>
                </c:pt>
                <c:pt idx="3853">
                  <c:v>84.641624834712857</c:v>
                </c:pt>
                <c:pt idx="3854">
                  <c:v>81.521759057248147</c:v>
                </c:pt>
                <c:pt idx="3855">
                  <c:v>79.501502532796806</c:v>
                </c:pt>
                <c:pt idx="3856">
                  <c:v>77.69132314196348</c:v>
                </c:pt>
                <c:pt idx="3857">
                  <c:v>75.098076842150235</c:v>
                </c:pt>
                <c:pt idx="3858">
                  <c:v>65.551820957356512</c:v>
                </c:pt>
                <c:pt idx="3859">
                  <c:v>63.417066262376068</c:v>
                </c:pt>
                <c:pt idx="3860">
                  <c:v>61.189222913482638</c:v>
                </c:pt>
                <c:pt idx="3861">
                  <c:v>59.070907296004158</c:v>
                </c:pt>
                <c:pt idx="3862">
                  <c:v>55.793010439154706</c:v>
                </c:pt>
                <c:pt idx="3863">
                  <c:v>51.386013967847624</c:v>
                </c:pt>
                <c:pt idx="3864">
                  <c:v>47.230885305872263</c:v>
                </c:pt>
                <c:pt idx="3865">
                  <c:v>44.90419777749635</c:v>
                </c:pt>
                <c:pt idx="3866">
                  <c:v>40.706263263577789</c:v>
                </c:pt>
                <c:pt idx="3867">
                  <c:v>34.871887272606124</c:v>
                </c:pt>
                <c:pt idx="3868">
                  <c:v>26.75779544814068</c:v>
                </c:pt>
                <c:pt idx="3869">
                  <c:v>31.151487734765546</c:v>
                </c:pt>
                <c:pt idx="3870">
                  <c:v>26.74316117709818</c:v>
                </c:pt>
                <c:pt idx="3871">
                  <c:v>30.226383809564801</c:v>
                </c:pt>
                <c:pt idx="3872">
                  <c:v>30.525756292612872</c:v>
                </c:pt>
                <c:pt idx="3873">
                  <c:v>29.528866566230153</c:v>
                </c:pt>
                <c:pt idx="3874">
                  <c:v>28.821427316239639</c:v>
                </c:pt>
                <c:pt idx="3875">
                  <c:v>26.143982999455861</c:v>
                </c:pt>
                <c:pt idx="3876">
                  <c:v>23.582734613728924</c:v>
                </c:pt>
                <c:pt idx="3877">
                  <c:v>19.855026231602423</c:v>
                </c:pt>
                <c:pt idx="3878">
                  <c:v>19.041828181050573</c:v>
                </c:pt>
                <c:pt idx="3879">
                  <c:v>19.414735700499236</c:v>
                </c:pt>
                <c:pt idx="3880">
                  <c:v>13.333291108094514</c:v>
                </c:pt>
                <c:pt idx="3881">
                  <c:v>11.85386663891617</c:v>
                </c:pt>
                <c:pt idx="3882">
                  <c:v>10.569333141229077</c:v>
                </c:pt>
                <c:pt idx="3883">
                  <c:v>8.4688218118200496</c:v>
                </c:pt>
                <c:pt idx="3884">
                  <c:v>7.7388865801425171</c:v>
                </c:pt>
                <c:pt idx="3885">
                  <c:v>7.464180175918961</c:v>
                </c:pt>
                <c:pt idx="3886">
                  <c:v>9.5796312442506846</c:v>
                </c:pt>
                <c:pt idx="3887">
                  <c:v>10.637122744897265</c:v>
                </c:pt>
                <c:pt idx="3888">
                  <c:v>6.7378910211192293</c:v>
                </c:pt>
                <c:pt idx="3889">
                  <c:v>6.2016930899477201</c:v>
                </c:pt>
                <c:pt idx="3890">
                  <c:v>6.2401689219025958</c:v>
                </c:pt>
                <c:pt idx="3891">
                  <c:v>-1.2167213623189141</c:v>
                </c:pt>
                <c:pt idx="3892">
                  <c:v>-5.5788512367238425</c:v>
                </c:pt>
                <c:pt idx="3893">
                  <c:v>-8.6441601904811591</c:v>
                </c:pt>
                <c:pt idx="3894">
                  <c:v>-7.7711472712340717</c:v>
                </c:pt>
                <c:pt idx="3895">
                  <c:v>-9.6913222769249252</c:v>
                </c:pt>
                <c:pt idx="3896">
                  <c:v>-10.680665780201412</c:v>
                </c:pt>
                <c:pt idx="3897">
                  <c:v>-9.5614426440217439</c:v>
                </c:pt>
                <c:pt idx="3898">
                  <c:v>-8.7771650907442442</c:v>
                </c:pt>
                <c:pt idx="3899">
                  <c:v>-7.4472601429780294</c:v>
                </c:pt>
                <c:pt idx="3900">
                  <c:v>-8.7085001939849356</c:v>
                </c:pt>
                <c:pt idx="3901">
                  <c:v>-9.2942032956736327</c:v>
                </c:pt>
                <c:pt idx="3902">
                  <c:v>-14.98516369980967</c:v>
                </c:pt>
                <c:pt idx="3903">
                  <c:v>-18.601062877842743</c:v>
                </c:pt>
                <c:pt idx="3904">
                  <c:v>-14.094360202742561</c:v>
                </c:pt>
                <c:pt idx="3905">
                  <c:v>-15.999924259252714</c:v>
                </c:pt>
                <c:pt idx="3906">
                  <c:v>-18.045817544747834</c:v>
                </c:pt>
                <c:pt idx="3907">
                  <c:v>-22.946638879034303</c:v>
                </c:pt>
                <c:pt idx="3908">
                  <c:v>-19.832024376660183</c:v>
                </c:pt>
                <c:pt idx="3909">
                  <c:v>-20.707837247711133</c:v>
                </c:pt>
                <c:pt idx="3910">
                  <c:v>-18.551069234853021</c:v>
                </c:pt>
                <c:pt idx="3911">
                  <c:v>-19.10851156831092</c:v>
                </c:pt>
                <c:pt idx="3912">
                  <c:v>-14.698941318648266</c:v>
                </c:pt>
                <c:pt idx="3913">
                  <c:v>-10.85124433474555</c:v>
                </c:pt>
                <c:pt idx="3914">
                  <c:v>-14.311262594131087</c:v>
                </c:pt>
                <c:pt idx="3915">
                  <c:v>-8.1182516915173188</c:v>
                </c:pt>
                <c:pt idx="3916">
                  <c:v>-2.4846688117741271</c:v>
                </c:pt>
                <c:pt idx="3917">
                  <c:v>-3.6927550516839047</c:v>
                </c:pt>
                <c:pt idx="3918">
                  <c:v>-9.8588041794353636</c:v>
                </c:pt>
                <c:pt idx="3919">
                  <c:v>-12.002796074665389</c:v>
                </c:pt>
                <c:pt idx="3920">
                  <c:v>-11.540581505886758</c:v>
                </c:pt>
                <c:pt idx="3921">
                  <c:v>-11.843076476385272</c:v>
                </c:pt>
                <c:pt idx="3922">
                  <c:v>-12.736578780913366</c:v>
                </c:pt>
                <c:pt idx="3923">
                  <c:v>-10.981235992437437</c:v>
                </c:pt>
                <c:pt idx="3924">
                  <c:v>-12.704085506862294</c:v>
                </c:pt>
                <c:pt idx="3925">
                  <c:v>-9.3779910532974942</c:v>
                </c:pt>
                <c:pt idx="3926">
                  <c:v>-10.101591123108935</c:v>
                </c:pt>
                <c:pt idx="3927">
                  <c:v>-8.7111244929145766</c:v>
                </c:pt>
                <c:pt idx="3928">
                  <c:v>-7.3786063865543845</c:v>
                </c:pt>
                <c:pt idx="3929">
                  <c:v>-11.124547758535765</c:v>
                </c:pt>
                <c:pt idx="3930">
                  <c:v>-16.206855353081622</c:v>
                </c:pt>
                <c:pt idx="3931">
                  <c:v>-19.284587807767689</c:v>
                </c:pt>
                <c:pt idx="3932">
                  <c:v>-21.237866362309852</c:v>
                </c:pt>
                <c:pt idx="3933">
                  <c:v>-18.558021399198712</c:v>
                </c:pt>
                <c:pt idx="3934">
                  <c:v>-17.952383076895902</c:v>
                </c:pt>
                <c:pt idx="3935">
                  <c:v>-17.831340398802983</c:v>
                </c:pt>
                <c:pt idx="3936">
                  <c:v>-15.333174273726248</c:v>
                </c:pt>
                <c:pt idx="3937">
                  <c:v>-13.439819146064339</c:v>
                </c:pt>
                <c:pt idx="3938">
                  <c:v>-12.417117601794622</c:v>
                </c:pt>
                <c:pt idx="3939">
                  <c:v>-12.880675430282462</c:v>
                </c:pt>
                <c:pt idx="3940">
                  <c:v>-11.738703245623109</c:v>
                </c:pt>
                <c:pt idx="3941">
                  <c:v>-11.932033581655858</c:v>
                </c:pt>
                <c:pt idx="3942">
                  <c:v>-11.984127277630064</c:v>
                </c:pt>
                <c:pt idx="3943">
                  <c:v>-15.644954226297898</c:v>
                </c:pt>
                <c:pt idx="3944">
                  <c:v>-16.426927728790389</c:v>
                </c:pt>
                <c:pt idx="3945">
                  <c:v>-15.586547474495116</c:v>
                </c:pt>
                <c:pt idx="3946">
                  <c:v>-10.194671220574705</c:v>
                </c:pt>
                <c:pt idx="3947">
                  <c:v>-10.631757219604424</c:v>
                </c:pt>
                <c:pt idx="3948">
                  <c:v>-3.0417937697785016</c:v>
                </c:pt>
                <c:pt idx="3949">
                  <c:v>1.4669821927278726E-2</c:v>
                </c:pt>
                <c:pt idx="3950">
                  <c:v>3.1463860457326511</c:v>
                </c:pt>
                <c:pt idx="3951">
                  <c:v>3.2706228084676501</c:v>
                </c:pt>
                <c:pt idx="3952">
                  <c:v>3.8826259889766521</c:v>
                </c:pt>
                <c:pt idx="3953">
                  <c:v>1.8003929074921066</c:v>
                </c:pt>
                <c:pt idx="3954">
                  <c:v>3.8122618742891161</c:v>
                </c:pt>
                <c:pt idx="3955">
                  <c:v>6.949525082874155</c:v>
                </c:pt>
                <c:pt idx="3956">
                  <c:v>6.1084772162178469</c:v>
                </c:pt>
                <c:pt idx="3957">
                  <c:v>6.8734743550558628</c:v>
                </c:pt>
                <c:pt idx="3958">
                  <c:v>6.2721112076372787</c:v>
                </c:pt>
                <c:pt idx="3959">
                  <c:v>0.14357337888080046</c:v>
                </c:pt>
                <c:pt idx="3960">
                  <c:v>-6.6733141580089201</c:v>
                </c:pt>
                <c:pt idx="3961">
                  <c:v>-4.3924341077661877</c:v>
                </c:pt>
                <c:pt idx="3962">
                  <c:v>-4.011640612727061</c:v>
                </c:pt>
                <c:pt idx="3963">
                  <c:v>-1.8496482065555546</c:v>
                </c:pt>
                <c:pt idx="3964">
                  <c:v>-1.8107787442688923</c:v>
                </c:pt>
                <c:pt idx="3965">
                  <c:v>-2.3383893022053082</c:v>
                </c:pt>
                <c:pt idx="3966">
                  <c:v>0.69675187560535257</c:v>
                </c:pt>
                <c:pt idx="3967">
                  <c:v>-0.17523583053894987</c:v>
                </c:pt>
                <c:pt idx="3968">
                  <c:v>4.1221535052597451</c:v>
                </c:pt>
                <c:pt idx="3969">
                  <c:v>5.2351666069647909</c:v>
                </c:pt>
                <c:pt idx="3970">
                  <c:v>7.8321258454546019</c:v>
                </c:pt>
                <c:pt idx="3971">
                  <c:v>7.7032470594482607</c:v>
                </c:pt>
                <c:pt idx="3972">
                  <c:v>10.336310111819486</c:v>
                </c:pt>
                <c:pt idx="3973">
                  <c:v>8.937624518704121</c:v>
                </c:pt>
                <c:pt idx="3974">
                  <c:v>6.750684282642899</c:v>
                </c:pt>
                <c:pt idx="3975">
                  <c:v>1.4487127571737792</c:v>
                </c:pt>
                <c:pt idx="3976">
                  <c:v>4.9962059798786811</c:v>
                </c:pt>
                <c:pt idx="3977">
                  <c:v>6.2392816340948531</c:v>
                </c:pt>
                <c:pt idx="3978">
                  <c:v>12.424622884385617</c:v>
                </c:pt>
                <c:pt idx="3979">
                  <c:v>16.358046610330156</c:v>
                </c:pt>
                <c:pt idx="3980">
                  <c:v>16.727352585175332</c:v>
                </c:pt>
                <c:pt idx="3981">
                  <c:v>16.226921899266191</c:v>
                </c:pt>
                <c:pt idx="3982">
                  <c:v>23.309783702599333</c:v>
                </c:pt>
                <c:pt idx="3983">
                  <c:v>23.61060949408958</c:v>
                </c:pt>
                <c:pt idx="3984">
                  <c:v>23.39376932475772</c:v>
                </c:pt>
                <c:pt idx="3985">
                  <c:v>22.226696964890337</c:v>
                </c:pt>
                <c:pt idx="3986">
                  <c:v>22.376073870515576</c:v>
                </c:pt>
                <c:pt idx="3987">
                  <c:v>25.381701321611519</c:v>
                </c:pt>
                <c:pt idx="3988">
                  <c:v>26.676752695921266</c:v>
                </c:pt>
                <c:pt idx="3989">
                  <c:v>28.0858104658491</c:v>
                </c:pt>
                <c:pt idx="3990">
                  <c:v>31.179495666956942</c:v>
                </c:pt>
                <c:pt idx="3991">
                  <c:v>32.891391811924052</c:v>
                </c:pt>
                <c:pt idx="3992">
                  <c:v>31.657938533609947</c:v>
                </c:pt>
                <c:pt idx="3993">
                  <c:v>34.649683430425391</c:v>
                </c:pt>
                <c:pt idx="3994">
                  <c:v>37.350452663790378</c:v>
                </c:pt>
                <c:pt idx="3995">
                  <c:v>33.294127027074346</c:v>
                </c:pt>
                <c:pt idx="3996">
                  <c:v>36.190585934855953</c:v>
                </c:pt>
                <c:pt idx="3997">
                  <c:v>36.404748847841255</c:v>
                </c:pt>
                <c:pt idx="3998">
                  <c:v>32.04934266946826</c:v>
                </c:pt>
                <c:pt idx="3999">
                  <c:v>36.095071362355228</c:v>
                </c:pt>
                <c:pt idx="4000">
                  <c:v>38.448470335005339</c:v>
                </c:pt>
                <c:pt idx="4001">
                  <c:v>40.786540358700918</c:v>
                </c:pt>
                <c:pt idx="4002">
                  <c:v>41.174800160059469</c:v>
                </c:pt>
                <c:pt idx="4003">
                  <c:v>42.233206158436623</c:v>
                </c:pt>
                <c:pt idx="4004">
                  <c:v>40.166757088994039</c:v>
                </c:pt>
                <c:pt idx="4005">
                  <c:v>43.129013284325097</c:v>
                </c:pt>
                <c:pt idx="4006">
                  <c:v>47.580321350153199</c:v>
                </c:pt>
                <c:pt idx="4007">
                  <c:v>46.432528855642786</c:v>
                </c:pt>
                <c:pt idx="4008">
                  <c:v>51.042883823306418</c:v>
                </c:pt>
                <c:pt idx="4009">
                  <c:v>48.476448802173316</c:v>
                </c:pt>
                <c:pt idx="4010">
                  <c:v>50.394846854899384</c:v>
                </c:pt>
                <c:pt idx="4011">
                  <c:v>50.354112813108429</c:v>
                </c:pt>
                <c:pt idx="4012">
                  <c:v>53.887453174803674</c:v>
                </c:pt>
                <c:pt idx="4013">
                  <c:v>52.5551379525524</c:v>
                </c:pt>
                <c:pt idx="4014">
                  <c:v>53.375191394550988</c:v>
                </c:pt>
                <c:pt idx="4015">
                  <c:v>52.20579177383776</c:v>
                </c:pt>
                <c:pt idx="4016">
                  <c:v>51.652905745230541</c:v>
                </c:pt>
                <c:pt idx="4017">
                  <c:v>55.042959356788337</c:v>
                </c:pt>
                <c:pt idx="4018">
                  <c:v>56.549926757999671</c:v>
                </c:pt>
                <c:pt idx="4019">
                  <c:v>54.015409981385901</c:v>
                </c:pt>
                <c:pt idx="4020">
                  <c:v>55.819220244613057</c:v>
                </c:pt>
                <c:pt idx="4021">
                  <c:v>56.394836970328193</c:v>
                </c:pt>
                <c:pt idx="4022">
                  <c:v>57.490707979588045</c:v>
                </c:pt>
                <c:pt idx="4023">
                  <c:v>62.272744890183844</c:v>
                </c:pt>
                <c:pt idx="4024">
                  <c:v>63.772172265844489</c:v>
                </c:pt>
                <c:pt idx="4025">
                  <c:v>63.363224659362849</c:v>
                </c:pt>
                <c:pt idx="4026">
                  <c:v>67.33827225615957</c:v>
                </c:pt>
                <c:pt idx="4027">
                  <c:v>70.054114498431332</c:v>
                </c:pt>
                <c:pt idx="4028">
                  <c:v>75.8746785692923</c:v>
                </c:pt>
                <c:pt idx="4029">
                  <c:v>77.540818565590982</c:v>
                </c:pt>
                <c:pt idx="4030">
                  <c:v>79.956781016762989</c:v>
                </c:pt>
                <c:pt idx="4031">
                  <c:v>87.396514390485294</c:v>
                </c:pt>
                <c:pt idx="4032">
                  <c:v>89.823083243262062</c:v>
                </c:pt>
                <c:pt idx="4033">
                  <c:v>82.807961781441193</c:v>
                </c:pt>
                <c:pt idx="4034">
                  <c:v>85.551576964230378</c:v>
                </c:pt>
                <c:pt idx="4035">
                  <c:v>88.663760063656241</c:v>
                </c:pt>
                <c:pt idx="4036">
                  <c:v>93.635372399524215</c:v>
                </c:pt>
                <c:pt idx="4037">
                  <c:v>93.434006748567327</c:v>
                </c:pt>
                <c:pt idx="4038">
                  <c:v>89.71587367849709</c:v>
                </c:pt>
                <c:pt idx="4039">
                  <c:v>91.052122136442378</c:v>
                </c:pt>
                <c:pt idx="4040">
                  <c:v>93.771893378932347</c:v>
                </c:pt>
                <c:pt idx="4041">
                  <c:v>92.93089612247303</c:v>
                </c:pt>
                <c:pt idx="4042">
                  <c:v>92.795166706365407</c:v>
                </c:pt>
                <c:pt idx="4043">
                  <c:v>93.658686392645066</c:v>
                </c:pt>
                <c:pt idx="4044">
                  <c:v>88.813560860364007</c:v>
                </c:pt>
                <c:pt idx="4045">
                  <c:v>87.694296921400834</c:v>
                </c:pt>
                <c:pt idx="4046">
                  <c:v>85.994339060699502</c:v>
                </c:pt>
                <c:pt idx="4047">
                  <c:v>90.244114654181459</c:v>
                </c:pt>
                <c:pt idx="4048">
                  <c:v>91.48643437739932</c:v>
                </c:pt>
                <c:pt idx="4049">
                  <c:v>90.739454169930355</c:v>
                </c:pt>
                <c:pt idx="4050">
                  <c:v>88.850266855494723</c:v>
                </c:pt>
                <c:pt idx="4051">
                  <c:v>90.200888854887651</c:v>
                </c:pt>
                <c:pt idx="4052">
                  <c:v>92.501717964180386</c:v>
                </c:pt>
                <c:pt idx="4053">
                  <c:v>93.329776804726961</c:v>
                </c:pt>
                <c:pt idx="4054">
                  <c:v>87.607038764758997</c:v>
                </c:pt>
                <c:pt idx="4055">
                  <c:v>88.256778196851215</c:v>
                </c:pt>
                <c:pt idx="4056">
                  <c:v>89.809952990986588</c:v>
                </c:pt>
                <c:pt idx="4057">
                  <c:v>86.58278853382393</c:v>
                </c:pt>
                <c:pt idx="4058">
                  <c:v>90.601181423268144</c:v>
                </c:pt>
                <c:pt idx="4059">
                  <c:v>95.648496037505225</c:v>
                </c:pt>
                <c:pt idx="4060">
                  <c:v>93.982634231738658</c:v>
                </c:pt>
                <c:pt idx="4061">
                  <c:v>96.334272462634402</c:v>
                </c:pt>
                <c:pt idx="4062">
                  <c:v>94.814197347602899</c:v>
                </c:pt>
                <c:pt idx="4063">
                  <c:v>91.859565340708087</c:v>
                </c:pt>
                <c:pt idx="4064">
                  <c:v>85.414360960941664</c:v>
                </c:pt>
                <c:pt idx="4065">
                  <c:v>85.16832459887658</c:v>
                </c:pt>
                <c:pt idx="4066">
                  <c:v>84.454880097074494</c:v>
                </c:pt>
                <c:pt idx="4067">
                  <c:v>85.855557022739546</c:v>
                </c:pt>
                <c:pt idx="4068">
                  <c:v>83.165338359713303</c:v>
                </c:pt>
                <c:pt idx="4069">
                  <c:v>89.658308382395774</c:v>
                </c:pt>
                <c:pt idx="4070">
                  <c:v>93.402319304336402</c:v>
                </c:pt>
                <c:pt idx="4071">
                  <c:v>93.225263552576479</c:v>
                </c:pt>
                <c:pt idx="4072">
                  <c:v>88.574162778030455</c:v>
                </c:pt>
                <c:pt idx="4073">
                  <c:v>92.526127796927824</c:v>
                </c:pt>
                <c:pt idx="4074">
                  <c:v>93.903196184500345</c:v>
                </c:pt>
                <c:pt idx="4075">
                  <c:v>94.612291613253603</c:v>
                </c:pt>
                <c:pt idx="4076">
                  <c:v>98.824976463547443</c:v>
                </c:pt>
                <c:pt idx="4077">
                  <c:v>103.96844615657741</c:v>
                </c:pt>
                <c:pt idx="4078">
                  <c:v>102.64237447829642</c:v>
                </c:pt>
                <c:pt idx="4079">
                  <c:v>106.97138544633357</c:v>
                </c:pt>
                <c:pt idx="4080">
                  <c:v>103.524909861534</c:v>
                </c:pt>
                <c:pt idx="4081">
                  <c:v>97.005640381851507</c:v>
                </c:pt>
                <c:pt idx="4082">
                  <c:v>94.26245658572293</c:v>
                </c:pt>
                <c:pt idx="4083">
                  <c:v>93.243395730375212</c:v>
                </c:pt>
                <c:pt idx="4084">
                  <c:v>90.039703958471378</c:v>
                </c:pt>
                <c:pt idx="4085">
                  <c:v>84.67781388751601</c:v>
                </c:pt>
                <c:pt idx="4086">
                  <c:v>81.284933886090599</c:v>
                </c:pt>
                <c:pt idx="4087">
                  <c:v>79.886578629049211</c:v>
                </c:pt>
                <c:pt idx="4088">
                  <c:v>73.640617018348337</c:v>
                </c:pt>
                <c:pt idx="4089">
                  <c:v>70.467019535830033</c:v>
                </c:pt>
                <c:pt idx="4090">
                  <c:v>70.489789413685955</c:v>
                </c:pt>
                <c:pt idx="4091">
                  <c:v>70.549096480536591</c:v>
                </c:pt>
                <c:pt idx="4092">
                  <c:v>67.391159071360704</c:v>
                </c:pt>
                <c:pt idx="4093">
                  <c:v>65.507502840863751</c:v>
                </c:pt>
                <c:pt idx="4094">
                  <c:v>62.927306341661406</c:v>
                </c:pt>
                <c:pt idx="4095">
                  <c:v>63.355026241282779</c:v>
                </c:pt>
                <c:pt idx="4096">
                  <c:v>64.988171842157328</c:v>
                </c:pt>
                <c:pt idx="4097">
                  <c:v>64.646893408118032</c:v>
                </c:pt>
                <c:pt idx="4098">
                  <c:v>65.325781602919207</c:v>
                </c:pt>
                <c:pt idx="4099">
                  <c:v>64.16156933401885</c:v>
                </c:pt>
                <c:pt idx="4100">
                  <c:v>66.10911853728183</c:v>
                </c:pt>
                <c:pt idx="4101">
                  <c:v>65.059220777163176</c:v>
                </c:pt>
                <c:pt idx="4102">
                  <c:v>65.183352130148677</c:v>
                </c:pt>
                <c:pt idx="4103">
                  <c:v>65.191804644999294</c:v>
                </c:pt>
                <c:pt idx="4104">
                  <c:v>67.926232033727274</c:v>
                </c:pt>
                <c:pt idx="4105">
                  <c:v>65.749054581826911</c:v>
                </c:pt>
                <c:pt idx="4106">
                  <c:v>68.610742436087463</c:v>
                </c:pt>
                <c:pt idx="4107">
                  <c:v>69.511760339551941</c:v>
                </c:pt>
                <c:pt idx="4108">
                  <c:v>71.814192158824653</c:v>
                </c:pt>
                <c:pt idx="4109">
                  <c:v>74.944143005675201</c:v>
                </c:pt>
                <c:pt idx="4110">
                  <c:v>80.508152499794491</c:v>
                </c:pt>
                <c:pt idx="4111">
                  <c:v>77.046950962231165</c:v>
                </c:pt>
                <c:pt idx="4112">
                  <c:v>78.139058292273774</c:v>
                </c:pt>
                <c:pt idx="4113">
                  <c:v>80.862830379435096</c:v>
                </c:pt>
                <c:pt idx="4114">
                  <c:v>80.867154029969825</c:v>
                </c:pt>
                <c:pt idx="4115">
                  <c:v>81.823096465756379</c:v>
                </c:pt>
                <c:pt idx="4116">
                  <c:v>78.763864636598299</c:v>
                </c:pt>
                <c:pt idx="4117">
                  <c:v>76.28794040282142</c:v>
                </c:pt>
                <c:pt idx="4118">
                  <c:v>74.773353519221359</c:v>
                </c:pt>
                <c:pt idx="4119">
                  <c:v>75.182020849960679</c:v>
                </c:pt>
                <c:pt idx="4120">
                  <c:v>72.705068900841241</c:v>
                </c:pt>
                <c:pt idx="4121">
                  <c:v>71.48008065480532</c:v>
                </c:pt>
                <c:pt idx="4122">
                  <c:v>72.412931945365102</c:v>
                </c:pt>
                <c:pt idx="4123">
                  <c:v>72.603641356375817</c:v>
                </c:pt>
                <c:pt idx="4124">
                  <c:v>71.956116348293676</c:v>
                </c:pt>
                <c:pt idx="4125">
                  <c:v>67.034187130823341</c:v>
                </c:pt>
                <c:pt idx="4126">
                  <c:v>67.051218951528881</c:v>
                </c:pt>
                <c:pt idx="4127">
                  <c:v>68.018336692417009</c:v>
                </c:pt>
                <c:pt idx="4128">
                  <c:v>67.719094833841424</c:v>
                </c:pt>
                <c:pt idx="4129">
                  <c:v>67.812994459987166</c:v>
                </c:pt>
                <c:pt idx="4130">
                  <c:v>67.945978233352633</c:v>
                </c:pt>
                <c:pt idx="4131">
                  <c:v>74.009039226598873</c:v>
                </c:pt>
                <c:pt idx="4132">
                  <c:v>74.613766516639416</c:v>
                </c:pt>
                <c:pt idx="4133">
                  <c:v>72.552852094858423</c:v>
                </c:pt>
                <c:pt idx="4134">
                  <c:v>66.848026030904236</c:v>
                </c:pt>
                <c:pt idx="4135">
                  <c:v>74.900619038359906</c:v>
                </c:pt>
                <c:pt idx="4136">
                  <c:v>65.301731051843163</c:v>
                </c:pt>
                <c:pt idx="4137">
                  <c:v>65.90141033023589</c:v>
                </c:pt>
                <c:pt idx="4138">
                  <c:v>69.711013510507399</c:v>
                </c:pt>
                <c:pt idx="4139">
                  <c:v>72.51673564592069</c:v>
                </c:pt>
                <c:pt idx="4140">
                  <c:v>71.115364571355371</c:v>
                </c:pt>
                <c:pt idx="4141">
                  <c:v>74.288692766598643</c:v>
                </c:pt>
                <c:pt idx="4142">
                  <c:v>70.358657110585341</c:v>
                </c:pt>
                <c:pt idx="4143">
                  <c:v>72.91962062760723</c:v>
                </c:pt>
                <c:pt idx="4144">
                  <c:v>70.51513989121699</c:v>
                </c:pt>
                <c:pt idx="4145">
                  <c:v>69.194763665427686</c:v>
                </c:pt>
                <c:pt idx="4146">
                  <c:v>68.598911669257461</c:v>
                </c:pt>
                <c:pt idx="4147">
                  <c:v>73.290827323677917</c:v>
                </c:pt>
                <c:pt idx="4148">
                  <c:v>72.639144272911878</c:v>
                </c:pt>
                <c:pt idx="4149">
                  <c:v>72.371570395356727</c:v>
                </c:pt>
                <c:pt idx="4150">
                  <c:v>67.367204871694085</c:v>
                </c:pt>
                <c:pt idx="4151">
                  <c:v>76.307093400094686</c:v>
                </c:pt>
                <c:pt idx="4152">
                  <c:v>82.737089954613324</c:v>
                </c:pt>
                <c:pt idx="4153">
                  <c:v>82.390702559686005</c:v>
                </c:pt>
                <c:pt idx="4154">
                  <c:v>78.594139536093593</c:v>
                </c:pt>
                <c:pt idx="4155">
                  <c:v>86.860649430722731</c:v>
                </c:pt>
                <c:pt idx="4156">
                  <c:v>85.890228048718924</c:v>
                </c:pt>
                <c:pt idx="4157">
                  <c:v>84.189634281829981</c:v>
                </c:pt>
                <c:pt idx="4158">
                  <c:v>84.567473279912903</c:v>
                </c:pt>
                <c:pt idx="4159">
                  <c:v>87.860627605991013</c:v>
                </c:pt>
                <c:pt idx="4160">
                  <c:v>86.127572114257262</c:v>
                </c:pt>
                <c:pt idx="4161">
                  <c:v>84.424125929397945</c:v>
                </c:pt>
                <c:pt idx="4162">
                  <c:v>83.34775705731046</c:v>
                </c:pt>
                <c:pt idx="4163">
                  <c:v>81.3140435504165</c:v>
                </c:pt>
                <c:pt idx="4164">
                  <c:v>83.536424475419651</c:v>
                </c:pt>
                <c:pt idx="4165">
                  <c:v>81.980745237823427</c:v>
                </c:pt>
                <c:pt idx="4166">
                  <c:v>83.952715021772192</c:v>
                </c:pt>
                <c:pt idx="4167">
                  <c:v>86.647711209327269</c:v>
                </c:pt>
                <c:pt idx="4168">
                  <c:v>86.910162510256455</c:v>
                </c:pt>
                <c:pt idx="4169">
                  <c:v>87.609979083262701</c:v>
                </c:pt>
                <c:pt idx="4170">
                  <c:v>86.929840530976733</c:v>
                </c:pt>
                <c:pt idx="4171">
                  <c:v>88.230369625527501</c:v>
                </c:pt>
                <c:pt idx="4172">
                  <c:v>91.165365035886452</c:v>
                </c:pt>
                <c:pt idx="4173">
                  <c:v>86.613395892328811</c:v>
                </c:pt>
                <c:pt idx="4174">
                  <c:v>87.800918286914396</c:v>
                </c:pt>
                <c:pt idx="4175">
                  <c:v>91.161429129294362</c:v>
                </c:pt>
                <c:pt idx="4176">
                  <c:v>80.262351214570685</c:v>
                </c:pt>
                <c:pt idx="4177">
                  <c:v>83.410229046845828</c:v>
                </c:pt>
                <c:pt idx="4178">
                  <c:v>86.453070146327647</c:v>
                </c:pt>
                <c:pt idx="4179">
                  <c:v>96.058773422859488</c:v>
                </c:pt>
                <c:pt idx="4180">
                  <c:v>94.076862054031224</c:v>
                </c:pt>
                <c:pt idx="4181">
                  <c:v>94.172346689185503</c:v>
                </c:pt>
                <c:pt idx="4182">
                  <c:v>94.401016149253195</c:v>
                </c:pt>
                <c:pt idx="4183">
                  <c:v>95.017962776505186</c:v>
                </c:pt>
                <c:pt idx="4184">
                  <c:v>96.461575915211071</c:v>
                </c:pt>
                <c:pt idx="4185">
                  <c:v>94.292779067897598</c:v>
                </c:pt>
                <c:pt idx="4186">
                  <c:v>93.204436159234803</c:v>
                </c:pt>
                <c:pt idx="4187">
                  <c:v>91.964851899351629</c:v>
                </c:pt>
                <c:pt idx="4188">
                  <c:v>92.571383314725864</c:v>
                </c:pt>
                <c:pt idx="4189">
                  <c:v>90.616704107622297</c:v>
                </c:pt>
                <c:pt idx="4190">
                  <c:v>93.569335217380271</c:v>
                </c:pt>
                <c:pt idx="4191">
                  <c:v>97.309590320524137</c:v>
                </c:pt>
                <c:pt idx="4192">
                  <c:v>84.078662015754048</c:v>
                </c:pt>
                <c:pt idx="4193">
                  <c:v>84.239547457184543</c:v>
                </c:pt>
                <c:pt idx="4194">
                  <c:v>90.625096570119695</c:v>
                </c:pt>
                <c:pt idx="4195">
                  <c:v>93.841601291930118</c:v>
                </c:pt>
                <c:pt idx="4196">
                  <c:v>94.87250712740061</c:v>
                </c:pt>
                <c:pt idx="4197">
                  <c:v>97.445860075578452</c:v>
                </c:pt>
                <c:pt idx="4198">
                  <c:v>101.44182881399151</c:v>
                </c:pt>
                <c:pt idx="4199">
                  <c:v>101.62079719009596</c:v>
                </c:pt>
                <c:pt idx="4200">
                  <c:v>98.523877036699503</c:v>
                </c:pt>
                <c:pt idx="4201">
                  <c:v>97.240240976035452</c:v>
                </c:pt>
                <c:pt idx="4202">
                  <c:v>96.42713261104754</c:v>
                </c:pt>
                <c:pt idx="4203">
                  <c:v>98.567353889551896</c:v>
                </c:pt>
                <c:pt idx="4204">
                  <c:v>104.45963713261071</c:v>
                </c:pt>
                <c:pt idx="4205">
                  <c:v>105.68101421519854</c:v>
                </c:pt>
                <c:pt idx="4206">
                  <c:v>101.63970052154417</c:v>
                </c:pt>
                <c:pt idx="4207">
                  <c:v>96.203150130824525</c:v>
                </c:pt>
                <c:pt idx="4208">
                  <c:v>95.653608055118639</c:v>
                </c:pt>
                <c:pt idx="4209">
                  <c:v>93.974249932268236</c:v>
                </c:pt>
                <c:pt idx="4210">
                  <c:v>90.794104970071402</c:v>
                </c:pt>
                <c:pt idx="4211">
                  <c:v>85.574959483944625</c:v>
                </c:pt>
                <c:pt idx="4212">
                  <c:v>83.996395439780628</c:v>
                </c:pt>
                <c:pt idx="4213">
                  <c:v>82.123543623668141</c:v>
                </c:pt>
                <c:pt idx="4214">
                  <c:v>74.863205910056365</c:v>
                </c:pt>
                <c:pt idx="4215">
                  <c:v>79.192857627109234</c:v>
                </c:pt>
                <c:pt idx="4216">
                  <c:v>82.594489859180015</c:v>
                </c:pt>
                <c:pt idx="4217">
                  <c:v>75.331097312932812</c:v>
                </c:pt>
                <c:pt idx="4218">
                  <c:v>77.051595434867437</c:v>
                </c:pt>
                <c:pt idx="4219">
                  <c:v>73.179657397851699</c:v>
                </c:pt>
                <c:pt idx="4220">
                  <c:v>74.4229291320203</c:v>
                </c:pt>
                <c:pt idx="4221">
                  <c:v>71.618472192156403</c:v>
                </c:pt>
                <c:pt idx="4222">
                  <c:v>70.514855983920143</c:v>
                </c:pt>
                <c:pt idx="4223">
                  <c:v>67.871015739474956</c:v>
                </c:pt>
                <c:pt idx="4224">
                  <c:v>66.035452773596219</c:v>
                </c:pt>
                <c:pt idx="4225">
                  <c:v>64.159327157671356</c:v>
                </c:pt>
                <c:pt idx="4226">
                  <c:v>59.104694413886079</c:v>
                </c:pt>
                <c:pt idx="4227">
                  <c:v>61.860683974425356</c:v>
                </c:pt>
                <c:pt idx="4228">
                  <c:v>60.043919249616394</c:v>
                </c:pt>
                <c:pt idx="4229">
                  <c:v>58.219476107668086</c:v>
                </c:pt>
                <c:pt idx="4230">
                  <c:v>54.896247589732837</c:v>
                </c:pt>
                <c:pt idx="4231">
                  <c:v>55.843092656292285</c:v>
                </c:pt>
                <c:pt idx="4232">
                  <c:v>54.321594209015188</c:v>
                </c:pt>
                <c:pt idx="4233">
                  <c:v>52.054389484710427</c:v>
                </c:pt>
                <c:pt idx="4234">
                  <c:v>52.766808298906625</c:v>
                </c:pt>
                <c:pt idx="4235">
                  <c:v>56.05887911202187</c:v>
                </c:pt>
                <c:pt idx="4236">
                  <c:v>53.040424681911141</c:v>
                </c:pt>
                <c:pt idx="4237">
                  <c:v>54.26316994158551</c:v>
                </c:pt>
                <c:pt idx="4238">
                  <c:v>49.744838696804855</c:v>
                </c:pt>
                <c:pt idx="4239">
                  <c:v>45.879697290779781</c:v>
                </c:pt>
                <c:pt idx="4240">
                  <c:v>39.756006431952464</c:v>
                </c:pt>
                <c:pt idx="4241">
                  <c:v>42.69899833234318</c:v>
                </c:pt>
                <c:pt idx="4242">
                  <c:v>40.669272528931941</c:v>
                </c:pt>
                <c:pt idx="4243">
                  <c:v>38.953286924010939</c:v>
                </c:pt>
                <c:pt idx="4244">
                  <c:v>39.427261904243416</c:v>
                </c:pt>
                <c:pt idx="4245">
                  <c:v>31.836705116224969</c:v>
                </c:pt>
                <c:pt idx="4246">
                  <c:v>28.163440100182036</c:v>
                </c:pt>
                <c:pt idx="4247">
                  <c:v>22.638559489865223</c:v>
                </c:pt>
                <c:pt idx="4248">
                  <c:v>22.076608085760441</c:v>
                </c:pt>
                <c:pt idx="4249">
                  <c:v>16.353571055988457</c:v>
                </c:pt>
                <c:pt idx="4250">
                  <c:v>16.13108653686432</c:v>
                </c:pt>
                <c:pt idx="4251">
                  <c:v>10.981033781468339</c:v>
                </c:pt>
                <c:pt idx="4252">
                  <c:v>13.785699081357096</c:v>
                </c:pt>
                <c:pt idx="4253">
                  <c:v>13.785236658992597</c:v>
                </c:pt>
                <c:pt idx="4254">
                  <c:v>13.138664006515505</c:v>
                </c:pt>
                <c:pt idx="4255">
                  <c:v>14.767448536092814</c:v>
                </c:pt>
                <c:pt idx="4256">
                  <c:v>19.366270919737545</c:v>
                </c:pt>
                <c:pt idx="4257">
                  <c:v>20.372294757992652</c:v>
                </c:pt>
                <c:pt idx="4258">
                  <c:v>12.994080643556096</c:v>
                </c:pt>
                <c:pt idx="4259">
                  <c:v>14.859627275797248</c:v>
                </c:pt>
                <c:pt idx="4260">
                  <c:v>12.527674595483161</c:v>
                </c:pt>
                <c:pt idx="4261">
                  <c:v>12.569313101143646</c:v>
                </c:pt>
                <c:pt idx="4262">
                  <c:v>14.996923550095092</c:v>
                </c:pt>
                <c:pt idx="4263">
                  <c:v>11.779533269988821</c:v>
                </c:pt>
                <c:pt idx="4264">
                  <c:v>9.6481137152682663</c:v>
                </c:pt>
                <c:pt idx="4265">
                  <c:v>13.966100855355851</c:v>
                </c:pt>
                <c:pt idx="4266">
                  <c:v>12.303935780143719</c:v>
                </c:pt>
                <c:pt idx="4267">
                  <c:v>11.366027465960423</c:v>
                </c:pt>
                <c:pt idx="4268">
                  <c:v>11.401729291972771</c:v>
                </c:pt>
                <c:pt idx="4269">
                  <c:v>9.5982759546723653</c:v>
                </c:pt>
                <c:pt idx="4270">
                  <c:v>10.104816528277969</c:v>
                </c:pt>
                <c:pt idx="4271">
                  <c:v>10.627590959351673</c:v>
                </c:pt>
                <c:pt idx="4272">
                  <c:v>8.8816842769579445</c:v>
                </c:pt>
                <c:pt idx="4273">
                  <c:v>9.5439749947937997</c:v>
                </c:pt>
                <c:pt idx="4274">
                  <c:v>7.5689655998149306</c:v>
                </c:pt>
                <c:pt idx="4275">
                  <c:v>6.92901598933791</c:v>
                </c:pt>
                <c:pt idx="4276">
                  <c:v>6.0170081279870571</c:v>
                </c:pt>
                <c:pt idx="4277">
                  <c:v>1.6843492231511212</c:v>
                </c:pt>
                <c:pt idx="4278">
                  <c:v>-0.59291178184474069</c:v>
                </c:pt>
                <c:pt idx="4279">
                  <c:v>-4.8025925541623167</c:v>
                </c:pt>
                <c:pt idx="4280">
                  <c:v>-12.847592662881297</c:v>
                </c:pt>
                <c:pt idx="4281">
                  <c:v>-15.616760885702789</c:v>
                </c:pt>
                <c:pt idx="4282">
                  <c:v>-20.006256927525801</c:v>
                </c:pt>
                <c:pt idx="4283">
                  <c:v>-19.857735622922053</c:v>
                </c:pt>
                <c:pt idx="4284">
                  <c:v>-15.986434830988168</c:v>
                </c:pt>
                <c:pt idx="4285">
                  <c:v>-13.479805598511458</c:v>
                </c:pt>
                <c:pt idx="4286">
                  <c:v>-13.588378159747503</c:v>
                </c:pt>
                <c:pt idx="4287">
                  <c:v>-17.019871154986355</c:v>
                </c:pt>
                <c:pt idx="4288">
                  <c:v>-16.679397388563618</c:v>
                </c:pt>
                <c:pt idx="4289">
                  <c:v>-21.413054467204987</c:v>
                </c:pt>
                <c:pt idx="4290">
                  <c:v>-22.89494309791419</c:v>
                </c:pt>
                <c:pt idx="4291">
                  <c:v>-20.751544146491664</c:v>
                </c:pt>
                <c:pt idx="4292">
                  <c:v>-21.630243610482658</c:v>
                </c:pt>
                <c:pt idx="4293">
                  <c:v>-25.448855285899104</c:v>
                </c:pt>
                <c:pt idx="4294">
                  <c:v>-24.027701368342886</c:v>
                </c:pt>
                <c:pt idx="4295">
                  <c:v>-24.239726060098448</c:v>
                </c:pt>
                <c:pt idx="4296">
                  <c:v>-26.942762439195533</c:v>
                </c:pt>
                <c:pt idx="4297">
                  <c:v>-21.305835265047211</c:v>
                </c:pt>
                <c:pt idx="4298">
                  <c:v>-23.37256604012029</c:v>
                </c:pt>
                <c:pt idx="4299">
                  <c:v>-24.57225353781763</c:v>
                </c:pt>
                <c:pt idx="4300">
                  <c:v>-19.616309091204307</c:v>
                </c:pt>
                <c:pt idx="4301">
                  <c:v>-25.184260637991496</c:v>
                </c:pt>
                <c:pt idx="4302">
                  <c:v>-21.787197819318649</c:v>
                </c:pt>
                <c:pt idx="4303">
                  <c:v>-26.228858771090184</c:v>
                </c:pt>
                <c:pt idx="4304">
                  <c:v>-25.892351277768157</c:v>
                </c:pt>
                <c:pt idx="4305">
                  <c:v>-29.071413997318786</c:v>
                </c:pt>
                <c:pt idx="4306">
                  <c:v>-33.784563110785228</c:v>
                </c:pt>
                <c:pt idx="4307">
                  <c:v>-43.001070178381205</c:v>
                </c:pt>
                <c:pt idx="4308">
                  <c:v>-43.736203070914087</c:v>
                </c:pt>
                <c:pt idx="4309">
                  <c:v>-44.717668205712101</c:v>
                </c:pt>
                <c:pt idx="4310">
                  <c:v>-49.528379583733319</c:v>
                </c:pt>
                <c:pt idx="4311">
                  <c:v>-46.62515124010288</c:v>
                </c:pt>
                <c:pt idx="4312">
                  <c:v>-44.412346694443144</c:v>
                </c:pt>
                <c:pt idx="4313">
                  <c:v>-43.378616507974044</c:v>
                </c:pt>
                <c:pt idx="4314">
                  <c:v>-40.584391198392105</c:v>
                </c:pt>
                <c:pt idx="4315">
                  <c:v>-41.866936717190185</c:v>
                </c:pt>
                <c:pt idx="4316">
                  <c:v>-38.809922376460506</c:v>
                </c:pt>
                <c:pt idx="4317">
                  <c:v>-39.167194586065101</c:v>
                </c:pt>
                <c:pt idx="4318">
                  <c:v>-41.870855861161992</c:v>
                </c:pt>
                <c:pt idx="4319">
                  <c:v>-49.844191678923693</c:v>
                </c:pt>
                <c:pt idx="4320">
                  <c:v>-46.316325632118513</c:v>
                </c:pt>
                <c:pt idx="4321">
                  <c:v>-46.254367143054331</c:v>
                </c:pt>
                <c:pt idx="4322">
                  <c:v>-43.085483549836091</c:v>
                </c:pt>
                <c:pt idx="4323">
                  <c:v>-44.260452024451943</c:v>
                </c:pt>
                <c:pt idx="4324">
                  <c:v>-46.272483135528489</c:v>
                </c:pt>
                <c:pt idx="4325">
                  <c:v>-49.854191137024912</c:v>
                </c:pt>
                <c:pt idx="4326">
                  <c:v>-50.35228885292188</c:v>
                </c:pt>
                <c:pt idx="4327">
                  <c:v>-55.312225676507417</c:v>
                </c:pt>
                <c:pt idx="4328">
                  <c:v>-63.304128513597476</c:v>
                </c:pt>
                <c:pt idx="4329">
                  <c:v>-72.340988066290933</c:v>
                </c:pt>
                <c:pt idx="4330">
                  <c:v>-72.575978294052547</c:v>
                </c:pt>
                <c:pt idx="4331">
                  <c:v>-76.981086984787595</c:v>
                </c:pt>
                <c:pt idx="4332">
                  <c:v>-74.623962924946127</c:v>
                </c:pt>
                <c:pt idx="4333">
                  <c:v>-76.821647308333141</c:v>
                </c:pt>
                <c:pt idx="4334">
                  <c:v>-72.935073251096156</c:v>
                </c:pt>
                <c:pt idx="4335">
                  <c:v>-71.495224491805914</c:v>
                </c:pt>
                <c:pt idx="4336">
                  <c:v>-71.730071531849489</c:v>
                </c:pt>
                <c:pt idx="4337">
                  <c:v>-68.905855362451419</c:v>
                </c:pt>
                <c:pt idx="4338">
                  <c:v>-71.982531938596651</c:v>
                </c:pt>
                <c:pt idx="4339">
                  <c:v>-69.697098953152889</c:v>
                </c:pt>
                <c:pt idx="4340">
                  <c:v>-69.165465371359346</c:v>
                </c:pt>
                <c:pt idx="4341">
                  <c:v>-66.5608739385885</c:v>
                </c:pt>
                <c:pt idx="4342">
                  <c:v>-64.281200305411332</c:v>
                </c:pt>
                <c:pt idx="4343">
                  <c:v>-66.308090575255505</c:v>
                </c:pt>
                <c:pt idx="4344">
                  <c:v>-67.010091925381374</c:v>
                </c:pt>
                <c:pt idx="4345">
                  <c:v>-68.834342096978361</c:v>
                </c:pt>
                <c:pt idx="4346">
                  <c:v>-66.004835376390147</c:v>
                </c:pt>
                <c:pt idx="4347">
                  <c:v>-67.718794595565726</c:v>
                </c:pt>
                <c:pt idx="4348">
                  <c:v>-69.366792229653541</c:v>
                </c:pt>
                <c:pt idx="4349">
                  <c:v>-67.220443817901611</c:v>
                </c:pt>
                <c:pt idx="4350">
                  <c:v>-63.192596177822757</c:v>
                </c:pt>
                <c:pt idx="4351">
                  <c:v>-61.786156768456387</c:v>
                </c:pt>
                <c:pt idx="4352">
                  <c:v>-61.375838938938188</c:v>
                </c:pt>
                <c:pt idx="4353">
                  <c:v>-59.807929119192039</c:v>
                </c:pt>
                <c:pt idx="4354">
                  <c:v>-63.822301916150558</c:v>
                </c:pt>
                <c:pt idx="4355">
                  <c:v>-61.493999213645118</c:v>
                </c:pt>
                <c:pt idx="4356">
                  <c:v>-62.601826522042124</c:v>
                </c:pt>
                <c:pt idx="4357">
                  <c:v>-66.754924531392106</c:v>
                </c:pt>
                <c:pt idx="4358">
                  <c:v>-67.971616051858717</c:v>
                </c:pt>
                <c:pt idx="4359">
                  <c:v>-76.016475641163751</c:v>
                </c:pt>
                <c:pt idx="4360">
                  <c:v>-75.247701469078535</c:v>
                </c:pt>
                <c:pt idx="4361">
                  <c:v>-76.87939307272103</c:v>
                </c:pt>
                <c:pt idx="4362">
                  <c:v>-79.624012190295829</c:v>
                </c:pt>
                <c:pt idx="4363">
                  <c:v>-77.643247007730949</c:v>
                </c:pt>
                <c:pt idx="4364">
                  <c:v>-72.638062573569897</c:v>
                </c:pt>
                <c:pt idx="4365">
                  <c:v>-73.809191206762719</c:v>
                </c:pt>
                <c:pt idx="4366">
                  <c:v>-72.935237182889196</c:v>
                </c:pt>
                <c:pt idx="4367">
                  <c:v>-72.626238371495873</c:v>
                </c:pt>
                <c:pt idx="4368">
                  <c:v>-71.84221634252944</c:v>
                </c:pt>
                <c:pt idx="4369">
                  <c:v>-69.162245554394389</c:v>
                </c:pt>
                <c:pt idx="4370">
                  <c:v>-66.852486905525097</c:v>
                </c:pt>
                <c:pt idx="4371">
                  <c:v>-67.00011160700376</c:v>
                </c:pt>
                <c:pt idx="4372">
                  <c:v>-62.873636020934946</c:v>
                </c:pt>
                <c:pt idx="4373">
                  <c:v>-61.499092627257355</c:v>
                </c:pt>
                <c:pt idx="4374">
                  <c:v>-57.458009447212369</c:v>
                </c:pt>
                <c:pt idx="4375">
                  <c:v>-62.125489164045334</c:v>
                </c:pt>
                <c:pt idx="4376">
                  <c:v>-64.121896562690068</c:v>
                </c:pt>
                <c:pt idx="4377">
                  <c:v>-66.108501299241269</c:v>
                </c:pt>
                <c:pt idx="4378">
                  <c:v>-68.596808062997312</c:v>
                </c:pt>
                <c:pt idx="4379">
                  <c:v>-70.578221419660721</c:v>
                </c:pt>
                <c:pt idx="4380">
                  <c:v>-67.901927978764974</c:v>
                </c:pt>
                <c:pt idx="4381">
                  <c:v>-69.591837087809324</c:v>
                </c:pt>
                <c:pt idx="4382">
                  <c:v>-65.1161414396487</c:v>
                </c:pt>
                <c:pt idx="4383">
                  <c:v>-67.964614883299816</c:v>
                </c:pt>
                <c:pt idx="4384">
                  <c:v>-65.544567155651521</c:v>
                </c:pt>
                <c:pt idx="4385">
                  <c:v>-62.181709639012446</c:v>
                </c:pt>
                <c:pt idx="4386">
                  <c:v>-62.902579402752913</c:v>
                </c:pt>
                <c:pt idx="4387">
                  <c:v>-66.188548346850837</c:v>
                </c:pt>
                <c:pt idx="4388">
                  <c:v>-69.157901532768832</c:v>
                </c:pt>
                <c:pt idx="4389">
                  <c:v>-70.121486591974175</c:v>
                </c:pt>
                <c:pt idx="4390">
                  <c:v>-64.56589105386395</c:v>
                </c:pt>
                <c:pt idx="4391">
                  <c:v>-65.293143494555025</c:v>
                </c:pt>
                <c:pt idx="4392">
                  <c:v>-60.6554489858054</c:v>
                </c:pt>
                <c:pt idx="4393">
                  <c:v>-59.502724295640846</c:v>
                </c:pt>
                <c:pt idx="4394">
                  <c:v>-58.179354963281774</c:v>
                </c:pt>
                <c:pt idx="4395">
                  <c:v>-60.56334149898592</c:v>
                </c:pt>
                <c:pt idx="4396">
                  <c:v>-57.572889547175052</c:v>
                </c:pt>
                <c:pt idx="4397">
                  <c:v>-57.193245395510772</c:v>
                </c:pt>
                <c:pt idx="4398">
                  <c:v>-56.814905494596985</c:v>
                </c:pt>
                <c:pt idx="4399">
                  <c:v>-57.299772700188932</c:v>
                </c:pt>
                <c:pt idx="4400">
                  <c:v>-55.806198675969142</c:v>
                </c:pt>
                <c:pt idx="4401">
                  <c:v>-56.845959542075626</c:v>
                </c:pt>
                <c:pt idx="4402">
                  <c:v>-59.957367122825957</c:v>
                </c:pt>
                <c:pt idx="4403">
                  <c:v>-61.045360000297691</c:v>
                </c:pt>
                <c:pt idx="4404">
                  <c:v>-55.649512432631411</c:v>
                </c:pt>
                <c:pt idx="4405">
                  <c:v>-56.449672303150763</c:v>
                </c:pt>
                <c:pt idx="4406">
                  <c:v>-57.53135847994524</c:v>
                </c:pt>
                <c:pt idx="4407">
                  <c:v>-57.439771840268939</c:v>
                </c:pt>
                <c:pt idx="4408">
                  <c:v>-56.394212646236269</c:v>
                </c:pt>
                <c:pt idx="4409">
                  <c:v>-56.034661847952343</c:v>
                </c:pt>
                <c:pt idx="4410">
                  <c:v>-52.467643863735809</c:v>
                </c:pt>
                <c:pt idx="4411">
                  <c:v>-51.145677243473671</c:v>
                </c:pt>
                <c:pt idx="4412">
                  <c:v>-53.923293492732128</c:v>
                </c:pt>
                <c:pt idx="4413">
                  <c:v>-53.053803155234888</c:v>
                </c:pt>
                <c:pt idx="4414">
                  <c:v>-51.44999608330901</c:v>
                </c:pt>
                <c:pt idx="4415">
                  <c:v>-50.896133215385653</c:v>
                </c:pt>
                <c:pt idx="4416">
                  <c:v>-48.998119092773351</c:v>
                </c:pt>
                <c:pt idx="4417">
                  <c:v>-49.475951986549241</c:v>
                </c:pt>
                <c:pt idx="4418">
                  <c:v>-49.441176996310304</c:v>
                </c:pt>
                <c:pt idx="4419">
                  <c:v>-53.847361634504637</c:v>
                </c:pt>
                <c:pt idx="4420">
                  <c:v>-53.161043461048408</c:v>
                </c:pt>
                <c:pt idx="4421">
                  <c:v>-52.823686280977299</c:v>
                </c:pt>
                <c:pt idx="4422">
                  <c:v>-51.272275744916797</c:v>
                </c:pt>
                <c:pt idx="4423">
                  <c:v>-51.164989427477437</c:v>
                </c:pt>
                <c:pt idx="4424">
                  <c:v>-51.572713438773</c:v>
                </c:pt>
                <c:pt idx="4425">
                  <c:v>-48.999689962975154</c:v>
                </c:pt>
                <c:pt idx="4426">
                  <c:v>-49.012541175093538</c:v>
                </c:pt>
                <c:pt idx="4427">
                  <c:v>-46.127051419917265</c:v>
                </c:pt>
                <c:pt idx="4428">
                  <c:v>-50.11347905155101</c:v>
                </c:pt>
                <c:pt idx="4429">
                  <c:v>-50.057806175285251</c:v>
                </c:pt>
                <c:pt idx="4430">
                  <c:v>-45.985344035346003</c:v>
                </c:pt>
                <c:pt idx="4431">
                  <c:v>-47.837044398128086</c:v>
                </c:pt>
                <c:pt idx="4432">
                  <c:v>-43.330837303160237</c:v>
                </c:pt>
                <c:pt idx="4433">
                  <c:v>-47.618769851974108</c:v>
                </c:pt>
                <c:pt idx="4434">
                  <c:v>-43.528120364219369</c:v>
                </c:pt>
                <c:pt idx="4435">
                  <c:v>-43.69814733957358</c:v>
                </c:pt>
                <c:pt idx="4436">
                  <c:v>-36.829613512784668</c:v>
                </c:pt>
                <c:pt idx="4437">
                  <c:v>-36.929589028962752</c:v>
                </c:pt>
                <c:pt idx="4438">
                  <c:v>-35.273078326645177</c:v>
                </c:pt>
                <c:pt idx="4439">
                  <c:v>-33.730505395084933</c:v>
                </c:pt>
                <c:pt idx="4440">
                  <c:v>-32.30701765980983</c:v>
                </c:pt>
                <c:pt idx="4441">
                  <c:v>-31.193600150287907</c:v>
                </c:pt>
                <c:pt idx="4442">
                  <c:v>-29.820934740934678</c:v>
                </c:pt>
                <c:pt idx="4443">
                  <c:v>-26.765756787818429</c:v>
                </c:pt>
                <c:pt idx="4444">
                  <c:v>-24.487902165479124</c:v>
                </c:pt>
                <c:pt idx="4445">
                  <c:v>-21.831037771242745</c:v>
                </c:pt>
                <c:pt idx="4446">
                  <c:v>-25.416231841445914</c:v>
                </c:pt>
                <c:pt idx="4447">
                  <c:v>-29.558759319861522</c:v>
                </c:pt>
                <c:pt idx="4448">
                  <c:v>-26.467135530595858</c:v>
                </c:pt>
                <c:pt idx="4449">
                  <c:v>-26.666123279439404</c:v>
                </c:pt>
                <c:pt idx="4450">
                  <c:v>-27.622705028924983</c:v>
                </c:pt>
                <c:pt idx="4451">
                  <c:v>-23.357280539357866</c:v>
                </c:pt>
                <c:pt idx="4452">
                  <c:v>-23.78069275203411</c:v>
                </c:pt>
                <c:pt idx="4453">
                  <c:v>-25.284360812149629</c:v>
                </c:pt>
                <c:pt idx="4454">
                  <c:v>-24.375730211622795</c:v>
                </c:pt>
                <c:pt idx="4455">
                  <c:v>-23.301368043533966</c:v>
                </c:pt>
                <c:pt idx="4456">
                  <c:v>-20.503066040760885</c:v>
                </c:pt>
                <c:pt idx="4457">
                  <c:v>-22.109117405193629</c:v>
                </c:pt>
                <c:pt idx="4458">
                  <c:v>-21.6218350445791</c:v>
                </c:pt>
                <c:pt idx="4459">
                  <c:v>-20.355547807102624</c:v>
                </c:pt>
                <c:pt idx="4460">
                  <c:v>-20.168145472902083</c:v>
                </c:pt>
                <c:pt idx="4461">
                  <c:v>-20.260157008292627</c:v>
                </c:pt>
                <c:pt idx="4462">
                  <c:v>-22.472405754714003</c:v>
                </c:pt>
                <c:pt idx="4463">
                  <c:v>-21.027477697826374</c:v>
                </c:pt>
                <c:pt idx="4464">
                  <c:v>-16.788559254599434</c:v>
                </c:pt>
                <c:pt idx="4465">
                  <c:v>-16.365161633601751</c:v>
                </c:pt>
                <c:pt idx="4466">
                  <c:v>-14.686885916165577</c:v>
                </c:pt>
                <c:pt idx="4467">
                  <c:v>-11.214574019418491</c:v>
                </c:pt>
                <c:pt idx="4468">
                  <c:v>-18.666996402443175</c:v>
                </c:pt>
                <c:pt idx="4469">
                  <c:v>-14.491558915753409</c:v>
                </c:pt>
                <c:pt idx="4470">
                  <c:v>-11.462827917595458</c:v>
                </c:pt>
                <c:pt idx="4471">
                  <c:v>-14.047503217873142</c:v>
                </c:pt>
                <c:pt idx="4472">
                  <c:v>-10.775084644880979</c:v>
                </c:pt>
                <c:pt idx="4473">
                  <c:v>-8.7141034455834792</c:v>
                </c:pt>
                <c:pt idx="4474">
                  <c:v>-3.5628273482803312</c:v>
                </c:pt>
                <c:pt idx="4475">
                  <c:v>-0.21310127338029838</c:v>
                </c:pt>
                <c:pt idx="4476">
                  <c:v>-2.8272126507275583</c:v>
                </c:pt>
                <c:pt idx="4477">
                  <c:v>-4.9787188556370126</c:v>
                </c:pt>
                <c:pt idx="4478">
                  <c:v>-10.031709757320511</c:v>
                </c:pt>
                <c:pt idx="4479">
                  <c:v>-14.862501732086061</c:v>
                </c:pt>
                <c:pt idx="4480">
                  <c:v>-18.933773788310194</c:v>
                </c:pt>
                <c:pt idx="4481">
                  <c:v>-20.829358991480646</c:v>
                </c:pt>
                <c:pt idx="4482">
                  <c:v>-20.38954030781095</c:v>
                </c:pt>
                <c:pt idx="4483">
                  <c:v>-17.398569628274821</c:v>
                </c:pt>
                <c:pt idx="4484">
                  <c:v>-15.658712665447339</c:v>
                </c:pt>
                <c:pt idx="4485">
                  <c:v>-14.013491393826193</c:v>
                </c:pt>
                <c:pt idx="4486">
                  <c:v>-13.807235749575485</c:v>
                </c:pt>
                <c:pt idx="4487">
                  <c:v>-10.724607629735836</c:v>
                </c:pt>
                <c:pt idx="4488">
                  <c:v>-4.6488560705149125</c:v>
                </c:pt>
                <c:pt idx="4489">
                  <c:v>-7.6346301101500709</c:v>
                </c:pt>
                <c:pt idx="4490">
                  <c:v>-3.3723334784885037</c:v>
                </c:pt>
                <c:pt idx="4491">
                  <c:v>-7.7830145168848031</c:v>
                </c:pt>
                <c:pt idx="4492">
                  <c:v>-7.125034017331493</c:v>
                </c:pt>
                <c:pt idx="4493">
                  <c:v>-6.3707710615223467</c:v>
                </c:pt>
                <c:pt idx="4494">
                  <c:v>-6.6997515776336547</c:v>
                </c:pt>
                <c:pt idx="4495">
                  <c:v>-9.3941171115521911</c:v>
                </c:pt>
                <c:pt idx="4496">
                  <c:v>-7.7227543869748061</c:v>
                </c:pt>
                <c:pt idx="4497">
                  <c:v>-6.3441800529108363</c:v>
                </c:pt>
                <c:pt idx="4498">
                  <c:v>-3.6540761447411829</c:v>
                </c:pt>
                <c:pt idx="4499">
                  <c:v>-4.090981048850832</c:v>
                </c:pt>
                <c:pt idx="4500">
                  <c:v>-0.87592230339866894</c:v>
                </c:pt>
                <c:pt idx="4501">
                  <c:v>-7.2669318812421331</c:v>
                </c:pt>
                <c:pt idx="4502">
                  <c:v>-13.16061942682132</c:v>
                </c:pt>
                <c:pt idx="4503">
                  <c:v>-7.2451033527340689</c:v>
                </c:pt>
                <c:pt idx="4504">
                  <c:v>-7.5747699609414525</c:v>
                </c:pt>
                <c:pt idx="4505">
                  <c:v>-12.761296488902397</c:v>
                </c:pt>
                <c:pt idx="4506">
                  <c:v>-15.773677650716857</c:v>
                </c:pt>
                <c:pt idx="4507">
                  <c:v>-16.621246958814702</c:v>
                </c:pt>
                <c:pt idx="4508">
                  <c:v>-19.827979940457151</c:v>
                </c:pt>
                <c:pt idx="4509">
                  <c:v>-24.975191326781918</c:v>
                </c:pt>
                <c:pt idx="4510">
                  <c:v>-26.838740404891645</c:v>
                </c:pt>
                <c:pt idx="4511">
                  <c:v>-29.495851003039771</c:v>
                </c:pt>
                <c:pt idx="4512">
                  <c:v>-34.931004004490987</c:v>
                </c:pt>
                <c:pt idx="4513">
                  <c:v>-39.583543027592782</c:v>
                </c:pt>
                <c:pt idx="4514">
                  <c:v>-39.420779398429829</c:v>
                </c:pt>
                <c:pt idx="4515">
                  <c:v>-39.839769669374768</c:v>
                </c:pt>
                <c:pt idx="4516">
                  <c:v>-39.90972019154691</c:v>
                </c:pt>
                <c:pt idx="4517">
                  <c:v>-42.735283456140031</c:v>
                </c:pt>
                <c:pt idx="4518">
                  <c:v>-37.898934304891789</c:v>
                </c:pt>
                <c:pt idx="4519">
                  <c:v>-39.053029071546028</c:v>
                </c:pt>
                <c:pt idx="4520">
                  <c:v>-40.126473330425156</c:v>
                </c:pt>
                <c:pt idx="4521">
                  <c:v>-41.36924592902497</c:v>
                </c:pt>
                <c:pt idx="4522">
                  <c:v>-41.286248825232377</c:v>
                </c:pt>
                <c:pt idx="4523">
                  <c:v>-44.530438166488416</c:v>
                </c:pt>
                <c:pt idx="4524">
                  <c:v>-44.825308736084722</c:v>
                </c:pt>
                <c:pt idx="4525">
                  <c:v>-47.600005092237772</c:v>
                </c:pt>
                <c:pt idx="4526">
                  <c:v>-45.599144849625745</c:v>
                </c:pt>
                <c:pt idx="4527">
                  <c:v>-46.294650296305498</c:v>
                </c:pt>
                <c:pt idx="4528">
                  <c:v>-47.083926455541295</c:v>
                </c:pt>
                <c:pt idx="4529">
                  <c:v>-47.603926230724397</c:v>
                </c:pt>
                <c:pt idx="4530">
                  <c:v>-49.185423313514235</c:v>
                </c:pt>
                <c:pt idx="4531">
                  <c:v>-50.035178829490071</c:v>
                </c:pt>
                <c:pt idx="4532">
                  <c:v>-56.83273903350937</c:v>
                </c:pt>
                <c:pt idx="4533">
                  <c:v>-56.206604376807761</c:v>
                </c:pt>
                <c:pt idx="4534">
                  <c:v>-55.069745949763806</c:v>
                </c:pt>
                <c:pt idx="4535">
                  <c:v>-53.042196318791532</c:v>
                </c:pt>
                <c:pt idx="4536">
                  <c:v>-51.943722536969894</c:v>
                </c:pt>
                <c:pt idx="4537">
                  <c:v>-50.861506476590684</c:v>
                </c:pt>
                <c:pt idx="4538">
                  <c:v>-51.970118199330955</c:v>
                </c:pt>
                <c:pt idx="4539">
                  <c:v>-50.121749007397867</c:v>
                </c:pt>
                <c:pt idx="4540">
                  <c:v>-48.555157122975217</c:v>
                </c:pt>
                <c:pt idx="4541">
                  <c:v>-48.122085263113718</c:v>
                </c:pt>
                <c:pt idx="4542">
                  <c:v>-49.257841888693434</c:v>
                </c:pt>
                <c:pt idx="4543">
                  <c:v>-50.7121930905639</c:v>
                </c:pt>
                <c:pt idx="4544">
                  <c:v>-49.048478264482824</c:v>
                </c:pt>
                <c:pt idx="4545">
                  <c:v>-50.764011171738034</c:v>
                </c:pt>
                <c:pt idx="4546">
                  <c:v>-48.915208459671753</c:v>
                </c:pt>
                <c:pt idx="4547">
                  <c:v>-51.915871587310406</c:v>
                </c:pt>
                <c:pt idx="4548">
                  <c:v>-52.996494819596236</c:v>
                </c:pt>
                <c:pt idx="4549">
                  <c:v>-50.663237778843218</c:v>
                </c:pt>
                <c:pt idx="4550">
                  <c:v>-52.967664718797096</c:v>
                </c:pt>
                <c:pt idx="4551">
                  <c:v>-51.466488920513889</c:v>
                </c:pt>
                <c:pt idx="4552">
                  <c:v>-43.250185989969509</c:v>
                </c:pt>
                <c:pt idx="4553">
                  <c:v>-43.870953603554071</c:v>
                </c:pt>
                <c:pt idx="4554">
                  <c:v>-37.48348843880013</c:v>
                </c:pt>
                <c:pt idx="4555">
                  <c:v>-38.502849353104828</c:v>
                </c:pt>
                <c:pt idx="4556">
                  <c:v>-37.790153556290392</c:v>
                </c:pt>
                <c:pt idx="4557">
                  <c:v>-37.494298638956444</c:v>
                </c:pt>
                <c:pt idx="4558">
                  <c:v>-38.740094524166324</c:v>
                </c:pt>
                <c:pt idx="4559">
                  <c:v>-35.449878596338294</c:v>
                </c:pt>
                <c:pt idx="4560">
                  <c:v>-35.107858754171815</c:v>
                </c:pt>
                <c:pt idx="4561">
                  <c:v>-29.850976973791255</c:v>
                </c:pt>
                <c:pt idx="4562">
                  <c:v>-32.975416515661259</c:v>
                </c:pt>
                <c:pt idx="4563">
                  <c:v>-33.731802353204756</c:v>
                </c:pt>
                <c:pt idx="4564">
                  <c:v>-34.461721545762629</c:v>
                </c:pt>
                <c:pt idx="4565">
                  <c:v>-35.069476880295895</c:v>
                </c:pt>
                <c:pt idx="4566">
                  <c:v>-30.630527690777622</c:v>
                </c:pt>
                <c:pt idx="4567">
                  <c:v>-28.748798652266913</c:v>
                </c:pt>
                <c:pt idx="4568">
                  <c:v>-20.023616297013472</c:v>
                </c:pt>
                <c:pt idx="4569">
                  <c:v>-22.290226617814174</c:v>
                </c:pt>
                <c:pt idx="4570">
                  <c:v>-23.360782778398697</c:v>
                </c:pt>
                <c:pt idx="4571">
                  <c:v>-24.647898577988347</c:v>
                </c:pt>
                <c:pt idx="4572">
                  <c:v>-26.881526710183742</c:v>
                </c:pt>
                <c:pt idx="4573">
                  <c:v>-25.43602909027625</c:v>
                </c:pt>
                <c:pt idx="4574">
                  <c:v>-25.812295080718009</c:v>
                </c:pt>
                <c:pt idx="4575">
                  <c:v>-27.768541635690529</c:v>
                </c:pt>
                <c:pt idx="4576">
                  <c:v>-28.340330100121488</c:v>
                </c:pt>
                <c:pt idx="4577">
                  <c:v>-28.0922112672704</c:v>
                </c:pt>
                <c:pt idx="4578">
                  <c:v>-22.606806303469423</c:v>
                </c:pt>
                <c:pt idx="4579">
                  <c:v>-20.404575588859789</c:v>
                </c:pt>
                <c:pt idx="4580">
                  <c:v>-18.813329025051456</c:v>
                </c:pt>
                <c:pt idx="4581">
                  <c:v>-21.673311646875938</c:v>
                </c:pt>
                <c:pt idx="4582">
                  <c:v>-21.071382165247805</c:v>
                </c:pt>
                <c:pt idx="4583">
                  <c:v>-22.047809520897044</c:v>
                </c:pt>
                <c:pt idx="4584">
                  <c:v>-20.281020590861164</c:v>
                </c:pt>
                <c:pt idx="4585">
                  <c:v>-21.444517730701129</c:v>
                </c:pt>
                <c:pt idx="4586">
                  <c:v>-22.314350782093097</c:v>
                </c:pt>
                <c:pt idx="4587">
                  <c:v>-22.842055970495817</c:v>
                </c:pt>
                <c:pt idx="4588">
                  <c:v>-24.439587708765266</c:v>
                </c:pt>
                <c:pt idx="4589">
                  <c:v>-26.90844914630464</c:v>
                </c:pt>
                <c:pt idx="4590">
                  <c:v>-29.208335946947326</c:v>
                </c:pt>
                <c:pt idx="4591">
                  <c:v>-26.54623284452444</c:v>
                </c:pt>
                <c:pt idx="4592">
                  <c:v>-20.504125408004533</c:v>
                </c:pt>
                <c:pt idx="4593">
                  <c:v>-14.564710482307582</c:v>
                </c:pt>
                <c:pt idx="4594">
                  <c:v>-13.64058477222412</c:v>
                </c:pt>
                <c:pt idx="4595">
                  <c:v>-15.517494305878689</c:v>
                </c:pt>
                <c:pt idx="4596">
                  <c:v>-16.624963946820881</c:v>
                </c:pt>
                <c:pt idx="4597">
                  <c:v>-18.585661629568495</c:v>
                </c:pt>
                <c:pt idx="4598">
                  <c:v>-21.701134234192807</c:v>
                </c:pt>
                <c:pt idx="4599">
                  <c:v>-15.888940485881756</c:v>
                </c:pt>
                <c:pt idx="4600">
                  <c:v>-18.320871112960642</c:v>
                </c:pt>
                <c:pt idx="4601">
                  <c:v>-19.302028976435647</c:v>
                </c:pt>
                <c:pt idx="4602">
                  <c:v>-17.517921437160975</c:v>
                </c:pt>
                <c:pt idx="4603">
                  <c:v>-18.525269560056909</c:v>
                </c:pt>
                <c:pt idx="4604">
                  <c:v>-18.034255953127118</c:v>
                </c:pt>
                <c:pt idx="4605">
                  <c:v>-18.989970624426437</c:v>
                </c:pt>
                <c:pt idx="4606">
                  <c:v>-19.499393389260675</c:v>
                </c:pt>
                <c:pt idx="4607">
                  <c:v>-21.345044723930926</c:v>
                </c:pt>
                <c:pt idx="4608">
                  <c:v>-21.817833982927123</c:v>
                </c:pt>
                <c:pt idx="4609">
                  <c:v>-19.96983877183089</c:v>
                </c:pt>
                <c:pt idx="4610">
                  <c:v>-17.732013240189968</c:v>
                </c:pt>
                <c:pt idx="4611">
                  <c:v>-19.5366155662458</c:v>
                </c:pt>
                <c:pt idx="4612">
                  <c:v>-17.290468745789966</c:v>
                </c:pt>
                <c:pt idx="4613">
                  <c:v>-12.036884189971468</c:v>
                </c:pt>
                <c:pt idx="4614">
                  <c:v>-14.945793030813594</c:v>
                </c:pt>
                <c:pt idx="4615">
                  <c:v>-14.675373856877235</c:v>
                </c:pt>
                <c:pt idx="4616">
                  <c:v>-16.245085375945649</c:v>
                </c:pt>
                <c:pt idx="4617">
                  <c:v>-14.503629888846612</c:v>
                </c:pt>
                <c:pt idx="4618">
                  <c:v>-16.388826936403021</c:v>
                </c:pt>
                <c:pt idx="4619">
                  <c:v>-18.271664181944349</c:v>
                </c:pt>
                <c:pt idx="4620">
                  <c:v>-20.599649374256895</c:v>
                </c:pt>
                <c:pt idx="4621">
                  <c:v>-23.666693421938135</c:v>
                </c:pt>
                <c:pt idx="4622">
                  <c:v>-20.678022630910778</c:v>
                </c:pt>
                <c:pt idx="4623">
                  <c:v>-13.770769768711681</c:v>
                </c:pt>
                <c:pt idx="4624">
                  <c:v>-8.2255732730986431</c:v>
                </c:pt>
                <c:pt idx="4625">
                  <c:v>-4.6824434359911784</c:v>
                </c:pt>
                <c:pt idx="4626">
                  <c:v>-1.2715481621632008</c:v>
                </c:pt>
                <c:pt idx="4627">
                  <c:v>2.6888281605241193</c:v>
                </c:pt>
                <c:pt idx="4628">
                  <c:v>0.59042445084818751</c:v>
                </c:pt>
                <c:pt idx="4629">
                  <c:v>2.8638584887682987</c:v>
                </c:pt>
                <c:pt idx="4630">
                  <c:v>-3.394009241658952</c:v>
                </c:pt>
                <c:pt idx="4631">
                  <c:v>-4.6648141199333573</c:v>
                </c:pt>
                <c:pt idx="4632">
                  <c:v>-4.7148453843776714</c:v>
                </c:pt>
                <c:pt idx="4633">
                  <c:v>-5.1968270736615789</c:v>
                </c:pt>
                <c:pt idx="4634">
                  <c:v>-3.3284491804480507</c:v>
                </c:pt>
                <c:pt idx="4635">
                  <c:v>-6.1151870463633857</c:v>
                </c:pt>
                <c:pt idx="4636">
                  <c:v>-8.8121371981315271</c:v>
                </c:pt>
                <c:pt idx="4637">
                  <c:v>-13.186343409960704</c:v>
                </c:pt>
                <c:pt idx="4638">
                  <c:v>-16.276344926634003</c:v>
                </c:pt>
                <c:pt idx="4639">
                  <c:v>-15.669322329470093</c:v>
                </c:pt>
                <c:pt idx="4640">
                  <c:v>-10.090619873465444</c:v>
                </c:pt>
                <c:pt idx="4641">
                  <c:v>-11.450744201140019</c:v>
                </c:pt>
                <c:pt idx="4642">
                  <c:v>-15.471599273222857</c:v>
                </c:pt>
                <c:pt idx="4643">
                  <c:v>-18.150419566491571</c:v>
                </c:pt>
                <c:pt idx="4644">
                  <c:v>-20.936269400445735</c:v>
                </c:pt>
                <c:pt idx="4645">
                  <c:v>-21.601782727013191</c:v>
                </c:pt>
                <c:pt idx="4646">
                  <c:v>-24.515086237975883</c:v>
                </c:pt>
                <c:pt idx="4647">
                  <c:v>-28.553088823653695</c:v>
                </c:pt>
                <c:pt idx="4648">
                  <c:v>-26.146990936365974</c:v>
                </c:pt>
                <c:pt idx="4649">
                  <c:v>-25.107586140783368</c:v>
                </c:pt>
                <c:pt idx="4650">
                  <c:v>-24.053380647792221</c:v>
                </c:pt>
                <c:pt idx="4651">
                  <c:v>-23.800283786633809</c:v>
                </c:pt>
                <c:pt idx="4652">
                  <c:v>-24.773803803466059</c:v>
                </c:pt>
                <c:pt idx="4653">
                  <c:v>-24.274951898550352</c:v>
                </c:pt>
                <c:pt idx="4654">
                  <c:v>-23.660038436726129</c:v>
                </c:pt>
                <c:pt idx="4655">
                  <c:v>-18.605169196280286</c:v>
                </c:pt>
                <c:pt idx="4656">
                  <c:v>-16.89074763502115</c:v>
                </c:pt>
                <c:pt idx="4657">
                  <c:v>-19.023773875058346</c:v>
                </c:pt>
                <c:pt idx="4658">
                  <c:v>-16.137923752743109</c:v>
                </c:pt>
                <c:pt idx="4659">
                  <c:v>-17.153365085860777</c:v>
                </c:pt>
                <c:pt idx="4660">
                  <c:v>-20.077936149412022</c:v>
                </c:pt>
                <c:pt idx="4661">
                  <c:v>-19.134387980436109</c:v>
                </c:pt>
                <c:pt idx="4662">
                  <c:v>-15.437453605367548</c:v>
                </c:pt>
                <c:pt idx="4663">
                  <c:v>-17.947635733940416</c:v>
                </c:pt>
                <c:pt idx="4664">
                  <c:v>-18.084000248219645</c:v>
                </c:pt>
                <c:pt idx="4665">
                  <c:v>-19.790976444593621</c:v>
                </c:pt>
                <c:pt idx="4666">
                  <c:v>-24.702668172227039</c:v>
                </c:pt>
                <c:pt idx="4667">
                  <c:v>-24.130707713204504</c:v>
                </c:pt>
                <c:pt idx="4668">
                  <c:v>-15.551899365476526</c:v>
                </c:pt>
                <c:pt idx="4669">
                  <c:v>-17.921507195040135</c:v>
                </c:pt>
                <c:pt idx="4670">
                  <c:v>-16.087596921460126</c:v>
                </c:pt>
                <c:pt idx="4671">
                  <c:v>-20.104791763836062</c:v>
                </c:pt>
                <c:pt idx="4672">
                  <c:v>-24.410766437134235</c:v>
                </c:pt>
                <c:pt idx="4673">
                  <c:v>-26.721728365628483</c:v>
                </c:pt>
                <c:pt idx="4674">
                  <c:v>-28.154101020651485</c:v>
                </c:pt>
                <c:pt idx="4675">
                  <c:v>-29.715104679268016</c:v>
                </c:pt>
                <c:pt idx="4676">
                  <c:v>-33.112575315300802</c:v>
                </c:pt>
                <c:pt idx="4677">
                  <c:v>-33.149960411770735</c:v>
                </c:pt>
                <c:pt idx="4678">
                  <c:v>-32.779550148489577</c:v>
                </c:pt>
                <c:pt idx="4679">
                  <c:v>-30.051750837700109</c:v>
                </c:pt>
                <c:pt idx="4680">
                  <c:v>-31.100503243039718</c:v>
                </c:pt>
                <c:pt idx="4681">
                  <c:v>-31.182052117661829</c:v>
                </c:pt>
                <c:pt idx="4682">
                  <c:v>-29.462963385105269</c:v>
                </c:pt>
                <c:pt idx="4683">
                  <c:v>-27.682690013991575</c:v>
                </c:pt>
                <c:pt idx="4684">
                  <c:v>-30.169840944234746</c:v>
                </c:pt>
                <c:pt idx="4685">
                  <c:v>-28.327430376663141</c:v>
                </c:pt>
                <c:pt idx="4686">
                  <c:v>-26.776969058131336</c:v>
                </c:pt>
                <c:pt idx="4687">
                  <c:v>-25.094213156208038</c:v>
                </c:pt>
                <c:pt idx="4688">
                  <c:v>-26.495237085074038</c:v>
                </c:pt>
                <c:pt idx="4689">
                  <c:v>-26.604853643178846</c:v>
                </c:pt>
                <c:pt idx="4690">
                  <c:v>-21.977181416355631</c:v>
                </c:pt>
                <c:pt idx="4691">
                  <c:v>-23.363457090705261</c:v>
                </c:pt>
                <c:pt idx="4692">
                  <c:v>-27.670269268542466</c:v>
                </c:pt>
                <c:pt idx="4693">
                  <c:v>-29.47291641583589</c:v>
                </c:pt>
                <c:pt idx="4694">
                  <c:v>-32.464610131409998</c:v>
                </c:pt>
                <c:pt idx="4695">
                  <c:v>-35.668383884585865</c:v>
                </c:pt>
                <c:pt idx="4696">
                  <c:v>-38.944532330700284</c:v>
                </c:pt>
                <c:pt idx="4697">
                  <c:v>-38.816946570034538</c:v>
                </c:pt>
                <c:pt idx="4698">
                  <c:v>-40.966089741855306</c:v>
                </c:pt>
                <c:pt idx="4699">
                  <c:v>-40.751218102988808</c:v>
                </c:pt>
                <c:pt idx="4700">
                  <c:v>-39.954083508689216</c:v>
                </c:pt>
                <c:pt idx="4701">
                  <c:v>-41.714036602016762</c:v>
                </c:pt>
                <c:pt idx="4702">
                  <c:v>-48.670772319262085</c:v>
                </c:pt>
                <c:pt idx="4703">
                  <c:v>-46.170816283624788</c:v>
                </c:pt>
                <c:pt idx="4704">
                  <c:v>-52.324745667906413</c:v>
                </c:pt>
                <c:pt idx="4705">
                  <c:v>-43.035841005886773</c:v>
                </c:pt>
                <c:pt idx="4706">
                  <c:v>-46.080307744005246</c:v>
                </c:pt>
                <c:pt idx="4707">
                  <c:v>-47.933149816502279</c:v>
                </c:pt>
                <c:pt idx="4708">
                  <c:v>-48.956914391128585</c:v>
                </c:pt>
                <c:pt idx="4709">
                  <c:v>-53.555061261846788</c:v>
                </c:pt>
                <c:pt idx="4710">
                  <c:v>-56.634490026211921</c:v>
                </c:pt>
                <c:pt idx="4711">
                  <c:v>-59.803117823843067</c:v>
                </c:pt>
                <c:pt idx="4712">
                  <c:v>-58.220701735667575</c:v>
                </c:pt>
                <c:pt idx="4713">
                  <c:v>-60.628689335751787</c:v>
                </c:pt>
                <c:pt idx="4714">
                  <c:v>-59.577523472110691</c:v>
                </c:pt>
                <c:pt idx="4715">
                  <c:v>-64.617033236460927</c:v>
                </c:pt>
                <c:pt idx="4716">
                  <c:v>-65.793757420501819</c:v>
                </c:pt>
                <c:pt idx="4717">
                  <c:v>-67.613176071271752</c:v>
                </c:pt>
                <c:pt idx="4718">
                  <c:v>-64.216199155826473</c:v>
                </c:pt>
                <c:pt idx="4719">
                  <c:v>-63.684810584088339</c:v>
                </c:pt>
                <c:pt idx="4720">
                  <c:v>-69.68969941169351</c:v>
                </c:pt>
                <c:pt idx="4721">
                  <c:v>-66.128233953499375</c:v>
                </c:pt>
                <c:pt idx="4722">
                  <c:v>-63.015379830866934</c:v>
                </c:pt>
                <c:pt idx="4723">
                  <c:v>-64.282557989087564</c:v>
                </c:pt>
                <c:pt idx="4724">
                  <c:v>-62.767122398594708</c:v>
                </c:pt>
                <c:pt idx="4725">
                  <c:v>-60.482856948416668</c:v>
                </c:pt>
                <c:pt idx="4726">
                  <c:v>-58.13383963391361</c:v>
                </c:pt>
                <c:pt idx="4727">
                  <c:v>-58.088753517849689</c:v>
                </c:pt>
                <c:pt idx="4728">
                  <c:v>-57.492502969544674</c:v>
                </c:pt>
                <c:pt idx="4729">
                  <c:v>-55.581920977929819</c:v>
                </c:pt>
                <c:pt idx="4730">
                  <c:v>-53.071271235654557</c:v>
                </c:pt>
                <c:pt idx="4731">
                  <c:v>-52.052654922793799</c:v>
                </c:pt>
                <c:pt idx="4732">
                  <c:v>-52.004979407060347</c:v>
                </c:pt>
                <c:pt idx="4733">
                  <c:v>-51.760156495243649</c:v>
                </c:pt>
                <c:pt idx="4734">
                  <c:v>-55.69858054174442</c:v>
                </c:pt>
                <c:pt idx="4735">
                  <c:v>-58.653981851705097</c:v>
                </c:pt>
                <c:pt idx="4736">
                  <c:v>-59.03175432685012</c:v>
                </c:pt>
                <c:pt idx="4737">
                  <c:v>-57.364675587595059</c:v>
                </c:pt>
                <c:pt idx="4738">
                  <c:v>-56.010480711117751</c:v>
                </c:pt>
                <c:pt idx="4739">
                  <c:v>-55.036335737210806</c:v>
                </c:pt>
                <c:pt idx="4740">
                  <c:v>-53.832377241708564</c:v>
                </c:pt>
                <c:pt idx="4741">
                  <c:v>-53.423178285118972</c:v>
                </c:pt>
                <c:pt idx="4742">
                  <c:v>-52.611571619605598</c:v>
                </c:pt>
                <c:pt idx="4743">
                  <c:v>-53.52304368506578</c:v>
                </c:pt>
                <c:pt idx="4744">
                  <c:v>-55.63982835095009</c:v>
                </c:pt>
                <c:pt idx="4745">
                  <c:v>-53.224237746746276</c:v>
                </c:pt>
                <c:pt idx="4746">
                  <c:v>-50.920533429748623</c:v>
                </c:pt>
                <c:pt idx="4747">
                  <c:v>-49.235984569748787</c:v>
                </c:pt>
                <c:pt idx="4748">
                  <c:v>-49.203226178554502</c:v>
                </c:pt>
                <c:pt idx="4749">
                  <c:v>-46.698003308365735</c:v>
                </c:pt>
                <c:pt idx="4750">
                  <c:v>-48.903549619529542</c:v>
                </c:pt>
                <c:pt idx="4751">
                  <c:v>-47.948967236897701</c:v>
                </c:pt>
                <c:pt idx="4752">
                  <c:v>-45.665702448262103</c:v>
                </c:pt>
                <c:pt idx="4753">
                  <c:v>-46.069639604547511</c:v>
                </c:pt>
                <c:pt idx="4754">
                  <c:v>-47.454152941483372</c:v>
                </c:pt>
                <c:pt idx="4755">
                  <c:v>-45.467877913947063</c:v>
                </c:pt>
                <c:pt idx="4756">
                  <c:v>-43.608069712989739</c:v>
                </c:pt>
                <c:pt idx="4757">
                  <c:v>-40.398748984829545</c:v>
                </c:pt>
                <c:pt idx="4758">
                  <c:v>-36.61447661240296</c:v>
                </c:pt>
                <c:pt idx="4759">
                  <c:v>-36.360533434137878</c:v>
                </c:pt>
                <c:pt idx="4760">
                  <c:v>-31.552175518115703</c:v>
                </c:pt>
                <c:pt idx="4761">
                  <c:v>-32.450885455413754</c:v>
                </c:pt>
                <c:pt idx="4762">
                  <c:v>-31.35293090397176</c:v>
                </c:pt>
                <c:pt idx="4763">
                  <c:v>-28.363733171943295</c:v>
                </c:pt>
                <c:pt idx="4764">
                  <c:v>-25.553929944650054</c:v>
                </c:pt>
                <c:pt idx="4765">
                  <c:v>-23.582330474773649</c:v>
                </c:pt>
                <c:pt idx="4766">
                  <c:v>-21.895324924738954</c:v>
                </c:pt>
                <c:pt idx="4767">
                  <c:v>-19.538706119727919</c:v>
                </c:pt>
                <c:pt idx="4768">
                  <c:v>-16.790031261404184</c:v>
                </c:pt>
                <c:pt idx="4769">
                  <c:v>-17.870168401875794</c:v>
                </c:pt>
                <c:pt idx="4770">
                  <c:v>-17.811017595651016</c:v>
                </c:pt>
                <c:pt idx="4771">
                  <c:v>-19.781860655481527</c:v>
                </c:pt>
                <c:pt idx="4772">
                  <c:v>-20.562814856545405</c:v>
                </c:pt>
                <c:pt idx="4773">
                  <c:v>-20.485061846321855</c:v>
                </c:pt>
                <c:pt idx="4774">
                  <c:v>-19.824334164184741</c:v>
                </c:pt>
                <c:pt idx="4775">
                  <c:v>-20.811834234336509</c:v>
                </c:pt>
                <c:pt idx="4776">
                  <c:v>-20.669071941017457</c:v>
                </c:pt>
                <c:pt idx="4777">
                  <c:v>-18.714554498124485</c:v>
                </c:pt>
                <c:pt idx="4778">
                  <c:v>-11.812202108811988</c:v>
                </c:pt>
                <c:pt idx="4779">
                  <c:v>-3.5226958897115592</c:v>
                </c:pt>
                <c:pt idx="4780">
                  <c:v>1.6167360945675471</c:v>
                </c:pt>
                <c:pt idx="4781">
                  <c:v>0.68723835649703646</c:v>
                </c:pt>
                <c:pt idx="4782">
                  <c:v>4.4517360273182325</c:v>
                </c:pt>
                <c:pt idx="4783">
                  <c:v>5.6832187766266991</c:v>
                </c:pt>
                <c:pt idx="4784">
                  <c:v>7.1705828018424196</c:v>
                </c:pt>
                <c:pt idx="4785">
                  <c:v>7.1078583201972965</c:v>
                </c:pt>
                <c:pt idx="4786">
                  <c:v>7.4041402651958172</c:v>
                </c:pt>
                <c:pt idx="4787">
                  <c:v>4.9460283135794754</c:v>
                </c:pt>
                <c:pt idx="4788">
                  <c:v>1.928537022391418</c:v>
                </c:pt>
                <c:pt idx="4789">
                  <c:v>1.5019778173566753</c:v>
                </c:pt>
                <c:pt idx="4790">
                  <c:v>-1.2217555390106523</c:v>
                </c:pt>
                <c:pt idx="4791">
                  <c:v>-2.6649816681690472</c:v>
                </c:pt>
                <c:pt idx="4792">
                  <c:v>-2.3253990223293606</c:v>
                </c:pt>
                <c:pt idx="4793">
                  <c:v>2.3211771643467949</c:v>
                </c:pt>
                <c:pt idx="4794">
                  <c:v>-1.9766634768634272E-2</c:v>
                </c:pt>
                <c:pt idx="4795">
                  <c:v>4.2357774366509995</c:v>
                </c:pt>
                <c:pt idx="4796">
                  <c:v>7.7942017125327698</c:v>
                </c:pt>
                <c:pt idx="4797">
                  <c:v>8.598886146251564</c:v>
                </c:pt>
                <c:pt idx="4798">
                  <c:v>6.2056044602364677</c:v>
                </c:pt>
                <c:pt idx="4799">
                  <c:v>4.4302030559774312</c:v>
                </c:pt>
                <c:pt idx="4800">
                  <c:v>1.0425969724837785</c:v>
                </c:pt>
                <c:pt idx="4801">
                  <c:v>-0.23257176738663921</c:v>
                </c:pt>
                <c:pt idx="4802">
                  <c:v>-2.1552564136453953</c:v>
                </c:pt>
                <c:pt idx="4803">
                  <c:v>-1.6214191099532598</c:v>
                </c:pt>
                <c:pt idx="4804">
                  <c:v>-6.4333159665391939</c:v>
                </c:pt>
                <c:pt idx="4805">
                  <c:v>-5.7952037507400345</c:v>
                </c:pt>
                <c:pt idx="4806">
                  <c:v>-6.6722364967532215</c:v>
                </c:pt>
                <c:pt idx="4807">
                  <c:v>-5.1263760922040209</c:v>
                </c:pt>
                <c:pt idx="4808">
                  <c:v>-3.88178746956127</c:v>
                </c:pt>
                <c:pt idx="4809">
                  <c:v>-5.2920734677737631</c:v>
                </c:pt>
                <c:pt idx="4810">
                  <c:v>-6.5551191023587272</c:v>
                </c:pt>
                <c:pt idx="4811">
                  <c:v>-6.3740587597162603</c:v>
                </c:pt>
                <c:pt idx="4812">
                  <c:v>-7.545470172930834</c:v>
                </c:pt>
                <c:pt idx="4813">
                  <c:v>-8.4216077578408512</c:v>
                </c:pt>
                <c:pt idx="4814">
                  <c:v>-8.901957606401286</c:v>
                </c:pt>
                <c:pt idx="4815">
                  <c:v>-7.7512031677993036</c:v>
                </c:pt>
                <c:pt idx="4816">
                  <c:v>-7.6271364002220698</c:v>
                </c:pt>
                <c:pt idx="4817">
                  <c:v>-6.6722624348261661</c:v>
                </c:pt>
                <c:pt idx="4818">
                  <c:v>-8.1138622740242994</c:v>
                </c:pt>
                <c:pt idx="4819">
                  <c:v>-8.9766716762186292</c:v>
                </c:pt>
                <c:pt idx="4820">
                  <c:v>-9.3344628130590266</c:v>
                </c:pt>
                <c:pt idx="4821">
                  <c:v>-0.60588835181185363</c:v>
                </c:pt>
                <c:pt idx="4822">
                  <c:v>-3.3910008185337985</c:v>
                </c:pt>
                <c:pt idx="4823">
                  <c:v>1.2279650160643811</c:v>
                </c:pt>
                <c:pt idx="4824">
                  <c:v>-0.82595957321541724</c:v>
                </c:pt>
                <c:pt idx="4825">
                  <c:v>5.2093034246042142</c:v>
                </c:pt>
                <c:pt idx="4826">
                  <c:v>6.1547412512166328</c:v>
                </c:pt>
                <c:pt idx="4827">
                  <c:v>4.2147249367321598</c:v>
                </c:pt>
                <c:pt idx="4828">
                  <c:v>0.68807582332495354</c:v>
                </c:pt>
                <c:pt idx="4829">
                  <c:v>-1.4895578416882915</c:v>
                </c:pt>
                <c:pt idx="4830">
                  <c:v>-7.1942606233390229</c:v>
                </c:pt>
                <c:pt idx="4831">
                  <c:v>-9.7328891473150509</c:v>
                </c:pt>
                <c:pt idx="4832">
                  <c:v>-14.207492876180327</c:v>
                </c:pt>
                <c:pt idx="4833">
                  <c:v>-14.895569671243043</c:v>
                </c:pt>
                <c:pt idx="4834">
                  <c:v>-14.644704690369348</c:v>
                </c:pt>
                <c:pt idx="4835">
                  <c:v>-15.592783478275614</c:v>
                </c:pt>
                <c:pt idx="4836">
                  <c:v>-19.374489769085343</c:v>
                </c:pt>
                <c:pt idx="4837">
                  <c:v>-20.987428716012559</c:v>
                </c:pt>
                <c:pt idx="4838">
                  <c:v>-22.450276313718824</c:v>
                </c:pt>
                <c:pt idx="4839">
                  <c:v>-21.920078593056001</c:v>
                </c:pt>
                <c:pt idx="4840">
                  <c:v>-23.35450661927176</c:v>
                </c:pt>
                <c:pt idx="4841">
                  <c:v>-24.619556014451035</c:v>
                </c:pt>
                <c:pt idx="4842">
                  <c:v>-26.006524029401973</c:v>
                </c:pt>
                <c:pt idx="4843">
                  <c:v>-24.688153345596287</c:v>
                </c:pt>
                <c:pt idx="4844">
                  <c:v>-24.63188726797986</c:v>
                </c:pt>
                <c:pt idx="4845">
                  <c:v>-23.303410430987345</c:v>
                </c:pt>
                <c:pt idx="4846">
                  <c:v>-25.32469364000762</c:v>
                </c:pt>
                <c:pt idx="4847">
                  <c:v>-21.39654391480169</c:v>
                </c:pt>
                <c:pt idx="4848">
                  <c:v>-22.01602978993327</c:v>
                </c:pt>
                <c:pt idx="4849">
                  <c:v>-22.660128112843076</c:v>
                </c:pt>
                <c:pt idx="4850">
                  <c:v>-22.372643776989761</c:v>
                </c:pt>
                <c:pt idx="4851">
                  <c:v>-20.844067831654275</c:v>
                </c:pt>
                <c:pt idx="4852">
                  <c:v>-20.143618099373629</c:v>
                </c:pt>
                <c:pt idx="4853">
                  <c:v>-18.125934800074315</c:v>
                </c:pt>
                <c:pt idx="4854">
                  <c:v>-20.510655621644872</c:v>
                </c:pt>
                <c:pt idx="4855">
                  <c:v>-23.229499191054078</c:v>
                </c:pt>
                <c:pt idx="4856">
                  <c:v>-23.387222743767161</c:v>
                </c:pt>
                <c:pt idx="4857">
                  <c:v>-24.945897137991128</c:v>
                </c:pt>
                <c:pt idx="4858">
                  <c:v>-23.907860545279206</c:v>
                </c:pt>
                <c:pt idx="4859">
                  <c:v>-21.955066512805111</c:v>
                </c:pt>
                <c:pt idx="4860">
                  <c:v>-24.917149838070529</c:v>
                </c:pt>
                <c:pt idx="4861">
                  <c:v>-25.617034053189734</c:v>
                </c:pt>
                <c:pt idx="4862">
                  <c:v>-24.325159051153491</c:v>
                </c:pt>
                <c:pt idx="4863">
                  <c:v>-25.659510618442425</c:v>
                </c:pt>
                <c:pt idx="4864">
                  <c:v>-26.802969151108083</c:v>
                </c:pt>
                <c:pt idx="4865">
                  <c:v>-28.370149393710275</c:v>
                </c:pt>
                <c:pt idx="4866">
                  <c:v>-27.858949137470169</c:v>
                </c:pt>
                <c:pt idx="4867">
                  <c:v>-28.552479187727435</c:v>
                </c:pt>
                <c:pt idx="4868">
                  <c:v>-27.812635959790711</c:v>
                </c:pt>
                <c:pt idx="4869">
                  <c:v>-26.161051694800982</c:v>
                </c:pt>
                <c:pt idx="4870">
                  <c:v>-24.382995779678133</c:v>
                </c:pt>
                <c:pt idx="4871">
                  <c:v>-20.735655340091601</c:v>
                </c:pt>
                <c:pt idx="4872">
                  <c:v>-18.369604542251185</c:v>
                </c:pt>
                <c:pt idx="4873">
                  <c:v>-10.087965070255098</c:v>
                </c:pt>
                <c:pt idx="4874">
                  <c:v>-7.7745843976677484</c:v>
                </c:pt>
                <c:pt idx="4875">
                  <c:v>-7.4059459401965819</c:v>
                </c:pt>
                <c:pt idx="4876">
                  <c:v>-12.356019082380984</c:v>
                </c:pt>
                <c:pt idx="4877">
                  <c:v>-13.879557440754915</c:v>
                </c:pt>
                <c:pt idx="4878">
                  <c:v>-15.436187474575334</c:v>
                </c:pt>
                <c:pt idx="4879">
                  <c:v>-17.897313059312673</c:v>
                </c:pt>
                <c:pt idx="4880">
                  <c:v>-18.921281332205197</c:v>
                </c:pt>
                <c:pt idx="4881">
                  <c:v>-21.083080688094299</c:v>
                </c:pt>
                <c:pt idx="4882">
                  <c:v>-18.857825669780397</c:v>
                </c:pt>
                <c:pt idx="4883">
                  <c:v>-18.547337400856346</c:v>
                </c:pt>
                <c:pt idx="4884">
                  <c:v>-21.098310436058011</c:v>
                </c:pt>
                <c:pt idx="4885">
                  <c:v>-16.319123783296767</c:v>
                </c:pt>
                <c:pt idx="4886">
                  <c:v>-12.02716667252462</c:v>
                </c:pt>
                <c:pt idx="4887">
                  <c:v>-12.352255634620739</c:v>
                </c:pt>
                <c:pt idx="4888">
                  <c:v>-10.275074005101038</c:v>
                </c:pt>
                <c:pt idx="4889">
                  <c:v>-10.109437083150311</c:v>
                </c:pt>
                <c:pt idx="4890">
                  <c:v>-9.0802245559384485</c:v>
                </c:pt>
                <c:pt idx="4891">
                  <c:v>-11.430256686654534</c:v>
                </c:pt>
                <c:pt idx="4892">
                  <c:v>-10.871024542577771</c:v>
                </c:pt>
                <c:pt idx="4893">
                  <c:v>-8.1703734538779642</c:v>
                </c:pt>
                <c:pt idx="4894">
                  <c:v>-9.3691004708232484</c:v>
                </c:pt>
                <c:pt idx="4895">
                  <c:v>-8.5384513216427713</c:v>
                </c:pt>
                <c:pt idx="4896">
                  <c:v>-8.8142855204678341</c:v>
                </c:pt>
                <c:pt idx="4897">
                  <c:v>-9.2553675927655714</c:v>
                </c:pt>
                <c:pt idx="4898">
                  <c:v>-3.2661471015503833</c:v>
                </c:pt>
                <c:pt idx="4899">
                  <c:v>-8.4942798783379345</c:v>
                </c:pt>
                <c:pt idx="4900">
                  <c:v>-8.9528870634095625</c:v>
                </c:pt>
                <c:pt idx="4901">
                  <c:v>-9.6012346982843368</c:v>
                </c:pt>
                <c:pt idx="4902">
                  <c:v>-8.6932994041735778</c:v>
                </c:pt>
                <c:pt idx="4903">
                  <c:v>-7.5507810477182105</c:v>
                </c:pt>
                <c:pt idx="4904">
                  <c:v>-0.72013570569238006</c:v>
                </c:pt>
                <c:pt idx="4905">
                  <c:v>2.0926300191812484</c:v>
                </c:pt>
                <c:pt idx="4906">
                  <c:v>-0.44244766586760642</c:v>
                </c:pt>
                <c:pt idx="4907">
                  <c:v>-0.13799632668197381</c:v>
                </c:pt>
                <c:pt idx="4908">
                  <c:v>0.57633449788810565</c:v>
                </c:pt>
                <c:pt idx="4909">
                  <c:v>3.3805701340229151</c:v>
                </c:pt>
                <c:pt idx="4910">
                  <c:v>12.143748097456966</c:v>
                </c:pt>
                <c:pt idx="4911">
                  <c:v>11.661324301133437</c:v>
                </c:pt>
                <c:pt idx="4912">
                  <c:v>12.298118375931104</c:v>
                </c:pt>
                <c:pt idx="4913">
                  <c:v>9.5021438688697835</c:v>
                </c:pt>
                <c:pt idx="4914">
                  <c:v>9.4268978902804328</c:v>
                </c:pt>
                <c:pt idx="4915">
                  <c:v>11.816038712305671</c:v>
                </c:pt>
                <c:pt idx="4916">
                  <c:v>8.4821936374542943</c:v>
                </c:pt>
                <c:pt idx="4917">
                  <c:v>9.689660176587255</c:v>
                </c:pt>
                <c:pt idx="4918">
                  <c:v>11.959800247148779</c:v>
                </c:pt>
                <c:pt idx="4919">
                  <c:v>8.4922323034140703</c:v>
                </c:pt>
                <c:pt idx="4920">
                  <c:v>7.3509164069110398</c:v>
                </c:pt>
                <c:pt idx="4921">
                  <c:v>6.6575843202961158</c:v>
                </c:pt>
                <c:pt idx="4922">
                  <c:v>4.7313379409596443</c:v>
                </c:pt>
                <c:pt idx="4923">
                  <c:v>3.8931495649304444</c:v>
                </c:pt>
                <c:pt idx="4924">
                  <c:v>6.2688047910948494</c:v>
                </c:pt>
                <c:pt idx="4925">
                  <c:v>10.241378443390575</c:v>
                </c:pt>
                <c:pt idx="4926">
                  <c:v>11.102767828693288</c:v>
                </c:pt>
                <c:pt idx="4927">
                  <c:v>12.158851147255699</c:v>
                </c:pt>
                <c:pt idx="4928">
                  <c:v>11.323273550413596</c:v>
                </c:pt>
                <c:pt idx="4929">
                  <c:v>11.363250767980716</c:v>
                </c:pt>
                <c:pt idx="4930">
                  <c:v>11.13491144056063</c:v>
                </c:pt>
                <c:pt idx="4931">
                  <c:v>13.854641802975468</c:v>
                </c:pt>
                <c:pt idx="4932">
                  <c:v>19.719840582511711</c:v>
                </c:pt>
                <c:pt idx="4933">
                  <c:v>22.744246325643871</c:v>
                </c:pt>
                <c:pt idx="4934">
                  <c:v>23.539475731572473</c:v>
                </c:pt>
                <c:pt idx="4935">
                  <c:v>22.754912237077587</c:v>
                </c:pt>
                <c:pt idx="4936">
                  <c:v>20.75622745811177</c:v>
                </c:pt>
                <c:pt idx="4937">
                  <c:v>19.562466438217818</c:v>
                </c:pt>
                <c:pt idx="4938">
                  <c:v>18.873001608215425</c:v>
                </c:pt>
                <c:pt idx="4939">
                  <c:v>19.188965399035084</c:v>
                </c:pt>
                <c:pt idx="4940">
                  <c:v>21.997488520566517</c:v>
                </c:pt>
                <c:pt idx="4941">
                  <c:v>30.427420835775166</c:v>
                </c:pt>
                <c:pt idx="4942">
                  <c:v>29.10017968659638</c:v>
                </c:pt>
                <c:pt idx="4943">
                  <c:v>30.023383224407642</c:v>
                </c:pt>
                <c:pt idx="4944">
                  <c:v>26.814292608396396</c:v>
                </c:pt>
                <c:pt idx="4945">
                  <c:v>26.188549250435148</c:v>
                </c:pt>
                <c:pt idx="4946">
                  <c:v>30.507483970180054</c:v>
                </c:pt>
                <c:pt idx="4947">
                  <c:v>28.755018892061891</c:v>
                </c:pt>
                <c:pt idx="4948">
                  <c:v>24.613085082495804</c:v>
                </c:pt>
                <c:pt idx="4949">
                  <c:v>25.265410382610952</c:v>
                </c:pt>
                <c:pt idx="4950">
                  <c:v>25.80852338284285</c:v>
                </c:pt>
                <c:pt idx="4951">
                  <c:v>25.156940711969074</c:v>
                </c:pt>
                <c:pt idx="4952">
                  <c:v>24.002546612754116</c:v>
                </c:pt>
                <c:pt idx="4953">
                  <c:v>21.995148397113219</c:v>
                </c:pt>
                <c:pt idx="4954">
                  <c:v>20.93015868432137</c:v>
                </c:pt>
                <c:pt idx="4955">
                  <c:v>21.272516497480094</c:v>
                </c:pt>
                <c:pt idx="4956">
                  <c:v>21.112451710237416</c:v>
                </c:pt>
                <c:pt idx="4957">
                  <c:v>23.504735364901805</c:v>
                </c:pt>
                <c:pt idx="4958">
                  <c:v>26.736691677859802</c:v>
                </c:pt>
                <c:pt idx="4959">
                  <c:v>29.153415885078982</c:v>
                </c:pt>
                <c:pt idx="4960">
                  <c:v>32.189554229451005</c:v>
                </c:pt>
                <c:pt idx="4961">
                  <c:v>34.449716832774577</c:v>
                </c:pt>
                <c:pt idx="4962">
                  <c:v>35.52143771609655</c:v>
                </c:pt>
                <c:pt idx="4963">
                  <c:v>37.676365843240006</c:v>
                </c:pt>
                <c:pt idx="4964">
                  <c:v>37.409746767630445</c:v>
                </c:pt>
                <c:pt idx="4965">
                  <c:v>34.841076663475789</c:v>
                </c:pt>
                <c:pt idx="4966">
                  <c:v>39.242971679789569</c:v>
                </c:pt>
                <c:pt idx="4967">
                  <c:v>41.488376465091555</c:v>
                </c:pt>
                <c:pt idx="4968">
                  <c:v>37.573495583845549</c:v>
                </c:pt>
                <c:pt idx="4969">
                  <c:v>38.671605702100109</c:v>
                </c:pt>
                <c:pt idx="4970">
                  <c:v>40.880012369143927</c:v>
                </c:pt>
                <c:pt idx="4971">
                  <c:v>41.261975985594383</c:v>
                </c:pt>
                <c:pt idx="4972">
                  <c:v>47.174671894739944</c:v>
                </c:pt>
                <c:pt idx="4973">
                  <c:v>51.368120437881593</c:v>
                </c:pt>
                <c:pt idx="4974">
                  <c:v>47.83619660781325</c:v>
                </c:pt>
                <c:pt idx="4975">
                  <c:v>50.393891153647346</c:v>
                </c:pt>
                <c:pt idx="4976">
                  <c:v>51.236971125091181</c:v>
                </c:pt>
                <c:pt idx="4977">
                  <c:v>50.850125658671928</c:v>
                </c:pt>
                <c:pt idx="4978">
                  <c:v>48.622322596507416</c:v>
                </c:pt>
                <c:pt idx="4979">
                  <c:v>47.552752832326306</c:v>
                </c:pt>
                <c:pt idx="4980">
                  <c:v>45.055581578801686</c:v>
                </c:pt>
                <c:pt idx="4981">
                  <c:v>48.708873440567857</c:v>
                </c:pt>
                <c:pt idx="4982">
                  <c:v>49.46325370129756</c:v>
                </c:pt>
                <c:pt idx="4983">
                  <c:v>47.160835148585868</c:v>
                </c:pt>
                <c:pt idx="4984">
                  <c:v>46.635215853043618</c:v>
                </c:pt>
                <c:pt idx="4985">
                  <c:v>46.383098970063287</c:v>
                </c:pt>
                <c:pt idx="4986">
                  <c:v>45.171566582851327</c:v>
                </c:pt>
                <c:pt idx="4987">
                  <c:v>43.597060854794968</c:v>
                </c:pt>
                <c:pt idx="4988">
                  <c:v>48.628187593347185</c:v>
                </c:pt>
                <c:pt idx="4989">
                  <c:v>50.925417676389742</c:v>
                </c:pt>
                <c:pt idx="4990">
                  <c:v>54.857963617796642</c:v>
                </c:pt>
                <c:pt idx="4991">
                  <c:v>52.314818186245837</c:v>
                </c:pt>
                <c:pt idx="4992">
                  <c:v>60.02550588420236</c:v>
                </c:pt>
                <c:pt idx="4993">
                  <c:v>61.454957901329344</c:v>
                </c:pt>
                <c:pt idx="4994">
                  <c:v>62.114382916542631</c:v>
                </c:pt>
                <c:pt idx="4995">
                  <c:v>61.729409017249509</c:v>
                </c:pt>
                <c:pt idx="4996">
                  <c:v>63.607792717881551</c:v>
                </c:pt>
                <c:pt idx="4997">
                  <c:v>62.662455567688269</c:v>
                </c:pt>
                <c:pt idx="4998">
                  <c:v>64.130775894106122</c:v>
                </c:pt>
                <c:pt idx="4999">
                  <c:v>66.058633302822656</c:v>
                </c:pt>
                <c:pt idx="5000">
                  <c:v>67.959366598148051</c:v>
                </c:pt>
                <c:pt idx="5001">
                  <c:v>65.443295691078134</c:v>
                </c:pt>
                <c:pt idx="5002">
                  <c:v>65.877898026200967</c:v>
                </c:pt>
                <c:pt idx="5003">
                  <c:v>61.966292060654631</c:v>
                </c:pt>
                <c:pt idx="5004">
                  <c:v>61.0952409011255</c:v>
                </c:pt>
                <c:pt idx="5005">
                  <c:v>63.403363918888331</c:v>
                </c:pt>
                <c:pt idx="5006">
                  <c:v>61.70086350033781</c:v>
                </c:pt>
                <c:pt idx="5007">
                  <c:v>59.043890432776145</c:v>
                </c:pt>
                <c:pt idx="5008">
                  <c:v>59.440563588335621</c:v>
                </c:pt>
                <c:pt idx="5009">
                  <c:v>66.438676746083161</c:v>
                </c:pt>
                <c:pt idx="5010">
                  <c:v>65.060498095359549</c:v>
                </c:pt>
                <c:pt idx="5011">
                  <c:v>60.16799692026563</c:v>
                </c:pt>
                <c:pt idx="5012">
                  <c:v>57.81716109886716</c:v>
                </c:pt>
                <c:pt idx="5013">
                  <c:v>65.909340580608344</c:v>
                </c:pt>
                <c:pt idx="5014">
                  <c:v>66.585548764896799</c:v>
                </c:pt>
                <c:pt idx="5015">
                  <c:v>61.099298461015508</c:v>
                </c:pt>
                <c:pt idx="5016">
                  <c:v>62.477197942013326</c:v>
                </c:pt>
                <c:pt idx="5017">
                  <c:v>57.883184129304468</c:v>
                </c:pt>
                <c:pt idx="5018">
                  <c:v>64.804707476554228</c:v>
                </c:pt>
                <c:pt idx="5019">
                  <c:v>63.183463416591152</c:v>
                </c:pt>
                <c:pt idx="5020">
                  <c:v>61.741924000286268</c:v>
                </c:pt>
                <c:pt idx="5021">
                  <c:v>54.63441312266837</c:v>
                </c:pt>
                <c:pt idx="5022">
                  <c:v>54.469325555206062</c:v>
                </c:pt>
                <c:pt idx="5023">
                  <c:v>60.791725171601755</c:v>
                </c:pt>
                <c:pt idx="5024">
                  <c:v>61.600981692424625</c:v>
                </c:pt>
                <c:pt idx="5025">
                  <c:v>58.992481364427057</c:v>
                </c:pt>
                <c:pt idx="5026">
                  <c:v>60.298584489350091</c:v>
                </c:pt>
                <c:pt idx="5027">
                  <c:v>61.247657944645724</c:v>
                </c:pt>
                <c:pt idx="5028">
                  <c:v>62.706124709669865</c:v>
                </c:pt>
                <c:pt idx="5029">
                  <c:v>63.810830239923476</c:v>
                </c:pt>
                <c:pt idx="5030">
                  <c:v>62.088253109784212</c:v>
                </c:pt>
                <c:pt idx="5031">
                  <c:v>64.545886800733669</c:v>
                </c:pt>
                <c:pt idx="5032">
                  <c:v>57.75750993346383</c:v>
                </c:pt>
                <c:pt idx="5033">
                  <c:v>56.261624692862334</c:v>
                </c:pt>
                <c:pt idx="5034">
                  <c:v>53.222895704667557</c:v>
                </c:pt>
                <c:pt idx="5035">
                  <c:v>60.6471152089144</c:v>
                </c:pt>
                <c:pt idx="5036">
                  <c:v>65.508066988778765</c:v>
                </c:pt>
                <c:pt idx="5037">
                  <c:v>61.367300940334957</c:v>
                </c:pt>
                <c:pt idx="5038">
                  <c:v>56.176296822257072</c:v>
                </c:pt>
                <c:pt idx="5039">
                  <c:v>50.149847157735756</c:v>
                </c:pt>
                <c:pt idx="5040">
                  <c:v>50.118436684033064</c:v>
                </c:pt>
                <c:pt idx="5041">
                  <c:v>48.716832656134486</c:v>
                </c:pt>
                <c:pt idx="5042">
                  <c:v>52.072263755448489</c:v>
                </c:pt>
                <c:pt idx="5043">
                  <c:v>54.945896735943947</c:v>
                </c:pt>
                <c:pt idx="5044">
                  <c:v>54.290757661457576</c:v>
                </c:pt>
                <c:pt idx="5045">
                  <c:v>45.526121858870752</c:v>
                </c:pt>
                <c:pt idx="5046">
                  <c:v>51.36176326414958</c:v>
                </c:pt>
                <c:pt idx="5047">
                  <c:v>54.995547695822005</c:v>
                </c:pt>
                <c:pt idx="5048">
                  <c:v>48.529935303976266</c:v>
                </c:pt>
                <c:pt idx="5049">
                  <c:v>49.152313648958192</c:v>
                </c:pt>
                <c:pt idx="5050">
                  <c:v>46.824515765153834</c:v>
                </c:pt>
                <c:pt idx="5051">
                  <c:v>45.293935949002872</c:v>
                </c:pt>
                <c:pt idx="5052">
                  <c:v>42.433309244291678</c:v>
                </c:pt>
                <c:pt idx="5053">
                  <c:v>45.978616890182984</c:v>
                </c:pt>
                <c:pt idx="5054">
                  <c:v>42.15270162959547</c:v>
                </c:pt>
                <c:pt idx="5055">
                  <c:v>37.19469324317852</c:v>
                </c:pt>
                <c:pt idx="5056">
                  <c:v>36.463457239051493</c:v>
                </c:pt>
                <c:pt idx="5057">
                  <c:v>31.360558394059332</c:v>
                </c:pt>
                <c:pt idx="5058">
                  <c:v>35.51699993637888</c:v>
                </c:pt>
                <c:pt idx="5059">
                  <c:v>34.844476916210375</c:v>
                </c:pt>
                <c:pt idx="5060">
                  <c:v>31.292588407557066</c:v>
                </c:pt>
                <c:pt idx="5061">
                  <c:v>29.851462008385628</c:v>
                </c:pt>
                <c:pt idx="5062">
                  <c:v>27.242748067389449</c:v>
                </c:pt>
                <c:pt idx="5063">
                  <c:v>22.606157725382467</c:v>
                </c:pt>
                <c:pt idx="5064">
                  <c:v>20.354138853043377</c:v>
                </c:pt>
                <c:pt idx="5065">
                  <c:v>20.817444060570601</c:v>
                </c:pt>
                <c:pt idx="5066">
                  <c:v>20.791385557391934</c:v>
                </c:pt>
                <c:pt idx="5067">
                  <c:v>19.837328289210451</c:v>
                </c:pt>
                <c:pt idx="5068">
                  <c:v>15.788193204207726</c:v>
                </c:pt>
                <c:pt idx="5069">
                  <c:v>16.033676405265915</c:v>
                </c:pt>
                <c:pt idx="5070">
                  <c:v>11.757764199431785</c:v>
                </c:pt>
                <c:pt idx="5071">
                  <c:v>10.601638336148387</c:v>
                </c:pt>
                <c:pt idx="5072">
                  <c:v>9.1034824804795438</c:v>
                </c:pt>
                <c:pt idx="5073">
                  <c:v>11.135785162660358</c:v>
                </c:pt>
                <c:pt idx="5074">
                  <c:v>9.4384131218056329</c:v>
                </c:pt>
                <c:pt idx="5075">
                  <c:v>10.05291614465912</c:v>
                </c:pt>
                <c:pt idx="5076">
                  <c:v>11.590696322556138</c:v>
                </c:pt>
                <c:pt idx="5077">
                  <c:v>11.401776293625694</c:v>
                </c:pt>
                <c:pt idx="5078">
                  <c:v>12.657999666474435</c:v>
                </c:pt>
                <c:pt idx="5079">
                  <c:v>15.761503372460744</c:v>
                </c:pt>
                <c:pt idx="5080">
                  <c:v>15.26322125699989</c:v>
                </c:pt>
                <c:pt idx="5081">
                  <c:v>13.793115782799644</c:v>
                </c:pt>
                <c:pt idx="5082">
                  <c:v>13.54090337212954</c:v>
                </c:pt>
                <c:pt idx="5083">
                  <c:v>13.072786668091439</c:v>
                </c:pt>
                <c:pt idx="5084">
                  <c:v>15.487210256016485</c:v>
                </c:pt>
                <c:pt idx="5085">
                  <c:v>14.501310036049075</c:v>
                </c:pt>
                <c:pt idx="5086">
                  <c:v>12.321681760267154</c:v>
                </c:pt>
                <c:pt idx="5087">
                  <c:v>11.436883606464171</c:v>
                </c:pt>
                <c:pt idx="5088">
                  <c:v>11.621131194015796</c:v>
                </c:pt>
                <c:pt idx="5089">
                  <c:v>12.047328726491626</c:v>
                </c:pt>
                <c:pt idx="5090">
                  <c:v>12.966382326489324</c:v>
                </c:pt>
                <c:pt idx="5091">
                  <c:v>15.467742873148291</c:v>
                </c:pt>
                <c:pt idx="5092">
                  <c:v>15.824963776934421</c:v>
                </c:pt>
                <c:pt idx="5093">
                  <c:v>13.580606144822251</c:v>
                </c:pt>
                <c:pt idx="5094">
                  <c:v>12.264305084416025</c:v>
                </c:pt>
                <c:pt idx="5095">
                  <c:v>11.945860325352317</c:v>
                </c:pt>
                <c:pt idx="5096">
                  <c:v>14.481552940181857</c:v>
                </c:pt>
                <c:pt idx="5097">
                  <c:v>15.753970155961092</c:v>
                </c:pt>
                <c:pt idx="5098">
                  <c:v>18.522319407402545</c:v>
                </c:pt>
                <c:pt idx="5099">
                  <c:v>17.788968475929462</c:v>
                </c:pt>
                <c:pt idx="5100">
                  <c:v>21.017675656248446</c:v>
                </c:pt>
                <c:pt idx="5101">
                  <c:v>30.467714911969601</c:v>
                </c:pt>
                <c:pt idx="5102">
                  <c:v>28.593247993381031</c:v>
                </c:pt>
                <c:pt idx="5103">
                  <c:v>27.189782267725686</c:v>
                </c:pt>
                <c:pt idx="5104">
                  <c:v>27.349981014422319</c:v>
                </c:pt>
                <c:pt idx="5105">
                  <c:v>25.93426976149054</c:v>
                </c:pt>
                <c:pt idx="5106">
                  <c:v>25.991665706397836</c:v>
                </c:pt>
                <c:pt idx="5107">
                  <c:v>25.321768803168741</c:v>
                </c:pt>
                <c:pt idx="5108">
                  <c:v>27.293120748539998</c:v>
                </c:pt>
                <c:pt idx="5109">
                  <c:v>30.703779536132167</c:v>
                </c:pt>
                <c:pt idx="5110">
                  <c:v>27.662632428954662</c:v>
                </c:pt>
                <c:pt idx="5111">
                  <c:v>25.144956601100418</c:v>
                </c:pt>
                <c:pt idx="5112">
                  <c:v>24.58203404422995</c:v>
                </c:pt>
                <c:pt idx="5113">
                  <c:v>29.143912460702794</c:v>
                </c:pt>
                <c:pt idx="5114">
                  <c:v>35.026323640898248</c:v>
                </c:pt>
                <c:pt idx="5115">
                  <c:v>35.113671069103582</c:v>
                </c:pt>
                <c:pt idx="5116">
                  <c:v>36.778189976576328</c:v>
                </c:pt>
                <c:pt idx="5117">
                  <c:v>34.934876427328945</c:v>
                </c:pt>
                <c:pt idx="5118">
                  <c:v>36.991695780610982</c:v>
                </c:pt>
                <c:pt idx="5119">
                  <c:v>35.643467850522079</c:v>
                </c:pt>
                <c:pt idx="5120">
                  <c:v>34.987591425957582</c:v>
                </c:pt>
                <c:pt idx="5121">
                  <c:v>33.876708937177511</c:v>
                </c:pt>
                <c:pt idx="5122">
                  <c:v>33.749334851252051</c:v>
                </c:pt>
                <c:pt idx="5123">
                  <c:v>34.92957707945969</c:v>
                </c:pt>
                <c:pt idx="5124">
                  <c:v>33.034393925097163</c:v>
                </c:pt>
                <c:pt idx="5125">
                  <c:v>31.491782877486248</c:v>
                </c:pt>
                <c:pt idx="5126">
                  <c:v>35.85708345300548</c:v>
                </c:pt>
                <c:pt idx="5127">
                  <c:v>33.409334459381931</c:v>
                </c:pt>
                <c:pt idx="5128">
                  <c:v>30.844347387002703</c:v>
                </c:pt>
                <c:pt idx="5129">
                  <c:v>33.535177987075144</c:v>
                </c:pt>
                <c:pt idx="5130">
                  <c:v>37.538086547511185</c:v>
                </c:pt>
                <c:pt idx="5131">
                  <c:v>35.126186187542359</c:v>
                </c:pt>
                <c:pt idx="5132">
                  <c:v>37.525283087925153</c:v>
                </c:pt>
                <c:pt idx="5133">
                  <c:v>36.715405709361413</c:v>
                </c:pt>
                <c:pt idx="5134">
                  <c:v>43.501071352596476</c:v>
                </c:pt>
                <c:pt idx="5135">
                  <c:v>39.986918576327703</c:v>
                </c:pt>
                <c:pt idx="5136">
                  <c:v>35.40443319410624</c:v>
                </c:pt>
                <c:pt idx="5137">
                  <c:v>32.010183382448538</c:v>
                </c:pt>
                <c:pt idx="5138">
                  <c:v>24.708300461136634</c:v>
                </c:pt>
                <c:pt idx="5139">
                  <c:v>32.499366262636073</c:v>
                </c:pt>
                <c:pt idx="5140">
                  <c:v>35.866572213963593</c:v>
                </c:pt>
                <c:pt idx="5141">
                  <c:v>34.983413870977166</c:v>
                </c:pt>
                <c:pt idx="5142">
                  <c:v>38.162472165481212</c:v>
                </c:pt>
                <c:pt idx="5143">
                  <c:v>42.67089627941894</c:v>
                </c:pt>
                <c:pt idx="5144">
                  <c:v>50.839389609545648</c:v>
                </c:pt>
                <c:pt idx="5145">
                  <c:v>52.824922480029841</c:v>
                </c:pt>
                <c:pt idx="5146">
                  <c:v>58.372977650910258</c:v>
                </c:pt>
                <c:pt idx="5147">
                  <c:v>56.751683688791545</c:v>
                </c:pt>
                <c:pt idx="5148">
                  <c:v>55.885406368799579</c:v>
                </c:pt>
                <c:pt idx="5149">
                  <c:v>57.302423178327764</c:v>
                </c:pt>
                <c:pt idx="5150">
                  <c:v>57.483896379632021</c:v>
                </c:pt>
                <c:pt idx="5151">
                  <c:v>55.791936836897911</c:v>
                </c:pt>
                <c:pt idx="5152">
                  <c:v>52.445534669081155</c:v>
                </c:pt>
                <c:pt idx="5153">
                  <c:v>52.137571443360372</c:v>
                </c:pt>
                <c:pt idx="5154">
                  <c:v>52.63906829699016</c:v>
                </c:pt>
                <c:pt idx="5155">
                  <c:v>54.110516173583811</c:v>
                </c:pt>
                <c:pt idx="5156">
                  <c:v>52.862427928327122</c:v>
                </c:pt>
                <c:pt idx="5157">
                  <c:v>55.462187818155861</c:v>
                </c:pt>
                <c:pt idx="5158">
                  <c:v>55.091855050723382</c:v>
                </c:pt>
                <c:pt idx="5159">
                  <c:v>53.482829807128276</c:v>
                </c:pt>
                <c:pt idx="5160">
                  <c:v>50.101733688920781</c:v>
                </c:pt>
                <c:pt idx="5161">
                  <c:v>46.200902783684114</c:v>
                </c:pt>
                <c:pt idx="5162">
                  <c:v>46.115328007791703</c:v>
                </c:pt>
                <c:pt idx="5163">
                  <c:v>45.46229886331566</c:v>
                </c:pt>
                <c:pt idx="5164">
                  <c:v>44.430814279996845</c:v>
                </c:pt>
                <c:pt idx="5165">
                  <c:v>41.160037424605548</c:v>
                </c:pt>
                <c:pt idx="5166">
                  <c:v>44.249384943510734</c:v>
                </c:pt>
                <c:pt idx="5167">
                  <c:v>42.767097379388431</c:v>
                </c:pt>
                <c:pt idx="5168">
                  <c:v>40.782246246722806</c:v>
                </c:pt>
                <c:pt idx="5169">
                  <c:v>43.101795079966145</c:v>
                </c:pt>
                <c:pt idx="5170">
                  <c:v>40.110902420479981</c:v>
                </c:pt>
                <c:pt idx="5171">
                  <c:v>38.34823754813798</c:v>
                </c:pt>
                <c:pt idx="5172">
                  <c:v>38.25741536602392</c:v>
                </c:pt>
                <c:pt idx="5173">
                  <c:v>41.184418007572695</c:v>
                </c:pt>
                <c:pt idx="5174">
                  <c:v>38.55336408422783</c:v>
                </c:pt>
                <c:pt idx="5175">
                  <c:v>37.99647294100032</c:v>
                </c:pt>
                <c:pt idx="5176">
                  <c:v>36.885691043673518</c:v>
                </c:pt>
                <c:pt idx="5177">
                  <c:v>37.317367608396744</c:v>
                </c:pt>
                <c:pt idx="5178">
                  <c:v>38.37706120188323</c:v>
                </c:pt>
                <c:pt idx="5179">
                  <c:v>41.518286985925549</c:v>
                </c:pt>
                <c:pt idx="5180">
                  <c:v>38.946033393915606</c:v>
                </c:pt>
                <c:pt idx="5181">
                  <c:v>40.891011388131879</c:v>
                </c:pt>
                <c:pt idx="5182">
                  <c:v>37.248831881179882</c:v>
                </c:pt>
                <c:pt idx="5183">
                  <c:v>37.625047743210139</c:v>
                </c:pt>
                <c:pt idx="5184">
                  <c:v>38.078546771861625</c:v>
                </c:pt>
                <c:pt idx="5185">
                  <c:v>43.89394492390884</c:v>
                </c:pt>
                <c:pt idx="5186">
                  <c:v>43.646890427137429</c:v>
                </c:pt>
                <c:pt idx="5187">
                  <c:v>46.336580653350595</c:v>
                </c:pt>
                <c:pt idx="5188">
                  <c:v>43.409282999269621</c:v>
                </c:pt>
                <c:pt idx="5189">
                  <c:v>39.976340448720556</c:v>
                </c:pt>
                <c:pt idx="5190">
                  <c:v>40.950630784943726</c:v>
                </c:pt>
                <c:pt idx="5191">
                  <c:v>39.576140216246777</c:v>
                </c:pt>
                <c:pt idx="5192">
                  <c:v>40.890631120649346</c:v>
                </c:pt>
                <c:pt idx="5193">
                  <c:v>41.581701004819479</c:v>
                </c:pt>
                <c:pt idx="5194">
                  <c:v>39.700621241891341</c:v>
                </c:pt>
                <c:pt idx="5195">
                  <c:v>41.002664043729453</c:v>
                </c:pt>
                <c:pt idx="5196">
                  <c:v>39.194256244629727</c:v>
                </c:pt>
                <c:pt idx="5197">
                  <c:v>37.499185282344683</c:v>
                </c:pt>
                <c:pt idx="5198">
                  <c:v>41.016408996459504</c:v>
                </c:pt>
                <c:pt idx="5199">
                  <c:v>37.75672416287118</c:v>
                </c:pt>
                <c:pt idx="5200">
                  <c:v>34.361359264467531</c:v>
                </c:pt>
                <c:pt idx="5201">
                  <c:v>32.665005644248659</c:v>
                </c:pt>
                <c:pt idx="5202">
                  <c:v>30.876191301944761</c:v>
                </c:pt>
                <c:pt idx="5203">
                  <c:v>29.549400516649175</c:v>
                </c:pt>
                <c:pt idx="5204">
                  <c:v>18.58703218484991</c:v>
                </c:pt>
                <c:pt idx="5205">
                  <c:v>21.37293890133369</c:v>
                </c:pt>
                <c:pt idx="5206">
                  <c:v>29.077957076923724</c:v>
                </c:pt>
                <c:pt idx="5207">
                  <c:v>36.340205676962455</c:v>
                </c:pt>
                <c:pt idx="5208">
                  <c:v>44.506908609680707</c:v>
                </c:pt>
                <c:pt idx="5209">
                  <c:v>38.599664627625451</c:v>
                </c:pt>
                <c:pt idx="5210">
                  <c:v>30.526947894616146</c:v>
                </c:pt>
                <c:pt idx="5211">
                  <c:v>31.30747461162543</c:v>
                </c:pt>
                <c:pt idx="5212">
                  <c:v>30.675446243294449</c:v>
                </c:pt>
                <c:pt idx="5213">
                  <c:v>33.091836218533054</c:v>
                </c:pt>
                <c:pt idx="5214">
                  <c:v>35.467907048681496</c:v>
                </c:pt>
                <c:pt idx="5215">
                  <c:v>30.02949650310747</c:v>
                </c:pt>
                <c:pt idx="5216">
                  <c:v>36.623376080877144</c:v>
                </c:pt>
                <c:pt idx="5217">
                  <c:v>37.800489071897452</c:v>
                </c:pt>
                <c:pt idx="5218">
                  <c:v>37.853661671178429</c:v>
                </c:pt>
                <c:pt idx="5219">
                  <c:v>39.783549502026496</c:v>
                </c:pt>
                <c:pt idx="5220">
                  <c:v>35.77862446192276</c:v>
                </c:pt>
                <c:pt idx="5221">
                  <c:v>36.358725603626695</c:v>
                </c:pt>
                <c:pt idx="5222">
                  <c:v>36.968329285967002</c:v>
                </c:pt>
                <c:pt idx="5223">
                  <c:v>36.658980509437761</c:v>
                </c:pt>
                <c:pt idx="5224">
                  <c:v>38.430996327544761</c:v>
                </c:pt>
                <c:pt idx="5225">
                  <c:v>40.213164299576597</c:v>
                </c:pt>
                <c:pt idx="5226">
                  <c:v>38.374023144346822</c:v>
                </c:pt>
                <c:pt idx="5227">
                  <c:v>35.797102888306199</c:v>
                </c:pt>
                <c:pt idx="5228">
                  <c:v>36.720921425163894</c:v>
                </c:pt>
                <c:pt idx="5229">
                  <c:v>39.650910151864345</c:v>
                </c:pt>
                <c:pt idx="5230">
                  <c:v>40.250386496708927</c:v>
                </c:pt>
                <c:pt idx="5231">
                  <c:v>43.543995759835894</c:v>
                </c:pt>
                <c:pt idx="5232">
                  <c:v>45.974638726280112</c:v>
                </c:pt>
                <c:pt idx="5233">
                  <c:v>47.468841235038497</c:v>
                </c:pt>
                <c:pt idx="5234">
                  <c:v>48.437211109500467</c:v>
                </c:pt>
                <c:pt idx="5235">
                  <c:v>50.860632240899719</c:v>
                </c:pt>
                <c:pt idx="5236">
                  <c:v>51.686284535946783</c:v>
                </c:pt>
                <c:pt idx="5237">
                  <c:v>54.403658765013553</c:v>
                </c:pt>
                <c:pt idx="5238">
                  <c:v>52.528963332163208</c:v>
                </c:pt>
                <c:pt idx="5239">
                  <c:v>50.441021695543647</c:v>
                </c:pt>
                <c:pt idx="5240">
                  <c:v>48.82488785349819</c:v>
                </c:pt>
                <c:pt idx="5241">
                  <c:v>53.719222554612401</c:v>
                </c:pt>
                <c:pt idx="5242">
                  <c:v>54.738625021708764</c:v>
                </c:pt>
                <c:pt idx="5243">
                  <c:v>58.457408682951858</c:v>
                </c:pt>
                <c:pt idx="5244">
                  <c:v>62.923037877389675</c:v>
                </c:pt>
                <c:pt idx="5245">
                  <c:v>65.297193091578592</c:v>
                </c:pt>
                <c:pt idx="5246">
                  <c:v>64.505230119074014</c:v>
                </c:pt>
                <c:pt idx="5247">
                  <c:v>70.130746945481008</c:v>
                </c:pt>
                <c:pt idx="5248">
                  <c:v>67.535149882607939</c:v>
                </c:pt>
                <c:pt idx="5249">
                  <c:v>63.851288932840141</c:v>
                </c:pt>
                <c:pt idx="5250">
                  <c:v>59.240382373755509</c:v>
                </c:pt>
                <c:pt idx="5251">
                  <c:v>62.47851572537531</c:v>
                </c:pt>
                <c:pt idx="5252">
                  <c:v>61.502769078865221</c:v>
                </c:pt>
                <c:pt idx="5253">
                  <c:v>62.784494776526103</c:v>
                </c:pt>
                <c:pt idx="5254">
                  <c:v>74.145911273498996</c:v>
                </c:pt>
                <c:pt idx="5255">
                  <c:v>70.832419196297437</c:v>
                </c:pt>
                <c:pt idx="5256">
                  <c:v>76.041435524410701</c:v>
                </c:pt>
                <c:pt idx="5257">
                  <c:v>72.270513478440535</c:v>
                </c:pt>
                <c:pt idx="5258">
                  <c:v>73.992428667557078</c:v>
                </c:pt>
                <c:pt idx="5259">
                  <c:v>72.282725652298112</c:v>
                </c:pt>
                <c:pt idx="5260">
                  <c:v>75.960372019976802</c:v>
                </c:pt>
                <c:pt idx="5261">
                  <c:v>75.569686079344777</c:v>
                </c:pt>
                <c:pt idx="5262">
                  <c:v>76.353652469537451</c:v>
                </c:pt>
                <c:pt idx="5263">
                  <c:v>77.111273973052377</c:v>
                </c:pt>
                <c:pt idx="5264">
                  <c:v>86.187172741416845</c:v>
                </c:pt>
                <c:pt idx="5265">
                  <c:v>90.60362358151076</c:v>
                </c:pt>
                <c:pt idx="5266">
                  <c:v>91.713305531090896</c:v>
                </c:pt>
                <c:pt idx="5267">
                  <c:v>95.484144494563012</c:v>
                </c:pt>
                <c:pt idx="5268">
                  <c:v>98.413484803037605</c:v>
                </c:pt>
                <c:pt idx="5269">
                  <c:v>99.201817489999144</c:v>
                </c:pt>
                <c:pt idx="5270">
                  <c:v>97.362495097039542</c:v>
                </c:pt>
                <c:pt idx="5271">
                  <c:v>96.948455335984619</c:v>
                </c:pt>
                <c:pt idx="5272">
                  <c:v>98.031232929749265</c:v>
                </c:pt>
                <c:pt idx="5273">
                  <c:v>100.86056233089694</c:v>
                </c:pt>
                <c:pt idx="5274">
                  <c:v>104.72622043283695</c:v>
                </c:pt>
                <c:pt idx="5275">
                  <c:v>106.61539981225016</c:v>
                </c:pt>
                <c:pt idx="5276">
                  <c:v>110.55251209990554</c:v>
                </c:pt>
                <c:pt idx="5277">
                  <c:v>113.92354512628138</c:v>
                </c:pt>
                <c:pt idx="5278">
                  <c:v>114.82344886139626</c:v>
                </c:pt>
                <c:pt idx="5279">
                  <c:v>115.06698477890363</c:v>
                </c:pt>
                <c:pt idx="5280">
                  <c:v>117.80795797934306</c:v>
                </c:pt>
                <c:pt idx="5281">
                  <c:v>123.95202371207925</c:v>
                </c:pt>
                <c:pt idx="5282">
                  <c:v>136.92134298382052</c:v>
                </c:pt>
                <c:pt idx="5283">
                  <c:v>135.08923894893857</c:v>
                </c:pt>
                <c:pt idx="5284">
                  <c:v>135.82798673237451</c:v>
                </c:pt>
                <c:pt idx="5285">
                  <c:v>136.70338233430957</c:v>
                </c:pt>
                <c:pt idx="5286">
                  <c:v>140.76786875416963</c:v>
                </c:pt>
                <c:pt idx="5287">
                  <c:v>144.05985660012738</c:v>
                </c:pt>
                <c:pt idx="5288">
                  <c:v>147.29373691474015</c:v>
                </c:pt>
                <c:pt idx="5289">
                  <c:v>153.64801580287633</c:v>
                </c:pt>
                <c:pt idx="5290">
                  <c:v>154.62142424630989</c:v>
                </c:pt>
                <c:pt idx="5291">
                  <c:v>166.3548657658236</c:v>
                </c:pt>
                <c:pt idx="5292">
                  <c:v>167.35924516386675</c:v>
                </c:pt>
                <c:pt idx="5293">
                  <c:v>166.5068760012162</c:v>
                </c:pt>
                <c:pt idx="5294">
                  <c:v>172.1317339444135</c:v>
                </c:pt>
                <c:pt idx="5295">
                  <c:v>172.23003063006854</c:v>
                </c:pt>
                <c:pt idx="5296">
                  <c:v>170.23882818183631</c:v>
                </c:pt>
                <c:pt idx="5297">
                  <c:v>172.42673854689608</c:v>
                </c:pt>
                <c:pt idx="5298">
                  <c:v>176.89510198118569</c:v>
                </c:pt>
                <c:pt idx="5299">
                  <c:v>178.03221183465382</c:v>
                </c:pt>
                <c:pt idx="5300">
                  <c:v>177.86885662581403</c:v>
                </c:pt>
                <c:pt idx="5301">
                  <c:v>177.38302357667632</c:v>
                </c:pt>
                <c:pt idx="5302">
                  <c:v>178.75659196522949</c:v>
                </c:pt>
                <c:pt idx="5303">
                  <c:v>182.25393330339625</c:v>
                </c:pt>
                <c:pt idx="5304">
                  <c:v>184.91949756737915</c:v>
                </c:pt>
                <c:pt idx="5305">
                  <c:v>186.83747921832065</c:v>
                </c:pt>
                <c:pt idx="5306">
                  <c:v>188.563662704168</c:v>
                </c:pt>
                <c:pt idx="5307">
                  <c:v>191.56335988963789</c:v>
                </c:pt>
                <c:pt idx="5308">
                  <c:v>189.33596689483591</c:v>
                </c:pt>
                <c:pt idx="5309">
                  <c:v>188.04223617997783</c:v>
                </c:pt>
                <c:pt idx="5310">
                  <c:v>191.63781286999225</c:v>
                </c:pt>
                <c:pt idx="5311">
                  <c:v>188.95173005063265</c:v>
                </c:pt>
                <c:pt idx="5312">
                  <c:v>189.12499695885569</c:v>
                </c:pt>
                <c:pt idx="5313">
                  <c:v>195.45429505986971</c:v>
                </c:pt>
                <c:pt idx="5314">
                  <c:v>198.44293684029654</c:v>
                </c:pt>
                <c:pt idx="5315">
                  <c:v>199.1046986154206</c:v>
                </c:pt>
                <c:pt idx="5316">
                  <c:v>201.34062090087465</c:v>
                </c:pt>
                <c:pt idx="5317">
                  <c:v>200.31842955700799</c:v>
                </c:pt>
                <c:pt idx="5318">
                  <c:v>193.79398529777248</c:v>
                </c:pt>
                <c:pt idx="5319">
                  <c:v>194.20069889691226</c:v>
                </c:pt>
                <c:pt idx="5320">
                  <c:v>188.93479834640803</c:v>
                </c:pt>
                <c:pt idx="5321">
                  <c:v>184.23350059204023</c:v>
                </c:pt>
                <c:pt idx="5322">
                  <c:v>180.99499015165622</c:v>
                </c:pt>
                <c:pt idx="5323">
                  <c:v>175.22748569490903</c:v>
                </c:pt>
                <c:pt idx="5324">
                  <c:v>166.08707593270972</c:v>
                </c:pt>
                <c:pt idx="5325">
                  <c:v>166.23837282830416</c:v>
                </c:pt>
                <c:pt idx="5326">
                  <c:v>156.68400737691252</c:v>
                </c:pt>
                <c:pt idx="5327">
                  <c:v>154.22358887353525</c:v>
                </c:pt>
                <c:pt idx="5328">
                  <c:v>153.37646649635064</c:v>
                </c:pt>
                <c:pt idx="5329">
                  <c:v>143.52571854372252</c:v>
                </c:pt>
                <c:pt idx="5330">
                  <c:v>137.0381750240393</c:v>
                </c:pt>
                <c:pt idx="5331">
                  <c:v>132.13115994790112</c:v>
                </c:pt>
                <c:pt idx="5332">
                  <c:v>130.53586287247751</c:v>
                </c:pt>
                <c:pt idx="5333">
                  <c:v>129.02808327389536</c:v>
                </c:pt>
                <c:pt idx="5334">
                  <c:v>123.19474677794476</c:v>
                </c:pt>
                <c:pt idx="5335">
                  <c:v>121.11092078509289</c:v>
                </c:pt>
                <c:pt idx="5336">
                  <c:v>121.1584802227793</c:v>
                </c:pt>
                <c:pt idx="5337">
                  <c:v>109.97463370199006</c:v>
                </c:pt>
                <c:pt idx="5338">
                  <c:v>109.64629309085976</c:v>
                </c:pt>
                <c:pt idx="5339">
                  <c:v>110.74226744269178</c:v>
                </c:pt>
                <c:pt idx="5340">
                  <c:v>107.74890005446291</c:v>
                </c:pt>
                <c:pt idx="5341">
                  <c:v>101.40295922724775</c:v>
                </c:pt>
                <c:pt idx="5342">
                  <c:v>94.650147456590432</c:v>
                </c:pt>
                <c:pt idx="5343">
                  <c:v>90.36101872531448</c:v>
                </c:pt>
                <c:pt idx="5344">
                  <c:v>89.73592436395576</c:v>
                </c:pt>
                <c:pt idx="5345">
                  <c:v>94.947664390319886</c:v>
                </c:pt>
                <c:pt idx="5346">
                  <c:v>90.017465311318901</c:v>
                </c:pt>
                <c:pt idx="5347">
                  <c:v>84.524677883343855</c:v>
                </c:pt>
                <c:pt idx="5348">
                  <c:v>78.238570196441202</c:v>
                </c:pt>
                <c:pt idx="5349">
                  <c:v>72.139926336089601</c:v>
                </c:pt>
                <c:pt idx="5350">
                  <c:v>68.114720039592484</c:v>
                </c:pt>
                <c:pt idx="5351">
                  <c:v>65.583113788378043</c:v>
                </c:pt>
                <c:pt idx="5352">
                  <c:v>64.936517928677276</c:v>
                </c:pt>
                <c:pt idx="5353">
                  <c:v>65.031255433931378</c:v>
                </c:pt>
                <c:pt idx="5354">
                  <c:v>60.694489991969981</c:v>
                </c:pt>
                <c:pt idx="5355">
                  <c:v>57.345613502570401</c:v>
                </c:pt>
                <c:pt idx="5356">
                  <c:v>56.338471813748299</c:v>
                </c:pt>
                <c:pt idx="5357">
                  <c:v>51.436575645795642</c:v>
                </c:pt>
                <c:pt idx="5358">
                  <c:v>50.572783833960969</c:v>
                </c:pt>
                <c:pt idx="5359">
                  <c:v>50.051004728587465</c:v>
                </c:pt>
                <c:pt idx="5360">
                  <c:v>43.589351134641532</c:v>
                </c:pt>
                <c:pt idx="5361">
                  <c:v>37.020301527248215</c:v>
                </c:pt>
                <c:pt idx="5362">
                  <c:v>33.736227844878627</c:v>
                </c:pt>
                <c:pt idx="5363">
                  <c:v>32.861324153222327</c:v>
                </c:pt>
                <c:pt idx="5364">
                  <c:v>30.219178662622781</c:v>
                </c:pt>
                <c:pt idx="5365">
                  <c:v>28.289434928801182</c:v>
                </c:pt>
                <c:pt idx="5366">
                  <c:v>31.310793925947813</c:v>
                </c:pt>
                <c:pt idx="5367">
                  <c:v>28.536067014935355</c:v>
                </c:pt>
                <c:pt idx="5368">
                  <c:v>21.682703711143169</c:v>
                </c:pt>
                <c:pt idx="5369">
                  <c:v>14.60161313161295</c:v>
                </c:pt>
                <c:pt idx="5370">
                  <c:v>6.648667896849255</c:v>
                </c:pt>
                <c:pt idx="5371">
                  <c:v>-1.231028575009451</c:v>
                </c:pt>
                <c:pt idx="5372">
                  <c:v>-6.9981570613528365</c:v>
                </c:pt>
                <c:pt idx="5373">
                  <c:v>-8.4832791108488426</c:v>
                </c:pt>
                <c:pt idx="5374">
                  <c:v>-9.7437772824447073</c:v>
                </c:pt>
                <c:pt idx="5375">
                  <c:v>-15.621580013077828</c:v>
                </c:pt>
                <c:pt idx="5376">
                  <c:v>-23.163354898945919</c:v>
                </c:pt>
                <c:pt idx="5377">
                  <c:v>-26.259281959799669</c:v>
                </c:pt>
                <c:pt idx="5378">
                  <c:v>-29.230828311730463</c:v>
                </c:pt>
                <c:pt idx="5379">
                  <c:v>-34.175542882879455</c:v>
                </c:pt>
                <c:pt idx="5380">
                  <c:v>-36.48359335366608</c:v>
                </c:pt>
                <c:pt idx="5381">
                  <c:v>-37.165607849635073</c:v>
                </c:pt>
                <c:pt idx="5382">
                  <c:v>-36.308062373388537</c:v>
                </c:pt>
                <c:pt idx="5383">
                  <c:v>-45.79426045440519</c:v>
                </c:pt>
                <c:pt idx="5384">
                  <c:v>-51.807055589440068</c:v>
                </c:pt>
                <c:pt idx="5385">
                  <c:v>-57.486699511161262</c:v>
                </c:pt>
                <c:pt idx="5386">
                  <c:v>-60.413744782155057</c:v>
                </c:pt>
                <c:pt idx="5387">
                  <c:v>-66.091694303836647</c:v>
                </c:pt>
                <c:pt idx="5388">
                  <c:v>-72.215251469209178</c:v>
                </c:pt>
                <c:pt idx="5389">
                  <c:v>-72.045410194800411</c:v>
                </c:pt>
                <c:pt idx="5390">
                  <c:v>-74.277266281212704</c:v>
                </c:pt>
                <c:pt idx="5391">
                  <c:v>-73.299774419408124</c:v>
                </c:pt>
                <c:pt idx="5392">
                  <c:v>-69.074973597201392</c:v>
                </c:pt>
                <c:pt idx="5393">
                  <c:v>-76.677082156087849</c:v>
                </c:pt>
                <c:pt idx="5394">
                  <c:v>-81.759314623591564</c:v>
                </c:pt>
                <c:pt idx="5395">
                  <c:v>-87.197285452178008</c:v>
                </c:pt>
                <c:pt idx="5396">
                  <c:v>-90.632515272987206</c:v>
                </c:pt>
                <c:pt idx="5397">
                  <c:v>-93.453321384752485</c:v>
                </c:pt>
                <c:pt idx="5398">
                  <c:v>-98.342315933640151</c:v>
                </c:pt>
                <c:pt idx="5399">
                  <c:v>-102.96318464325584</c:v>
                </c:pt>
                <c:pt idx="5400">
                  <c:v>-109.53528110875527</c:v>
                </c:pt>
                <c:pt idx="5401">
                  <c:v>-110.03673251161464</c:v>
                </c:pt>
                <c:pt idx="5402">
                  <c:v>-114.87581388441218</c:v>
                </c:pt>
                <c:pt idx="5403">
                  <c:v>-117.50682337395587</c:v>
                </c:pt>
                <c:pt idx="5404">
                  <c:v>-119.02653590094098</c:v>
                </c:pt>
                <c:pt idx="5405">
                  <c:v>-120.9408103681176</c:v>
                </c:pt>
                <c:pt idx="5406">
                  <c:v>-124.39752969696934</c:v>
                </c:pt>
                <c:pt idx="5407">
                  <c:v>-126.69848746482772</c:v>
                </c:pt>
                <c:pt idx="5408">
                  <c:v>-130.11427575263085</c:v>
                </c:pt>
                <c:pt idx="5409">
                  <c:v>-132.35881337034536</c:v>
                </c:pt>
                <c:pt idx="5410">
                  <c:v>-135.22335484512323</c:v>
                </c:pt>
                <c:pt idx="5411">
                  <c:v>-137.46136959693189</c:v>
                </c:pt>
                <c:pt idx="5412">
                  <c:v>-140.1132612737851</c:v>
                </c:pt>
                <c:pt idx="5413">
                  <c:v>-140.59305813439798</c:v>
                </c:pt>
                <c:pt idx="5414">
                  <c:v>-144.44490470500779</c:v>
                </c:pt>
                <c:pt idx="5415">
                  <c:v>-148.49705510708262</c:v>
                </c:pt>
                <c:pt idx="5416">
                  <c:v>-151.72756166288917</c:v>
                </c:pt>
                <c:pt idx="5417">
                  <c:v>-154.70260308814946</c:v>
                </c:pt>
                <c:pt idx="5418">
                  <c:v>-159.26343735104311</c:v>
                </c:pt>
                <c:pt idx="5419">
                  <c:v>-157.73064089318473</c:v>
                </c:pt>
                <c:pt idx="5420">
                  <c:v>-149.84976077747208</c:v>
                </c:pt>
                <c:pt idx="5421">
                  <c:v>-153.72196256242148</c:v>
                </c:pt>
                <c:pt idx="5422">
                  <c:v>-153.53335015831044</c:v>
                </c:pt>
                <c:pt idx="5423">
                  <c:v>-154.11147675169758</c:v>
                </c:pt>
                <c:pt idx="5424">
                  <c:v>-153.99340323013013</c:v>
                </c:pt>
                <c:pt idx="5425">
                  <c:v>-156.64927982057881</c:v>
                </c:pt>
                <c:pt idx="5426">
                  <c:v>-161.52233803556351</c:v>
                </c:pt>
                <c:pt idx="5427">
                  <c:v>-165.04491931180826</c:v>
                </c:pt>
                <c:pt idx="5428">
                  <c:v>-160.62407212914763</c:v>
                </c:pt>
                <c:pt idx="5429">
                  <c:v>-160.74339086088116</c:v>
                </c:pt>
                <c:pt idx="5430">
                  <c:v>-161.19886273672194</c:v>
                </c:pt>
                <c:pt idx="5431">
                  <c:v>-163.10450774140983</c:v>
                </c:pt>
                <c:pt idx="5432">
                  <c:v>-167.00110804771165</c:v>
                </c:pt>
                <c:pt idx="5433">
                  <c:v>-168.96461890458019</c:v>
                </c:pt>
                <c:pt idx="5434">
                  <c:v>-172.55102401492405</c:v>
                </c:pt>
                <c:pt idx="5435">
                  <c:v>-174.70410643497075</c:v>
                </c:pt>
                <c:pt idx="5436">
                  <c:v>-177.59019268448418</c:v>
                </c:pt>
                <c:pt idx="5437">
                  <c:v>-180.93015398329666</c:v>
                </c:pt>
                <c:pt idx="5438">
                  <c:v>-182.8732625560605</c:v>
                </c:pt>
                <c:pt idx="5439">
                  <c:v>-179.87158918658835</c:v>
                </c:pt>
                <c:pt idx="5440">
                  <c:v>-178.61965614209052</c:v>
                </c:pt>
                <c:pt idx="5441">
                  <c:v>-179.40409848437136</c:v>
                </c:pt>
                <c:pt idx="5442">
                  <c:v>-181.31079228153652</c:v>
                </c:pt>
                <c:pt idx="5443">
                  <c:v>-183.78504726386447</c:v>
                </c:pt>
                <c:pt idx="5444">
                  <c:v>-187.66420615632663</c:v>
                </c:pt>
                <c:pt idx="5445">
                  <c:v>-187.37006386245338</c:v>
                </c:pt>
                <c:pt idx="5446">
                  <c:v>-186.65411423744916</c:v>
                </c:pt>
                <c:pt idx="5447">
                  <c:v>-188.59403702418587</c:v>
                </c:pt>
                <c:pt idx="5448">
                  <c:v>-188.46444828563449</c:v>
                </c:pt>
                <c:pt idx="5449">
                  <c:v>-189.57811462175465</c:v>
                </c:pt>
                <c:pt idx="5450">
                  <c:v>-187.71805782701028</c:v>
                </c:pt>
                <c:pt idx="5451">
                  <c:v>-187.18868619238037</c:v>
                </c:pt>
                <c:pt idx="5452">
                  <c:v>-186.65562239907484</c:v>
                </c:pt>
                <c:pt idx="5453">
                  <c:v>-184.03626335263968</c:v>
                </c:pt>
                <c:pt idx="5454">
                  <c:v>-185.17417972466191</c:v>
                </c:pt>
                <c:pt idx="5455">
                  <c:v>-189.16326251233113</c:v>
                </c:pt>
                <c:pt idx="5456">
                  <c:v>-191.55505571607193</c:v>
                </c:pt>
                <c:pt idx="5457">
                  <c:v>-193.05461600162613</c:v>
                </c:pt>
                <c:pt idx="5458">
                  <c:v>-195.65776768568003</c:v>
                </c:pt>
                <c:pt idx="5459">
                  <c:v>-194.00314330116163</c:v>
                </c:pt>
                <c:pt idx="5460">
                  <c:v>-199.20510879242929</c:v>
                </c:pt>
                <c:pt idx="5461">
                  <c:v>-193.09565392953766</c:v>
                </c:pt>
                <c:pt idx="5462">
                  <c:v>-197.5961737516721</c:v>
                </c:pt>
                <c:pt idx="5463">
                  <c:v>-199.3479365445811</c:v>
                </c:pt>
                <c:pt idx="5464">
                  <c:v>-204.54438739131089</c:v>
                </c:pt>
                <c:pt idx="5465">
                  <c:v>-208.41864554285979</c:v>
                </c:pt>
                <c:pt idx="5466">
                  <c:v>-209.63596923860712</c:v>
                </c:pt>
                <c:pt idx="5467">
                  <c:v>-211.3233845276921</c:v>
                </c:pt>
                <c:pt idx="5468">
                  <c:v>-209.58691662380261</c:v>
                </c:pt>
                <c:pt idx="5469">
                  <c:v>-206.67892854188605</c:v>
                </c:pt>
                <c:pt idx="5470">
                  <c:v>-207.45236695104805</c:v>
                </c:pt>
                <c:pt idx="5471">
                  <c:v>-211.83837475713125</c:v>
                </c:pt>
                <c:pt idx="5472">
                  <c:v>-210.88333262579792</c:v>
                </c:pt>
                <c:pt idx="5473">
                  <c:v>-210.36682342127833</c:v>
                </c:pt>
                <c:pt idx="5474">
                  <c:v>-214.26666249008221</c:v>
                </c:pt>
                <c:pt idx="5475">
                  <c:v>-217.18565513877252</c:v>
                </c:pt>
                <c:pt idx="5476">
                  <c:v>-217.10439121022168</c:v>
                </c:pt>
                <c:pt idx="5477">
                  <c:v>-219.8433229521487</c:v>
                </c:pt>
                <c:pt idx="5478">
                  <c:v>-223.71059818304383</c:v>
                </c:pt>
                <c:pt idx="5479">
                  <c:v>-224.48051688214855</c:v>
                </c:pt>
                <c:pt idx="5480">
                  <c:v>-226.29852650905099</c:v>
                </c:pt>
                <c:pt idx="5481">
                  <c:v>-226.8979118311793</c:v>
                </c:pt>
                <c:pt idx="5482">
                  <c:v>-226.99041911728938</c:v>
                </c:pt>
                <c:pt idx="5483">
                  <c:v>-224.67398993645065</c:v>
                </c:pt>
                <c:pt idx="5484">
                  <c:v>-221.0804874408505</c:v>
                </c:pt>
                <c:pt idx="5485">
                  <c:v>-220.50413395690947</c:v>
                </c:pt>
                <c:pt idx="5486">
                  <c:v>-222.18068551233321</c:v>
                </c:pt>
                <c:pt idx="5487">
                  <c:v>-226.29703122099218</c:v>
                </c:pt>
                <c:pt idx="5488">
                  <c:v>-228.58092875277586</c:v>
                </c:pt>
                <c:pt idx="5489">
                  <c:v>-232.08304721362529</c:v>
                </c:pt>
                <c:pt idx="5490">
                  <c:v>-232.58304317578404</c:v>
                </c:pt>
                <c:pt idx="5491">
                  <c:v>-233.08902726579456</c:v>
                </c:pt>
                <c:pt idx="5492">
                  <c:v>-231.17973602626842</c:v>
                </c:pt>
                <c:pt idx="5493">
                  <c:v>-234.08635765847526</c:v>
                </c:pt>
                <c:pt idx="5494">
                  <c:v>-236.39202823468713</c:v>
                </c:pt>
                <c:pt idx="5495">
                  <c:v>-236.41259107419333</c:v>
                </c:pt>
                <c:pt idx="5496">
                  <c:v>-234.1149766616856</c:v>
                </c:pt>
                <c:pt idx="5497">
                  <c:v>-230.39732600980108</c:v>
                </c:pt>
                <c:pt idx="5498">
                  <c:v>-228.84212557329937</c:v>
                </c:pt>
                <c:pt idx="5499">
                  <c:v>-231.21545781547715</c:v>
                </c:pt>
                <c:pt idx="5500">
                  <c:v>-230.28117370896894</c:v>
                </c:pt>
                <c:pt idx="5501">
                  <c:v>-232.42322327928275</c:v>
                </c:pt>
                <c:pt idx="5502">
                  <c:v>-233.42977888551118</c:v>
                </c:pt>
                <c:pt idx="5503">
                  <c:v>-233.4357592051818</c:v>
                </c:pt>
                <c:pt idx="5504">
                  <c:v>-232.91385133904953</c:v>
                </c:pt>
                <c:pt idx="5505">
                  <c:v>-232.42596461576557</c:v>
                </c:pt>
                <c:pt idx="5506">
                  <c:v>-231.55746767289543</c:v>
                </c:pt>
                <c:pt idx="5507">
                  <c:v>-229.88625307008428</c:v>
                </c:pt>
                <c:pt idx="5508">
                  <c:v>-229.91603105480846</c:v>
                </c:pt>
                <c:pt idx="5509">
                  <c:v>-226.55781455636063</c:v>
                </c:pt>
                <c:pt idx="5510">
                  <c:v>-226.65620583522056</c:v>
                </c:pt>
                <c:pt idx="5511">
                  <c:v>-225.19191285705833</c:v>
                </c:pt>
                <c:pt idx="5512">
                  <c:v>-226.1008549265126</c:v>
                </c:pt>
                <c:pt idx="5513">
                  <c:v>-228.28112712866556</c:v>
                </c:pt>
                <c:pt idx="5514">
                  <c:v>-227.00357190361592</c:v>
                </c:pt>
                <c:pt idx="5515">
                  <c:v>-227.17184016132384</c:v>
                </c:pt>
                <c:pt idx="5516">
                  <c:v>-228.65931606634456</c:v>
                </c:pt>
                <c:pt idx="5517">
                  <c:v>-231.1789881289275</c:v>
                </c:pt>
                <c:pt idx="5518">
                  <c:v>-231.39744867092165</c:v>
                </c:pt>
                <c:pt idx="5519">
                  <c:v>-230.25102900837729</c:v>
                </c:pt>
                <c:pt idx="5520">
                  <c:v>-225.93257580873285</c:v>
                </c:pt>
                <c:pt idx="5521">
                  <c:v>-220.41330120173717</c:v>
                </c:pt>
                <c:pt idx="5522">
                  <c:v>-222.46255114987684</c:v>
                </c:pt>
                <c:pt idx="5523">
                  <c:v>-223.45743913520135</c:v>
                </c:pt>
                <c:pt idx="5524">
                  <c:v>-223.58331617086353</c:v>
                </c:pt>
                <c:pt idx="5525">
                  <c:v>-224.92143972772769</c:v>
                </c:pt>
                <c:pt idx="5526">
                  <c:v>-227.47711014057003</c:v>
                </c:pt>
                <c:pt idx="5527">
                  <c:v>-230.15238194504485</c:v>
                </c:pt>
                <c:pt idx="5528">
                  <c:v>-230.02679611524675</c:v>
                </c:pt>
                <c:pt idx="5529">
                  <c:v>-229.34654711395348</c:v>
                </c:pt>
                <c:pt idx="5530">
                  <c:v>-227.30124684757203</c:v>
                </c:pt>
                <c:pt idx="5531">
                  <c:v>-229.12965320020214</c:v>
                </c:pt>
                <c:pt idx="5532">
                  <c:v>-228.50623154163031</c:v>
                </c:pt>
                <c:pt idx="5533">
                  <c:v>-225.86265946790988</c:v>
                </c:pt>
                <c:pt idx="5534">
                  <c:v>-232.83580564945811</c:v>
                </c:pt>
                <c:pt idx="5535">
                  <c:v>-226.94972379502983</c:v>
                </c:pt>
                <c:pt idx="5536">
                  <c:v>-230.39910509671404</c:v>
                </c:pt>
                <c:pt idx="5537">
                  <c:v>-232.61633791906715</c:v>
                </c:pt>
                <c:pt idx="5538">
                  <c:v>-232.36187046205293</c:v>
                </c:pt>
                <c:pt idx="5539">
                  <c:v>-228.73387299340365</c:v>
                </c:pt>
                <c:pt idx="5540">
                  <c:v>-229.03614207851462</c:v>
                </c:pt>
                <c:pt idx="5541">
                  <c:v>-229.29134144869715</c:v>
                </c:pt>
                <c:pt idx="5542">
                  <c:v>-228.40113223772585</c:v>
                </c:pt>
                <c:pt idx="5543">
                  <c:v>-230.41959940072655</c:v>
                </c:pt>
                <c:pt idx="5544">
                  <c:v>-232.3672855059466</c:v>
                </c:pt>
                <c:pt idx="5545">
                  <c:v>-234.69231693862426</c:v>
                </c:pt>
                <c:pt idx="5546">
                  <c:v>-233.08547738613615</c:v>
                </c:pt>
                <c:pt idx="5547">
                  <c:v>-234.88036788155023</c:v>
                </c:pt>
                <c:pt idx="5548">
                  <c:v>-235.6933275188199</c:v>
                </c:pt>
                <c:pt idx="5549">
                  <c:v>-236.47523579103662</c:v>
                </c:pt>
                <c:pt idx="5550">
                  <c:v>-234.05737771907087</c:v>
                </c:pt>
                <c:pt idx="5551">
                  <c:v>-234.8031182394831</c:v>
                </c:pt>
                <c:pt idx="5552">
                  <c:v>-232.41074360802918</c:v>
                </c:pt>
                <c:pt idx="5553">
                  <c:v>-232.19790437364668</c:v>
                </c:pt>
                <c:pt idx="5554">
                  <c:v>-230.56058819889583</c:v>
                </c:pt>
                <c:pt idx="5555">
                  <c:v>-231.69585855895986</c:v>
                </c:pt>
                <c:pt idx="5556">
                  <c:v>-230.43064947953317</c:v>
                </c:pt>
                <c:pt idx="5557">
                  <c:v>-229.97292226818524</c:v>
                </c:pt>
                <c:pt idx="5558">
                  <c:v>-232.68993638342613</c:v>
                </c:pt>
                <c:pt idx="5559">
                  <c:v>-231.34239340123344</c:v>
                </c:pt>
                <c:pt idx="5560">
                  <c:v>-229.21100767559</c:v>
                </c:pt>
                <c:pt idx="5561">
                  <c:v>-228.9397252261831</c:v>
                </c:pt>
                <c:pt idx="5562">
                  <c:v>-228.74928944757329</c:v>
                </c:pt>
                <c:pt idx="5563">
                  <c:v>-228.31185419254075</c:v>
                </c:pt>
                <c:pt idx="5564">
                  <c:v>-230.06622221914577</c:v>
                </c:pt>
                <c:pt idx="5565">
                  <c:v>-230.01619244374081</c:v>
                </c:pt>
                <c:pt idx="5566">
                  <c:v>-233.01702053685824</c:v>
                </c:pt>
                <c:pt idx="5567">
                  <c:v>-231.71942271389332</c:v>
                </c:pt>
                <c:pt idx="5568">
                  <c:v>-230.89621684032261</c:v>
                </c:pt>
                <c:pt idx="5569">
                  <c:v>-230.65450542540884</c:v>
                </c:pt>
                <c:pt idx="5570">
                  <c:v>-228.98866636992108</c:v>
                </c:pt>
                <c:pt idx="5571">
                  <c:v>-230.99089707624128</c:v>
                </c:pt>
                <c:pt idx="5572">
                  <c:v>-233.22330913520204</c:v>
                </c:pt>
                <c:pt idx="5573">
                  <c:v>-231.80959150589825</c:v>
                </c:pt>
                <c:pt idx="5574">
                  <c:v>-232.07205740118195</c:v>
                </c:pt>
                <c:pt idx="5575">
                  <c:v>-230.76832977320927</c:v>
                </c:pt>
                <c:pt idx="5576">
                  <c:v>-230.27683453249387</c:v>
                </c:pt>
                <c:pt idx="5577">
                  <c:v>-229.36101465079628</c:v>
                </c:pt>
                <c:pt idx="5578">
                  <c:v>-226.28996919281758</c:v>
                </c:pt>
                <c:pt idx="5579">
                  <c:v>-224.98129300352934</c:v>
                </c:pt>
                <c:pt idx="5580">
                  <c:v>-221.77360872186162</c:v>
                </c:pt>
                <c:pt idx="5581">
                  <c:v>-218.80423532515806</c:v>
                </c:pt>
                <c:pt idx="5582">
                  <c:v>-218.87152720167387</c:v>
                </c:pt>
                <c:pt idx="5583">
                  <c:v>-216.33537972552097</c:v>
                </c:pt>
                <c:pt idx="5584">
                  <c:v>-215.82380259038578</c:v>
                </c:pt>
                <c:pt idx="5585">
                  <c:v>-216.22562638219151</c:v>
                </c:pt>
                <c:pt idx="5586">
                  <c:v>-217.18840148057788</c:v>
                </c:pt>
                <c:pt idx="5587">
                  <c:v>-218.4486325947403</c:v>
                </c:pt>
                <c:pt idx="5588">
                  <c:v>-218.37060501392546</c:v>
                </c:pt>
                <c:pt idx="5589">
                  <c:v>-218.25001546443562</c:v>
                </c:pt>
                <c:pt idx="5590">
                  <c:v>-219.13699085710738</c:v>
                </c:pt>
                <c:pt idx="5591">
                  <c:v>-222.56321565967394</c:v>
                </c:pt>
                <c:pt idx="5592">
                  <c:v>-221.11108333458165</c:v>
                </c:pt>
                <c:pt idx="5593">
                  <c:v>-218.67479008092448</c:v>
                </c:pt>
                <c:pt idx="5594">
                  <c:v>-216.81493350286604</c:v>
                </c:pt>
                <c:pt idx="5595">
                  <c:v>-217.30993235507785</c:v>
                </c:pt>
                <c:pt idx="5596">
                  <c:v>-217.37454913398568</c:v>
                </c:pt>
                <c:pt idx="5597">
                  <c:v>-217.35008583720784</c:v>
                </c:pt>
                <c:pt idx="5598">
                  <c:v>-220.65593759712067</c:v>
                </c:pt>
                <c:pt idx="5599">
                  <c:v>-221.41737988925001</c:v>
                </c:pt>
                <c:pt idx="5600">
                  <c:v>-219.94728232196442</c:v>
                </c:pt>
                <c:pt idx="5601">
                  <c:v>-213.08347240979117</c:v>
                </c:pt>
                <c:pt idx="5602">
                  <c:v>-211.10325417830654</c:v>
                </c:pt>
                <c:pt idx="5603">
                  <c:v>-205.47674545326652</c:v>
                </c:pt>
                <c:pt idx="5604">
                  <c:v>-203.80296740598496</c:v>
                </c:pt>
                <c:pt idx="5605">
                  <c:v>-207.44000568070808</c:v>
                </c:pt>
                <c:pt idx="5606">
                  <c:v>-207.75558499649097</c:v>
                </c:pt>
                <c:pt idx="5607">
                  <c:v>-207.30095081682387</c:v>
                </c:pt>
                <c:pt idx="5608">
                  <c:v>-210.36186018611559</c:v>
                </c:pt>
                <c:pt idx="5609">
                  <c:v>-210.82504902511965</c:v>
                </c:pt>
                <c:pt idx="5610">
                  <c:v>-208.65577329042588</c:v>
                </c:pt>
                <c:pt idx="5611">
                  <c:v>-207.48404297566739</c:v>
                </c:pt>
                <c:pt idx="5612">
                  <c:v>-207.89728670276526</c:v>
                </c:pt>
                <c:pt idx="5613">
                  <c:v>-207.62502537494612</c:v>
                </c:pt>
                <c:pt idx="5614">
                  <c:v>-206.83451283780022</c:v>
                </c:pt>
                <c:pt idx="5615">
                  <c:v>-210.8926748646337</c:v>
                </c:pt>
                <c:pt idx="5616">
                  <c:v>-209.77112107597162</c:v>
                </c:pt>
                <c:pt idx="5617">
                  <c:v>-209.25417557035027</c:v>
                </c:pt>
                <c:pt idx="5618">
                  <c:v>-211.25537489185837</c:v>
                </c:pt>
                <c:pt idx="5619">
                  <c:v>-207.79655040047754</c:v>
                </c:pt>
                <c:pt idx="5620">
                  <c:v>-206.36790060444429</c:v>
                </c:pt>
                <c:pt idx="5621">
                  <c:v>-204.55636728316378</c:v>
                </c:pt>
                <c:pt idx="5622">
                  <c:v>-198.31278149667722</c:v>
                </c:pt>
                <c:pt idx="5623">
                  <c:v>-196.88676996363</c:v>
                </c:pt>
                <c:pt idx="5624">
                  <c:v>-192.91480423954911</c:v>
                </c:pt>
                <c:pt idx="5625">
                  <c:v>-192.67808908158091</c:v>
                </c:pt>
                <c:pt idx="5626">
                  <c:v>-192.84924748591263</c:v>
                </c:pt>
                <c:pt idx="5627">
                  <c:v>-191.21422000641695</c:v>
                </c:pt>
                <c:pt idx="5628">
                  <c:v>-199.04544497528155</c:v>
                </c:pt>
                <c:pt idx="5629">
                  <c:v>-198.30119350158242</c:v>
                </c:pt>
                <c:pt idx="5630">
                  <c:v>-193.34815297675368</c:v>
                </c:pt>
                <c:pt idx="5631">
                  <c:v>-189.38061008313161</c:v>
                </c:pt>
                <c:pt idx="5632">
                  <c:v>-193.61820545926975</c:v>
                </c:pt>
                <c:pt idx="5633">
                  <c:v>-195.89368649866918</c:v>
                </c:pt>
                <c:pt idx="5634">
                  <c:v>-200.23647805735956</c:v>
                </c:pt>
                <c:pt idx="5635">
                  <c:v>-202.39040847681423</c:v>
                </c:pt>
                <c:pt idx="5636">
                  <c:v>-196.6600494397774</c:v>
                </c:pt>
                <c:pt idx="5637">
                  <c:v>-196.12189904532556</c:v>
                </c:pt>
                <c:pt idx="5638">
                  <c:v>-197.4697896017243</c:v>
                </c:pt>
                <c:pt idx="5639">
                  <c:v>-197.53081266285977</c:v>
                </c:pt>
                <c:pt idx="5640">
                  <c:v>-199.17734288362692</c:v>
                </c:pt>
                <c:pt idx="5641">
                  <c:v>-201.01565286534384</c:v>
                </c:pt>
                <c:pt idx="5642">
                  <c:v>-197.87337189156037</c:v>
                </c:pt>
                <c:pt idx="5643">
                  <c:v>-196.92171520374623</c:v>
                </c:pt>
                <c:pt idx="5644">
                  <c:v>-199.13217599023082</c:v>
                </c:pt>
                <c:pt idx="5645">
                  <c:v>-199.92000605613143</c:v>
                </c:pt>
                <c:pt idx="5646">
                  <c:v>-197.55628050672499</c:v>
                </c:pt>
                <c:pt idx="5647">
                  <c:v>-199.85984070608589</c:v>
                </c:pt>
                <c:pt idx="5648">
                  <c:v>-197.9974385985208</c:v>
                </c:pt>
                <c:pt idx="5649">
                  <c:v>-199.76711273417231</c:v>
                </c:pt>
                <c:pt idx="5650">
                  <c:v>-198.31627363465668</c:v>
                </c:pt>
                <c:pt idx="5651">
                  <c:v>-193.23899779907373</c:v>
                </c:pt>
                <c:pt idx="5652">
                  <c:v>-193.45664072645246</c:v>
                </c:pt>
                <c:pt idx="5653">
                  <c:v>-194.10686201774712</c:v>
                </c:pt>
                <c:pt idx="5654">
                  <c:v>-193.30241292727183</c:v>
                </c:pt>
                <c:pt idx="5655">
                  <c:v>-191.70853536847684</c:v>
                </c:pt>
                <c:pt idx="5656">
                  <c:v>-191.22425288729227</c:v>
                </c:pt>
                <c:pt idx="5657">
                  <c:v>-190.70806470986244</c:v>
                </c:pt>
                <c:pt idx="5658">
                  <c:v>-191.02190043286708</c:v>
                </c:pt>
                <c:pt idx="5659">
                  <c:v>-189.16095099930089</c:v>
                </c:pt>
                <c:pt idx="5660">
                  <c:v>-191.92244042403641</c:v>
                </c:pt>
                <c:pt idx="5661">
                  <c:v>-193.53438562250776</c:v>
                </c:pt>
                <c:pt idx="5662">
                  <c:v>-190.22715025372929</c:v>
                </c:pt>
                <c:pt idx="5663">
                  <c:v>-188.19746097288129</c:v>
                </c:pt>
                <c:pt idx="5664">
                  <c:v>-181.81019907765557</c:v>
                </c:pt>
                <c:pt idx="5665">
                  <c:v>-180.01402501111431</c:v>
                </c:pt>
                <c:pt idx="5666">
                  <c:v>-181.55416521728901</c:v>
                </c:pt>
                <c:pt idx="5667">
                  <c:v>-182.6249438953559</c:v>
                </c:pt>
                <c:pt idx="5668">
                  <c:v>-182.43233407708811</c:v>
                </c:pt>
                <c:pt idx="5669">
                  <c:v>-183.28416466899182</c:v>
                </c:pt>
                <c:pt idx="5670">
                  <c:v>-186.38838853910136</c:v>
                </c:pt>
                <c:pt idx="5671">
                  <c:v>-187.47764978871481</c:v>
                </c:pt>
                <c:pt idx="5672">
                  <c:v>-187.89780968082832</c:v>
                </c:pt>
                <c:pt idx="5673">
                  <c:v>-187.6339008866471</c:v>
                </c:pt>
                <c:pt idx="5674">
                  <c:v>-186.91354148821449</c:v>
                </c:pt>
                <c:pt idx="5675">
                  <c:v>-187.84751122940816</c:v>
                </c:pt>
                <c:pt idx="5676">
                  <c:v>-187.09428093211415</c:v>
                </c:pt>
                <c:pt idx="5677">
                  <c:v>-185.23016996297122</c:v>
                </c:pt>
                <c:pt idx="5678">
                  <c:v>-187.5464144725575</c:v>
                </c:pt>
                <c:pt idx="5679">
                  <c:v>-188.57124217549475</c:v>
                </c:pt>
                <c:pt idx="5680">
                  <c:v>-191.06202152783055</c:v>
                </c:pt>
                <c:pt idx="5681">
                  <c:v>-187.58693768871811</c:v>
                </c:pt>
                <c:pt idx="5682">
                  <c:v>-188.03623139532891</c:v>
                </c:pt>
                <c:pt idx="5683">
                  <c:v>-190.30963925068693</c:v>
                </c:pt>
                <c:pt idx="5684">
                  <c:v>-190.79865123356385</c:v>
                </c:pt>
                <c:pt idx="5685">
                  <c:v>-195.87456241900819</c:v>
                </c:pt>
                <c:pt idx="5686">
                  <c:v>-194.83152685759308</c:v>
                </c:pt>
                <c:pt idx="5687">
                  <c:v>-196.09358237421696</c:v>
                </c:pt>
                <c:pt idx="5688">
                  <c:v>-199.20088992395586</c:v>
                </c:pt>
                <c:pt idx="5689">
                  <c:v>-197.65864745700486</c:v>
                </c:pt>
                <c:pt idx="5690">
                  <c:v>-199.18619431612831</c:v>
                </c:pt>
                <c:pt idx="5691">
                  <c:v>-198.10325538585738</c:v>
                </c:pt>
                <c:pt idx="5692">
                  <c:v>-197.78113966645503</c:v>
                </c:pt>
                <c:pt idx="5693">
                  <c:v>-199.36960306368115</c:v>
                </c:pt>
                <c:pt idx="5694">
                  <c:v>-200.02376573426014</c:v>
                </c:pt>
                <c:pt idx="5695">
                  <c:v>-199.58959318104922</c:v>
                </c:pt>
                <c:pt idx="5696">
                  <c:v>-198.9518000406363</c:v>
                </c:pt>
                <c:pt idx="5697">
                  <c:v>-198.90456149356538</c:v>
                </c:pt>
                <c:pt idx="5698">
                  <c:v>-197.57011800276933</c:v>
                </c:pt>
                <c:pt idx="5699">
                  <c:v>-197.62110822380032</c:v>
                </c:pt>
                <c:pt idx="5700">
                  <c:v>-199.35296304531909</c:v>
                </c:pt>
                <c:pt idx="5701">
                  <c:v>-199.99308143141178</c:v>
                </c:pt>
                <c:pt idx="5702">
                  <c:v>-198.1576192237649</c:v>
                </c:pt>
                <c:pt idx="5703">
                  <c:v>-196.54595943636582</c:v>
                </c:pt>
                <c:pt idx="5704">
                  <c:v>-198.87151356823176</c:v>
                </c:pt>
                <c:pt idx="5705">
                  <c:v>-202.59184658539507</c:v>
                </c:pt>
                <c:pt idx="5706">
                  <c:v>-202.21327539206467</c:v>
                </c:pt>
                <c:pt idx="5707">
                  <c:v>-200.3110248900814</c:v>
                </c:pt>
                <c:pt idx="5708">
                  <c:v>-201.11250393321558</c:v>
                </c:pt>
                <c:pt idx="5709">
                  <c:v>-198.97521551458124</c:v>
                </c:pt>
                <c:pt idx="5710">
                  <c:v>-197.79346968146993</c:v>
                </c:pt>
                <c:pt idx="5711">
                  <c:v>-198.51771293523262</c:v>
                </c:pt>
                <c:pt idx="5712">
                  <c:v>-198.03410241013856</c:v>
                </c:pt>
                <c:pt idx="5713">
                  <c:v>-198.19480470172869</c:v>
                </c:pt>
                <c:pt idx="5714">
                  <c:v>-197.76063910904432</c:v>
                </c:pt>
                <c:pt idx="5715">
                  <c:v>-195.65128819594477</c:v>
                </c:pt>
                <c:pt idx="5716">
                  <c:v>-194.86365941526492</c:v>
                </c:pt>
                <c:pt idx="5717">
                  <c:v>-193.17848355997594</c:v>
                </c:pt>
                <c:pt idx="5718">
                  <c:v>-191.72231172442756</c:v>
                </c:pt>
                <c:pt idx="5719">
                  <c:v>-193.4337584057572</c:v>
                </c:pt>
                <c:pt idx="5720">
                  <c:v>-190.06879150515431</c:v>
                </c:pt>
                <c:pt idx="5721">
                  <c:v>-192.34257631047797</c:v>
                </c:pt>
                <c:pt idx="5722">
                  <c:v>-194.98303746969088</c:v>
                </c:pt>
                <c:pt idx="5723">
                  <c:v>-192.81194551695171</c:v>
                </c:pt>
                <c:pt idx="5724">
                  <c:v>-193.47185457918195</c:v>
                </c:pt>
                <c:pt idx="5725">
                  <c:v>-193.49473597170146</c:v>
                </c:pt>
                <c:pt idx="5726">
                  <c:v>-191.00328971788232</c:v>
                </c:pt>
                <c:pt idx="5727">
                  <c:v>-187.6778552862412</c:v>
                </c:pt>
                <c:pt idx="5728">
                  <c:v>-186.79766366966609</c:v>
                </c:pt>
                <c:pt idx="5729">
                  <c:v>-185.62629098618629</c:v>
                </c:pt>
                <c:pt idx="5730">
                  <c:v>-179.67338990812326</c:v>
                </c:pt>
                <c:pt idx="5731">
                  <c:v>-177.88777686195934</c:v>
                </c:pt>
                <c:pt idx="5732">
                  <c:v>-177.59749391573939</c:v>
                </c:pt>
                <c:pt idx="5733">
                  <c:v>-175.74833727784886</c:v>
                </c:pt>
                <c:pt idx="5734">
                  <c:v>-173.78544425258838</c:v>
                </c:pt>
                <c:pt idx="5735">
                  <c:v>-171.60660314129623</c:v>
                </c:pt>
                <c:pt idx="5736">
                  <c:v>-171.46788546630782</c:v>
                </c:pt>
                <c:pt idx="5737">
                  <c:v>-171.99770088996095</c:v>
                </c:pt>
                <c:pt idx="5738">
                  <c:v>-169.31606675522235</c:v>
                </c:pt>
                <c:pt idx="5739">
                  <c:v>-169.57982014780333</c:v>
                </c:pt>
                <c:pt idx="5740">
                  <c:v>-165.7488124149844</c:v>
                </c:pt>
                <c:pt idx="5741">
                  <c:v>-164.74511363104907</c:v>
                </c:pt>
                <c:pt idx="5742">
                  <c:v>-162.95674099228165</c:v>
                </c:pt>
                <c:pt idx="5743">
                  <c:v>-160.63647822007758</c:v>
                </c:pt>
                <c:pt idx="5744">
                  <c:v>-163.07860649285851</c:v>
                </c:pt>
                <c:pt idx="5745">
                  <c:v>-170.01188894388486</c:v>
                </c:pt>
                <c:pt idx="5746">
                  <c:v>-168.37797245354957</c:v>
                </c:pt>
                <c:pt idx="5747">
                  <c:v>-168.32000574099672</c:v>
                </c:pt>
                <c:pt idx="5748">
                  <c:v>-168.07577408309203</c:v>
                </c:pt>
                <c:pt idx="5749">
                  <c:v>-165.63946738688114</c:v>
                </c:pt>
                <c:pt idx="5750">
                  <c:v>-163.06698990233761</c:v>
                </c:pt>
                <c:pt idx="5751">
                  <c:v>-164.77310685315854</c:v>
                </c:pt>
                <c:pt idx="5752">
                  <c:v>-161.35931718788319</c:v>
                </c:pt>
                <c:pt idx="5753">
                  <c:v>-159.36302395450235</c:v>
                </c:pt>
                <c:pt idx="5754">
                  <c:v>-157.89443050343561</c:v>
                </c:pt>
                <c:pt idx="5755">
                  <c:v>-154.90361181717665</c:v>
                </c:pt>
                <c:pt idx="5756">
                  <c:v>-151.96565133228708</c:v>
                </c:pt>
                <c:pt idx="5757">
                  <c:v>-150.67407523665585</c:v>
                </c:pt>
                <c:pt idx="5758">
                  <c:v>-150.44868890748117</c:v>
                </c:pt>
                <c:pt idx="5759">
                  <c:v>-141.85405478304972</c:v>
                </c:pt>
                <c:pt idx="5760">
                  <c:v>-140.60883514611365</c:v>
                </c:pt>
                <c:pt idx="5761">
                  <c:v>-137.4662726225377</c:v>
                </c:pt>
                <c:pt idx="5762">
                  <c:v>-133.94118717401673</c:v>
                </c:pt>
                <c:pt idx="5763">
                  <c:v>-132.13857723493967</c:v>
                </c:pt>
                <c:pt idx="5764">
                  <c:v>-128.28012053553547</c:v>
                </c:pt>
                <c:pt idx="5765">
                  <c:v>-125.96063356930523</c:v>
                </c:pt>
                <c:pt idx="5766">
                  <c:v>-126.37255397629451</c:v>
                </c:pt>
                <c:pt idx="5767">
                  <c:v>-125.31493873950727</c:v>
                </c:pt>
                <c:pt idx="5768">
                  <c:v>-122.41208424170384</c:v>
                </c:pt>
                <c:pt idx="5769">
                  <c:v>-121.83358233767376</c:v>
                </c:pt>
                <c:pt idx="5770">
                  <c:v>-119.33989234788268</c:v>
                </c:pt>
                <c:pt idx="5771">
                  <c:v>-117.10191101497045</c:v>
                </c:pt>
                <c:pt idx="5772">
                  <c:v>-119.0572777480192</c:v>
                </c:pt>
                <c:pt idx="5773">
                  <c:v>-114.50510403411039</c:v>
                </c:pt>
                <c:pt idx="5774">
                  <c:v>-118.65488992828756</c:v>
                </c:pt>
                <c:pt idx="5775">
                  <c:v>-117.9175403129058</c:v>
                </c:pt>
                <c:pt idx="5776">
                  <c:v>-114.15881596669345</c:v>
                </c:pt>
                <c:pt idx="5777">
                  <c:v>-113.81472501750181</c:v>
                </c:pt>
                <c:pt idx="5778">
                  <c:v>-108.96857714867167</c:v>
                </c:pt>
                <c:pt idx="5779">
                  <c:v>-106.52672973418963</c:v>
                </c:pt>
                <c:pt idx="5780">
                  <c:v>-106.83946218437237</c:v>
                </c:pt>
                <c:pt idx="5781">
                  <c:v>-104.95151950089311</c:v>
                </c:pt>
                <c:pt idx="5782">
                  <c:v>-107.00703081320981</c:v>
                </c:pt>
                <c:pt idx="5783">
                  <c:v>-104.83158709602395</c:v>
                </c:pt>
                <c:pt idx="5784">
                  <c:v>-105.59547703996637</c:v>
                </c:pt>
                <c:pt idx="5785">
                  <c:v>-105.44920999752394</c:v>
                </c:pt>
                <c:pt idx="5786">
                  <c:v>-105.24384442643445</c:v>
                </c:pt>
                <c:pt idx="5787">
                  <c:v>-105.88327914696951</c:v>
                </c:pt>
                <c:pt idx="5788">
                  <c:v>-106.24460158059357</c:v>
                </c:pt>
                <c:pt idx="5789">
                  <c:v>-106.72845610228082</c:v>
                </c:pt>
                <c:pt idx="5790">
                  <c:v>-105.21207224260309</c:v>
                </c:pt>
                <c:pt idx="5791">
                  <c:v>-112.61937457461057</c:v>
                </c:pt>
                <c:pt idx="5792">
                  <c:v>-112.53104968109982</c:v>
                </c:pt>
                <c:pt idx="5793">
                  <c:v>-109.89349032621857</c:v>
                </c:pt>
                <c:pt idx="5794">
                  <c:v>-108.42045237761869</c:v>
                </c:pt>
                <c:pt idx="5795">
                  <c:v>-106.05503500032003</c:v>
                </c:pt>
                <c:pt idx="5796">
                  <c:v>-107.20804335091033</c:v>
                </c:pt>
                <c:pt idx="5797">
                  <c:v>-105.64370076636983</c:v>
                </c:pt>
                <c:pt idx="5798">
                  <c:v>-106.20397172579086</c:v>
                </c:pt>
                <c:pt idx="5799">
                  <c:v>-107.55749001241207</c:v>
                </c:pt>
                <c:pt idx="5800">
                  <c:v>-104.77844355451704</c:v>
                </c:pt>
                <c:pt idx="5801">
                  <c:v>-99.545321147262428</c:v>
                </c:pt>
                <c:pt idx="5802">
                  <c:v>-96.494446495814529</c:v>
                </c:pt>
                <c:pt idx="5803">
                  <c:v>-93.589362242027022</c:v>
                </c:pt>
                <c:pt idx="5804">
                  <c:v>-91.53004239629351</c:v>
                </c:pt>
                <c:pt idx="5805">
                  <c:v>-91.038597350785096</c:v>
                </c:pt>
                <c:pt idx="5806">
                  <c:v>-95.334343703758393</c:v>
                </c:pt>
                <c:pt idx="5807">
                  <c:v>-89.854836822492175</c:v>
                </c:pt>
                <c:pt idx="5808">
                  <c:v>-89.043135722486298</c:v>
                </c:pt>
                <c:pt idx="5809">
                  <c:v>-86.991002609115256</c:v>
                </c:pt>
                <c:pt idx="5810">
                  <c:v>-82.742667522625581</c:v>
                </c:pt>
                <c:pt idx="5811">
                  <c:v>-80.724017511005115</c:v>
                </c:pt>
                <c:pt idx="5812">
                  <c:v>-76.593260919563363</c:v>
                </c:pt>
                <c:pt idx="5813">
                  <c:v>-75.244858744092113</c:v>
                </c:pt>
                <c:pt idx="5814">
                  <c:v>-71.989344820184954</c:v>
                </c:pt>
                <c:pt idx="5815">
                  <c:v>-68.15475102984837</c:v>
                </c:pt>
                <c:pt idx="5816">
                  <c:v>-65.577540374114179</c:v>
                </c:pt>
                <c:pt idx="5817">
                  <c:v>-61.097596288869383</c:v>
                </c:pt>
                <c:pt idx="5818">
                  <c:v>-56.444389781069638</c:v>
                </c:pt>
                <c:pt idx="5819">
                  <c:v>-54.775627086066748</c:v>
                </c:pt>
                <c:pt idx="5820">
                  <c:v>-55.971588036376993</c:v>
                </c:pt>
                <c:pt idx="5821">
                  <c:v>-54.759105529068705</c:v>
                </c:pt>
                <c:pt idx="5822">
                  <c:v>-56.116068368192998</c:v>
                </c:pt>
                <c:pt idx="5823">
                  <c:v>-57.03978616429373</c:v>
                </c:pt>
                <c:pt idx="5824">
                  <c:v>-56.044440011963886</c:v>
                </c:pt>
                <c:pt idx="5825">
                  <c:v>-50.323049061263028</c:v>
                </c:pt>
                <c:pt idx="5826">
                  <c:v>-48.309463612813701</c:v>
                </c:pt>
                <c:pt idx="5827">
                  <c:v>-53.712706516830529</c:v>
                </c:pt>
                <c:pt idx="5828">
                  <c:v>-55.617931930809391</c:v>
                </c:pt>
                <c:pt idx="5829">
                  <c:v>-51.162451088406215</c:v>
                </c:pt>
                <c:pt idx="5830">
                  <c:v>-50.873290931481776</c:v>
                </c:pt>
                <c:pt idx="5831">
                  <c:v>-47.503659763430178</c:v>
                </c:pt>
                <c:pt idx="5832">
                  <c:v>-44.845419428397641</c:v>
                </c:pt>
                <c:pt idx="5833">
                  <c:v>-44.356119232855832</c:v>
                </c:pt>
                <c:pt idx="5834">
                  <c:v>-44.710838120783848</c:v>
                </c:pt>
                <c:pt idx="5835">
                  <c:v>-44.712544603661584</c:v>
                </c:pt>
                <c:pt idx="5836">
                  <c:v>-44.881197715432748</c:v>
                </c:pt>
                <c:pt idx="5837">
                  <c:v>-40.319993464866691</c:v>
                </c:pt>
                <c:pt idx="5838">
                  <c:v>-39.170782399949729</c:v>
                </c:pt>
                <c:pt idx="5839">
                  <c:v>-40.380713145061691</c:v>
                </c:pt>
                <c:pt idx="5840">
                  <c:v>-34.168901457244061</c:v>
                </c:pt>
                <c:pt idx="5841">
                  <c:v>-29.253951115394596</c:v>
                </c:pt>
                <c:pt idx="5842">
                  <c:v>-28.164446839372648</c:v>
                </c:pt>
                <c:pt idx="5843">
                  <c:v>-24.930045685080145</c:v>
                </c:pt>
                <c:pt idx="5844">
                  <c:v>-17.560234191218093</c:v>
                </c:pt>
                <c:pt idx="5845">
                  <c:v>-16.679314135194527</c:v>
                </c:pt>
                <c:pt idx="5846">
                  <c:v>-16.094325576216285</c:v>
                </c:pt>
                <c:pt idx="5847">
                  <c:v>-12.981739031920036</c:v>
                </c:pt>
                <c:pt idx="5848">
                  <c:v>-11.019281949779062</c:v>
                </c:pt>
                <c:pt idx="5849">
                  <c:v>-10.172956280857619</c:v>
                </c:pt>
                <c:pt idx="5850">
                  <c:v>-7.2474532519114874</c:v>
                </c:pt>
                <c:pt idx="5851">
                  <c:v>-5.5769819507647282</c:v>
                </c:pt>
                <c:pt idx="5852">
                  <c:v>-5.0192837556884378</c:v>
                </c:pt>
                <c:pt idx="5853">
                  <c:v>-2.6302082162982239</c:v>
                </c:pt>
                <c:pt idx="5854">
                  <c:v>-5.9595818661246813</c:v>
                </c:pt>
                <c:pt idx="5855">
                  <c:v>-7.6770448713349335</c:v>
                </c:pt>
                <c:pt idx="5856">
                  <c:v>-4.9421535216962003</c:v>
                </c:pt>
                <c:pt idx="5857">
                  <c:v>-6.7737528526573101</c:v>
                </c:pt>
                <c:pt idx="5858">
                  <c:v>-4.4426715858991095</c:v>
                </c:pt>
                <c:pt idx="5859">
                  <c:v>-3.2036001809580767</c:v>
                </c:pt>
                <c:pt idx="5860">
                  <c:v>5.941076736650075E-2</c:v>
                </c:pt>
                <c:pt idx="5861">
                  <c:v>5.9788348721253017</c:v>
                </c:pt>
                <c:pt idx="5862">
                  <c:v>5.0471631977161113</c:v>
                </c:pt>
                <c:pt idx="5863">
                  <c:v>4.1773922960110825</c:v>
                </c:pt>
                <c:pt idx="5864">
                  <c:v>6.6769122069126343</c:v>
                </c:pt>
                <c:pt idx="5865">
                  <c:v>9.4603264839129722</c:v>
                </c:pt>
                <c:pt idx="5866">
                  <c:v>9.907108957474966</c:v>
                </c:pt>
                <c:pt idx="5867">
                  <c:v>8.4419464941340649</c:v>
                </c:pt>
                <c:pt idx="5868">
                  <c:v>13.54456820237785</c:v>
                </c:pt>
                <c:pt idx="5869">
                  <c:v>20.986913808405976</c:v>
                </c:pt>
                <c:pt idx="5870">
                  <c:v>27.593776420825229</c:v>
                </c:pt>
                <c:pt idx="5871">
                  <c:v>20.350596768105888</c:v>
                </c:pt>
                <c:pt idx="5872">
                  <c:v>23.581226115180012</c:v>
                </c:pt>
                <c:pt idx="5873">
                  <c:v>22.584403475643871</c:v>
                </c:pt>
                <c:pt idx="5874">
                  <c:v>23.480326816092955</c:v>
                </c:pt>
                <c:pt idx="5875">
                  <c:v>22.893122479382463</c:v>
                </c:pt>
                <c:pt idx="5876">
                  <c:v>25.587384473515097</c:v>
                </c:pt>
                <c:pt idx="5877">
                  <c:v>26.460663182265339</c:v>
                </c:pt>
                <c:pt idx="5878">
                  <c:v>24.735161963238834</c:v>
                </c:pt>
                <c:pt idx="5879">
                  <c:v>30.147648449576401</c:v>
                </c:pt>
                <c:pt idx="5880">
                  <c:v>39.610638362549764</c:v>
                </c:pt>
                <c:pt idx="5881">
                  <c:v>41.789545388740962</c:v>
                </c:pt>
                <c:pt idx="5882">
                  <c:v>43.460893339893616</c:v>
                </c:pt>
                <c:pt idx="5883">
                  <c:v>46.711789867205056</c:v>
                </c:pt>
                <c:pt idx="5884">
                  <c:v>43.389306066331741</c:v>
                </c:pt>
                <c:pt idx="5885">
                  <c:v>42.883596966169293</c:v>
                </c:pt>
                <c:pt idx="5886">
                  <c:v>44.638609742100705</c:v>
                </c:pt>
                <c:pt idx="5887">
                  <c:v>44.983639816777824</c:v>
                </c:pt>
                <c:pt idx="5888">
                  <c:v>43.78372110029531</c:v>
                </c:pt>
                <c:pt idx="5889">
                  <c:v>42.159555274108769</c:v>
                </c:pt>
                <c:pt idx="5890">
                  <c:v>44.593607798219743</c:v>
                </c:pt>
                <c:pt idx="5891">
                  <c:v>43.238551047136575</c:v>
                </c:pt>
                <c:pt idx="5892">
                  <c:v>42.747917448893816</c:v>
                </c:pt>
                <c:pt idx="5893">
                  <c:v>47.139584705932322</c:v>
                </c:pt>
                <c:pt idx="5894">
                  <c:v>52.22864284064876</c:v>
                </c:pt>
                <c:pt idx="5895">
                  <c:v>53.351967404519328</c:v>
                </c:pt>
                <c:pt idx="5896">
                  <c:v>53.342348710603915</c:v>
                </c:pt>
                <c:pt idx="5897">
                  <c:v>49.975300702048763</c:v>
                </c:pt>
                <c:pt idx="5898">
                  <c:v>49.257636384588686</c:v>
                </c:pt>
                <c:pt idx="5899">
                  <c:v>55.42214043586192</c:v>
                </c:pt>
                <c:pt idx="5900">
                  <c:v>57.279536017567757</c:v>
                </c:pt>
                <c:pt idx="5901">
                  <c:v>60.576670124856854</c:v>
                </c:pt>
                <c:pt idx="5902">
                  <c:v>66.533304632891372</c:v>
                </c:pt>
                <c:pt idx="5903">
                  <c:v>65.505241774388551</c:v>
                </c:pt>
                <c:pt idx="5904">
                  <c:v>68.208325450177426</c:v>
                </c:pt>
                <c:pt idx="5905">
                  <c:v>74.019945599282281</c:v>
                </c:pt>
                <c:pt idx="5906">
                  <c:v>75.871558892581959</c:v>
                </c:pt>
                <c:pt idx="5907">
                  <c:v>78.914084170589163</c:v>
                </c:pt>
                <c:pt idx="5908">
                  <c:v>77.368864601465688</c:v>
                </c:pt>
                <c:pt idx="5909">
                  <c:v>73.10853734552559</c:v>
                </c:pt>
                <c:pt idx="5910">
                  <c:v>77.811985131493032</c:v>
                </c:pt>
                <c:pt idx="5911">
                  <c:v>77.139072626562779</c:v>
                </c:pt>
                <c:pt idx="5912">
                  <c:v>77.311168046567957</c:v>
                </c:pt>
                <c:pt idx="5913">
                  <c:v>78.376853668176892</c:v>
                </c:pt>
                <c:pt idx="5914">
                  <c:v>71.051275631677882</c:v>
                </c:pt>
                <c:pt idx="5915">
                  <c:v>70.925079972740562</c:v>
                </c:pt>
                <c:pt idx="5916">
                  <c:v>68.527993273948184</c:v>
                </c:pt>
                <c:pt idx="5917">
                  <c:v>73.227000767899369</c:v>
                </c:pt>
                <c:pt idx="5918">
                  <c:v>80.713804549763239</c:v>
                </c:pt>
                <c:pt idx="5919">
                  <c:v>85.120178852717913</c:v>
                </c:pt>
                <c:pt idx="5920">
                  <c:v>88.496232633577023</c:v>
                </c:pt>
                <c:pt idx="5921">
                  <c:v>92.774814686757921</c:v>
                </c:pt>
                <c:pt idx="5922">
                  <c:v>92.903418491699227</c:v>
                </c:pt>
                <c:pt idx="5923">
                  <c:v>93.826855054432613</c:v>
                </c:pt>
                <c:pt idx="5924">
                  <c:v>89.620055563372446</c:v>
                </c:pt>
                <c:pt idx="5925">
                  <c:v>89.911657860263105</c:v>
                </c:pt>
                <c:pt idx="5926">
                  <c:v>87.108777993436519</c:v>
                </c:pt>
                <c:pt idx="5927">
                  <c:v>91.572638596038573</c:v>
                </c:pt>
                <c:pt idx="5928">
                  <c:v>101.00662293491612</c:v>
                </c:pt>
                <c:pt idx="5929">
                  <c:v>97.432748369289996</c:v>
                </c:pt>
                <c:pt idx="5930">
                  <c:v>95.575476215022448</c:v>
                </c:pt>
                <c:pt idx="5931">
                  <c:v>97.662157814411614</c:v>
                </c:pt>
                <c:pt idx="5932">
                  <c:v>93.071828047353549</c:v>
                </c:pt>
                <c:pt idx="5933">
                  <c:v>93.934689550349404</c:v>
                </c:pt>
                <c:pt idx="5934">
                  <c:v>94.711264903045574</c:v>
                </c:pt>
                <c:pt idx="5935">
                  <c:v>92.672141018288244</c:v>
                </c:pt>
                <c:pt idx="5936">
                  <c:v>100.47587588284932</c:v>
                </c:pt>
                <c:pt idx="5937">
                  <c:v>102.4425898150846</c:v>
                </c:pt>
                <c:pt idx="5938">
                  <c:v>103.83415643807265</c:v>
                </c:pt>
                <c:pt idx="5939">
                  <c:v>106.19375748514798</c:v>
                </c:pt>
                <c:pt idx="5940">
                  <c:v>104.14313337963908</c:v>
                </c:pt>
                <c:pt idx="5941">
                  <c:v>105.01677339814458</c:v>
                </c:pt>
                <c:pt idx="5942">
                  <c:v>103.22065005158989</c:v>
                </c:pt>
                <c:pt idx="5943">
                  <c:v>103.331162874285</c:v>
                </c:pt>
                <c:pt idx="5944">
                  <c:v>100.20339784822224</c:v>
                </c:pt>
                <c:pt idx="5945">
                  <c:v>108.39327408658401</c:v>
                </c:pt>
                <c:pt idx="5946">
                  <c:v>107.63217731489001</c:v>
                </c:pt>
                <c:pt idx="5947">
                  <c:v>110.20996645574982</c:v>
                </c:pt>
                <c:pt idx="5948">
                  <c:v>108.44257766340274</c:v>
                </c:pt>
                <c:pt idx="5949">
                  <c:v>108.68858758679457</c:v>
                </c:pt>
                <c:pt idx="5950">
                  <c:v>103.67003131814187</c:v>
                </c:pt>
                <c:pt idx="5951">
                  <c:v>99.228393367823131</c:v>
                </c:pt>
                <c:pt idx="5952">
                  <c:v>96.013088428426997</c:v>
                </c:pt>
                <c:pt idx="5953">
                  <c:v>95.060470413163245</c:v>
                </c:pt>
                <c:pt idx="5954">
                  <c:v>94.808031225074657</c:v>
                </c:pt>
                <c:pt idx="5955">
                  <c:v>93.440580233799125</c:v>
                </c:pt>
                <c:pt idx="5956">
                  <c:v>91.339632575979209</c:v>
                </c:pt>
                <c:pt idx="5957">
                  <c:v>92.736777026935897</c:v>
                </c:pt>
                <c:pt idx="5958">
                  <c:v>97.804312260482604</c:v>
                </c:pt>
                <c:pt idx="5959">
                  <c:v>96.48076618018456</c:v>
                </c:pt>
                <c:pt idx="5960">
                  <c:v>105.18571764475301</c:v>
                </c:pt>
                <c:pt idx="5961">
                  <c:v>103.17374250588537</c:v>
                </c:pt>
                <c:pt idx="5962">
                  <c:v>101.5619222485567</c:v>
                </c:pt>
                <c:pt idx="5963">
                  <c:v>101.11708420075384</c:v>
                </c:pt>
                <c:pt idx="5964">
                  <c:v>109.35840386326535</c:v>
                </c:pt>
                <c:pt idx="5965">
                  <c:v>109.61165211440262</c:v>
                </c:pt>
                <c:pt idx="5966">
                  <c:v>107.7326826156449</c:v>
                </c:pt>
                <c:pt idx="5967">
                  <c:v>110.44462034195833</c:v>
                </c:pt>
                <c:pt idx="5968">
                  <c:v>110.5323446919881</c:v>
                </c:pt>
                <c:pt idx="5969">
                  <c:v>107.28721819238687</c:v>
                </c:pt>
                <c:pt idx="5970">
                  <c:v>107.34160071789039</c:v>
                </c:pt>
                <c:pt idx="5971">
                  <c:v>107.10570022051544</c:v>
                </c:pt>
                <c:pt idx="5972">
                  <c:v>105.59974965971186</c:v>
                </c:pt>
                <c:pt idx="5973">
                  <c:v>105.99834915825308</c:v>
                </c:pt>
                <c:pt idx="5974">
                  <c:v>104.17776597993094</c:v>
                </c:pt>
                <c:pt idx="5975">
                  <c:v>102.94325830805151</c:v>
                </c:pt>
                <c:pt idx="5976">
                  <c:v>106.36727144671536</c:v>
                </c:pt>
                <c:pt idx="5977">
                  <c:v>108.39515543835063</c:v>
                </c:pt>
                <c:pt idx="5978">
                  <c:v>112.09742954945747</c:v>
                </c:pt>
                <c:pt idx="5979">
                  <c:v>121.71444868845794</c:v>
                </c:pt>
                <c:pt idx="5980">
                  <c:v>115.46836900110759</c:v>
                </c:pt>
                <c:pt idx="5981">
                  <c:v>106.86418303122569</c:v>
                </c:pt>
                <c:pt idx="5982">
                  <c:v>108.31465164125052</c:v>
                </c:pt>
                <c:pt idx="5983">
                  <c:v>107.73673061929387</c:v>
                </c:pt>
                <c:pt idx="5984">
                  <c:v>101.58868039982526</c:v>
                </c:pt>
                <c:pt idx="5985">
                  <c:v>103.44411388036295</c:v>
                </c:pt>
                <c:pt idx="5986">
                  <c:v>101.18056184836696</c:v>
                </c:pt>
                <c:pt idx="5987">
                  <c:v>103.27531245440167</c:v>
                </c:pt>
                <c:pt idx="5988">
                  <c:v>103.5774623762268</c:v>
                </c:pt>
                <c:pt idx="5989">
                  <c:v>102.93107031565702</c:v>
                </c:pt>
                <c:pt idx="5990">
                  <c:v>104.85077007496272</c:v>
                </c:pt>
                <c:pt idx="5991">
                  <c:v>108.37300873282345</c:v>
                </c:pt>
                <c:pt idx="5992">
                  <c:v>107.9145604733616</c:v>
                </c:pt>
                <c:pt idx="5993">
                  <c:v>109.65885838428535</c:v>
                </c:pt>
                <c:pt idx="5994">
                  <c:v>109.32265371312212</c:v>
                </c:pt>
                <c:pt idx="5995">
                  <c:v>100.00393697625194</c:v>
                </c:pt>
                <c:pt idx="5996">
                  <c:v>103.17828168057245</c:v>
                </c:pt>
                <c:pt idx="5997">
                  <c:v>102.8993470202202</c:v>
                </c:pt>
                <c:pt idx="5998">
                  <c:v>100.95034731632515</c:v>
                </c:pt>
                <c:pt idx="5999">
                  <c:v>100.60832682043073</c:v>
                </c:pt>
                <c:pt idx="6000">
                  <c:v>101.54911360576446</c:v>
                </c:pt>
                <c:pt idx="6001">
                  <c:v>101.52250837309641</c:v>
                </c:pt>
                <c:pt idx="6002">
                  <c:v>94.630554343579064</c:v>
                </c:pt>
                <c:pt idx="6003">
                  <c:v>79.244024991529372</c:v>
                </c:pt>
                <c:pt idx="6004">
                  <c:v>75.358874638963371</c:v>
                </c:pt>
                <c:pt idx="6005">
                  <c:v>72.819376976450187</c:v>
                </c:pt>
                <c:pt idx="6006">
                  <c:v>62.778299012193138</c:v>
                </c:pt>
                <c:pt idx="6007">
                  <c:v>58.556155013852212</c:v>
                </c:pt>
                <c:pt idx="6008">
                  <c:v>55.096940514678302</c:v>
                </c:pt>
                <c:pt idx="6009">
                  <c:v>50.759551035818951</c:v>
                </c:pt>
                <c:pt idx="6010">
                  <c:v>48.182315025068611</c:v>
                </c:pt>
                <c:pt idx="6011">
                  <c:v>41.617388916886192</c:v>
                </c:pt>
                <c:pt idx="6012">
                  <c:v>35.129835342066841</c:v>
                </c:pt>
                <c:pt idx="6013">
                  <c:v>32.75481115953697</c:v>
                </c:pt>
                <c:pt idx="6014">
                  <c:v>27.153515360452545</c:v>
                </c:pt>
                <c:pt idx="6015">
                  <c:v>22.944285041203351</c:v>
                </c:pt>
                <c:pt idx="6016">
                  <c:v>19.574704073729688</c:v>
                </c:pt>
                <c:pt idx="6017">
                  <c:v>17.007720615224592</c:v>
                </c:pt>
                <c:pt idx="6018">
                  <c:v>17.469954068430813</c:v>
                </c:pt>
                <c:pt idx="6019">
                  <c:v>15.677995794437525</c:v>
                </c:pt>
                <c:pt idx="6020">
                  <c:v>14.754183139716549</c:v>
                </c:pt>
                <c:pt idx="6021">
                  <c:v>16.110348398936694</c:v>
                </c:pt>
                <c:pt idx="6022">
                  <c:v>11.740173292430994</c:v>
                </c:pt>
                <c:pt idx="6023">
                  <c:v>8.7535742351570835</c:v>
                </c:pt>
                <c:pt idx="6024">
                  <c:v>8.0453031241785151</c:v>
                </c:pt>
                <c:pt idx="6025">
                  <c:v>4.741523730433693</c:v>
                </c:pt>
                <c:pt idx="6026">
                  <c:v>1.7444828975602142</c:v>
                </c:pt>
                <c:pt idx="6027">
                  <c:v>-1.7943060838777076</c:v>
                </c:pt>
                <c:pt idx="6028">
                  <c:v>-6.9558601141272272</c:v>
                </c:pt>
                <c:pt idx="6029">
                  <c:v>-8.0276782482103535</c:v>
                </c:pt>
                <c:pt idx="6030">
                  <c:v>-11.199382619936358</c:v>
                </c:pt>
                <c:pt idx="6031">
                  <c:v>-13.098163815619603</c:v>
                </c:pt>
                <c:pt idx="6032">
                  <c:v>-7.1552253810768525</c:v>
                </c:pt>
                <c:pt idx="6033">
                  <c:v>-12.208000690296608</c:v>
                </c:pt>
                <c:pt idx="6034">
                  <c:v>-17.607581354970346</c:v>
                </c:pt>
                <c:pt idx="6035">
                  <c:v>-22.351209990565721</c:v>
                </c:pt>
                <c:pt idx="6036">
                  <c:v>-24.12698183194215</c:v>
                </c:pt>
                <c:pt idx="6037">
                  <c:v>-27.560183551502465</c:v>
                </c:pt>
                <c:pt idx="6038">
                  <c:v>-29.716985404768121</c:v>
                </c:pt>
                <c:pt idx="6039">
                  <c:v>-31.026901809003</c:v>
                </c:pt>
                <c:pt idx="6040">
                  <c:v>-31.2021988441019</c:v>
                </c:pt>
                <c:pt idx="6041">
                  <c:v>-32.994799168107612</c:v>
                </c:pt>
                <c:pt idx="6042">
                  <c:v>-31.021181947720002</c:v>
                </c:pt>
                <c:pt idx="6043">
                  <c:v>-29.226249959620571</c:v>
                </c:pt>
                <c:pt idx="6044">
                  <c:v>-28.962844035188574</c:v>
                </c:pt>
                <c:pt idx="6045">
                  <c:v>-41.433832035722915</c:v>
                </c:pt>
                <c:pt idx="6046">
                  <c:v>-46.252893455729065</c:v>
                </c:pt>
                <c:pt idx="6047">
                  <c:v>-46.666443545530555</c:v>
                </c:pt>
                <c:pt idx="6048">
                  <c:v>-44.825527945127298</c:v>
                </c:pt>
                <c:pt idx="6049">
                  <c:v>-46.281960507772361</c:v>
                </c:pt>
                <c:pt idx="6050">
                  <c:v>-49.968207213809819</c:v>
                </c:pt>
                <c:pt idx="6051">
                  <c:v>-51.4322593393264</c:v>
                </c:pt>
                <c:pt idx="6052">
                  <c:v>-56.144644500923299</c:v>
                </c:pt>
                <c:pt idx="6053">
                  <c:v>-57.034566821923384</c:v>
                </c:pt>
                <c:pt idx="6054">
                  <c:v>-61.083832891287983</c:v>
                </c:pt>
                <c:pt idx="6055">
                  <c:v>-61.765841320331845</c:v>
                </c:pt>
                <c:pt idx="6056">
                  <c:v>-60.716266173405771</c:v>
                </c:pt>
                <c:pt idx="6057">
                  <c:v>-63.388161989636075</c:v>
                </c:pt>
                <c:pt idx="6058">
                  <c:v>-63.527947598855803</c:v>
                </c:pt>
                <c:pt idx="6059">
                  <c:v>-64.220308292046269</c:v>
                </c:pt>
                <c:pt idx="6060">
                  <c:v>-66.59428099779953</c:v>
                </c:pt>
                <c:pt idx="6061">
                  <c:v>-65.275837536656866</c:v>
                </c:pt>
                <c:pt idx="6062">
                  <c:v>-69.828810771926783</c:v>
                </c:pt>
                <c:pt idx="6063">
                  <c:v>-69.192795628279825</c:v>
                </c:pt>
                <c:pt idx="6064">
                  <c:v>-78.373938877264237</c:v>
                </c:pt>
                <c:pt idx="6065">
                  <c:v>-72.645371072218566</c:v>
                </c:pt>
                <c:pt idx="6066">
                  <c:v>-66.11033123717381</c:v>
                </c:pt>
                <c:pt idx="6067">
                  <c:v>-57.604492916421876</c:v>
                </c:pt>
                <c:pt idx="6068">
                  <c:v>-52.228992662655735</c:v>
                </c:pt>
                <c:pt idx="6069">
                  <c:v>-52.521990725089402</c:v>
                </c:pt>
                <c:pt idx="6070">
                  <c:v>-49.428711333051993</c:v>
                </c:pt>
                <c:pt idx="6071">
                  <c:v>-48.691586049804307</c:v>
                </c:pt>
                <c:pt idx="6072">
                  <c:v>-50.230104609372347</c:v>
                </c:pt>
                <c:pt idx="6073">
                  <c:v>-53.196796581330702</c:v>
                </c:pt>
                <c:pt idx="6074">
                  <c:v>-55.055599163580794</c:v>
                </c:pt>
                <c:pt idx="6075">
                  <c:v>-53.802476932046851</c:v>
                </c:pt>
                <c:pt idx="6076">
                  <c:v>-54.019703786752927</c:v>
                </c:pt>
                <c:pt idx="6077">
                  <c:v>-53.506061314576932</c:v>
                </c:pt>
                <c:pt idx="6078">
                  <c:v>-55.200610636195279</c:v>
                </c:pt>
                <c:pt idx="6079">
                  <c:v>-57.572733546181567</c:v>
                </c:pt>
                <c:pt idx="6080">
                  <c:v>-60.971921942113667</c:v>
                </c:pt>
                <c:pt idx="6081">
                  <c:v>-60.643027595229562</c:v>
                </c:pt>
                <c:pt idx="6082">
                  <c:v>-60.491459407856993</c:v>
                </c:pt>
                <c:pt idx="6083">
                  <c:v>-53.225924605428382</c:v>
                </c:pt>
                <c:pt idx="6084">
                  <c:v>-57.329737893849945</c:v>
                </c:pt>
                <c:pt idx="6085">
                  <c:v>-52.908100781139765</c:v>
                </c:pt>
                <c:pt idx="6086">
                  <c:v>-49.769531906646598</c:v>
                </c:pt>
                <c:pt idx="6087">
                  <c:v>-51.979138699153197</c:v>
                </c:pt>
                <c:pt idx="6088">
                  <c:v>-46.664277879733497</c:v>
                </c:pt>
                <c:pt idx="6089">
                  <c:v>-46.289967882918447</c:v>
                </c:pt>
                <c:pt idx="6090">
                  <c:v>-48.208448665913217</c:v>
                </c:pt>
                <c:pt idx="6091">
                  <c:v>-44.595154900053394</c:v>
                </c:pt>
                <c:pt idx="6092">
                  <c:v>-41.125079113668306</c:v>
                </c:pt>
                <c:pt idx="6093">
                  <c:v>-35.687629212010883</c:v>
                </c:pt>
                <c:pt idx="6094">
                  <c:v>-35.937954920937109</c:v>
                </c:pt>
                <c:pt idx="6095">
                  <c:v>-34.650256860418779</c:v>
                </c:pt>
                <c:pt idx="6096">
                  <c:v>-33.634941752727265</c:v>
                </c:pt>
                <c:pt idx="6097">
                  <c:v>-34.325375066564156</c:v>
                </c:pt>
                <c:pt idx="6098">
                  <c:v>-29.640373109056799</c:v>
                </c:pt>
                <c:pt idx="6099">
                  <c:v>-28.785161880831868</c:v>
                </c:pt>
                <c:pt idx="6100">
                  <c:v>-22.296406052243952</c:v>
                </c:pt>
                <c:pt idx="6101">
                  <c:v>-24.415556430806248</c:v>
                </c:pt>
                <c:pt idx="6102">
                  <c:v>-24.144519438437516</c:v>
                </c:pt>
                <c:pt idx="6103">
                  <c:v>-22.488693794345853</c:v>
                </c:pt>
                <c:pt idx="6104">
                  <c:v>-20.998450714663356</c:v>
                </c:pt>
                <c:pt idx="6105">
                  <c:v>-28.129203745031511</c:v>
                </c:pt>
                <c:pt idx="6106">
                  <c:v>-18.31072592412022</c:v>
                </c:pt>
                <c:pt idx="6107">
                  <c:v>-8.7883360951202789</c:v>
                </c:pt>
                <c:pt idx="6108">
                  <c:v>-6.295953851166221</c:v>
                </c:pt>
                <c:pt idx="6109">
                  <c:v>-4.9344074526272497</c:v>
                </c:pt>
                <c:pt idx="6110">
                  <c:v>-7.1663034730955033E-2</c:v>
                </c:pt>
                <c:pt idx="6111">
                  <c:v>-1.5210498523450495</c:v>
                </c:pt>
                <c:pt idx="6112">
                  <c:v>-0.60315205710432163</c:v>
                </c:pt>
                <c:pt idx="6113">
                  <c:v>0.58539233719739059</c:v>
                </c:pt>
                <c:pt idx="6114">
                  <c:v>3.3806456432153418</c:v>
                </c:pt>
                <c:pt idx="6115">
                  <c:v>2.7954002239583948</c:v>
                </c:pt>
                <c:pt idx="6116">
                  <c:v>0.29522495301808549</c:v>
                </c:pt>
                <c:pt idx="6117">
                  <c:v>4.098923964186997</c:v>
                </c:pt>
                <c:pt idx="6118">
                  <c:v>8.8649175821513975</c:v>
                </c:pt>
                <c:pt idx="6119">
                  <c:v>11.276871089131529</c:v>
                </c:pt>
                <c:pt idx="6120">
                  <c:v>11.722582649475227</c:v>
                </c:pt>
                <c:pt idx="6121">
                  <c:v>10.229044014190986</c:v>
                </c:pt>
                <c:pt idx="6122">
                  <c:v>10.598954734724998</c:v>
                </c:pt>
                <c:pt idx="6123">
                  <c:v>19.577952768957498</c:v>
                </c:pt>
                <c:pt idx="6124">
                  <c:v>24.922616616430602</c:v>
                </c:pt>
                <c:pt idx="6125">
                  <c:v>29.431918365465854</c:v>
                </c:pt>
                <c:pt idx="6126">
                  <c:v>31.216146190354031</c:v>
                </c:pt>
                <c:pt idx="6127">
                  <c:v>34.129124468756487</c:v>
                </c:pt>
                <c:pt idx="6128">
                  <c:v>33.738231267783831</c:v>
                </c:pt>
                <c:pt idx="6129">
                  <c:v>34.835971162578446</c:v>
                </c:pt>
                <c:pt idx="6130">
                  <c:v>33.352743850719143</c:v>
                </c:pt>
                <c:pt idx="6131">
                  <c:v>36.544257193512713</c:v>
                </c:pt>
                <c:pt idx="6132">
                  <c:v>36.106119077933513</c:v>
                </c:pt>
                <c:pt idx="6133">
                  <c:v>36.239508742839902</c:v>
                </c:pt>
                <c:pt idx="6134">
                  <c:v>42.831523211124413</c:v>
                </c:pt>
                <c:pt idx="6135">
                  <c:v>48.551509401644573</c:v>
                </c:pt>
                <c:pt idx="6136">
                  <c:v>59.563092335261913</c:v>
                </c:pt>
                <c:pt idx="6137">
                  <c:v>66.155923625008029</c:v>
                </c:pt>
                <c:pt idx="6138">
                  <c:v>69.04350210306464</c:v>
                </c:pt>
                <c:pt idx="6139">
                  <c:v>65.972373399229085</c:v>
                </c:pt>
                <c:pt idx="6140">
                  <c:v>63.878664884994308</c:v>
                </c:pt>
                <c:pt idx="6141">
                  <c:v>64.469730300725345</c:v>
                </c:pt>
                <c:pt idx="6142">
                  <c:v>65.32521639502184</c:v>
                </c:pt>
                <c:pt idx="6143">
                  <c:v>66.375927315008369</c:v>
                </c:pt>
                <c:pt idx="6144">
                  <c:v>69.711681651334914</c:v>
                </c:pt>
                <c:pt idx="6145">
                  <c:v>69.719445390432057</c:v>
                </c:pt>
                <c:pt idx="6146">
                  <c:v>69.877353234965895</c:v>
                </c:pt>
                <c:pt idx="6147">
                  <c:v>73.944422085884014</c:v>
                </c:pt>
                <c:pt idx="6148">
                  <c:v>79.027734635226608</c:v>
                </c:pt>
                <c:pt idx="6149">
                  <c:v>85.045544773329951</c:v>
                </c:pt>
                <c:pt idx="6150">
                  <c:v>89.483159812578066</c:v>
                </c:pt>
                <c:pt idx="6151">
                  <c:v>95.625790827209556</c:v>
                </c:pt>
                <c:pt idx="6152">
                  <c:v>94.586381338991671</c:v>
                </c:pt>
                <c:pt idx="6153">
                  <c:v>94.185462261302362</c:v>
                </c:pt>
                <c:pt idx="6154">
                  <c:v>94.692207977529705</c:v>
                </c:pt>
                <c:pt idx="6155">
                  <c:v>93.791738822782634</c:v>
                </c:pt>
                <c:pt idx="6156">
                  <c:v>93.666172793732272</c:v>
                </c:pt>
                <c:pt idx="6157">
                  <c:v>93.553163367586777</c:v>
                </c:pt>
                <c:pt idx="6158">
                  <c:v>96.119573023693306</c:v>
                </c:pt>
                <c:pt idx="6159">
                  <c:v>98.475624686818676</c:v>
                </c:pt>
                <c:pt idx="6160">
                  <c:v>97.653149927182682</c:v>
                </c:pt>
                <c:pt idx="6161">
                  <c:v>106.95627484775072</c:v>
                </c:pt>
                <c:pt idx="6162">
                  <c:v>112.98687929882085</c:v>
                </c:pt>
                <c:pt idx="6163">
                  <c:v>110.4849937952045</c:v>
                </c:pt>
                <c:pt idx="6164">
                  <c:v>112.84404320754815</c:v>
                </c:pt>
                <c:pt idx="6165">
                  <c:v>111.33646237325738</c:v>
                </c:pt>
                <c:pt idx="6166">
                  <c:v>111.89682710445744</c:v>
                </c:pt>
                <c:pt idx="6167">
                  <c:v>110.26026146586116</c:v>
                </c:pt>
                <c:pt idx="6168">
                  <c:v>112.44221755358905</c:v>
                </c:pt>
                <c:pt idx="6169">
                  <c:v>115.69519738315753</c:v>
                </c:pt>
                <c:pt idx="6170">
                  <c:v>115.67748446618779</c:v>
                </c:pt>
                <c:pt idx="6171">
                  <c:v>114.73941718683432</c:v>
                </c:pt>
                <c:pt idx="6172">
                  <c:v>120.66811884531398</c:v>
                </c:pt>
                <c:pt idx="6173">
                  <c:v>118.27741641138118</c:v>
                </c:pt>
                <c:pt idx="6174">
                  <c:v>121.02491128041197</c:v>
                </c:pt>
                <c:pt idx="6175">
                  <c:v>125.00119639834998</c:v>
                </c:pt>
                <c:pt idx="6176">
                  <c:v>129.88977360471267</c:v>
                </c:pt>
                <c:pt idx="6177">
                  <c:v>131.71030010289522</c:v>
                </c:pt>
                <c:pt idx="6178">
                  <c:v>135.72185777181991</c:v>
                </c:pt>
                <c:pt idx="6179">
                  <c:v>134.29629078560214</c:v>
                </c:pt>
                <c:pt idx="6180">
                  <c:v>132.26451612335623</c:v>
                </c:pt>
                <c:pt idx="6181">
                  <c:v>129.38309678334801</c:v>
                </c:pt>
                <c:pt idx="6182">
                  <c:v>127.53505479474551</c:v>
                </c:pt>
                <c:pt idx="6183">
                  <c:v>124.11356106344235</c:v>
                </c:pt>
                <c:pt idx="6184">
                  <c:v>121.23034751102652</c:v>
                </c:pt>
                <c:pt idx="6185">
                  <c:v>121.12161428044408</c:v>
                </c:pt>
                <c:pt idx="6186">
                  <c:v>121.79432800495078</c:v>
                </c:pt>
                <c:pt idx="6187">
                  <c:v>132.81509057471462</c:v>
                </c:pt>
                <c:pt idx="6188">
                  <c:v>142.27939129171347</c:v>
                </c:pt>
                <c:pt idx="6189">
                  <c:v>136.80677337851199</c:v>
                </c:pt>
                <c:pt idx="6190">
                  <c:v>133.7097708356477</c:v>
                </c:pt>
                <c:pt idx="6191">
                  <c:v>135.65370319955073</c:v>
                </c:pt>
                <c:pt idx="6192">
                  <c:v>134.97737766382767</c:v>
                </c:pt>
                <c:pt idx="6193">
                  <c:v>133.85035867497919</c:v>
                </c:pt>
                <c:pt idx="6194">
                  <c:v>135.97909517386526</c:v>
                </c:pt>
                <c:pt idx="6195">
                  <c:v>136.13385902547773</c:v>
                </c:pt>
                <c:pt idx="6196">
                  <c:v>135.51032940713165</c:v>
                </c:pt>
                <c:pt idx="6197">
                  <c:v>133.760019966833</c:v>
                </c:pt>
                <c:pt idx="6198">
                  <c:v>129.9121605240781</c:v>
                </c:pt>
                <c:pt idx="6199">
                  <c:v>128.93524599219049</c:v>
                </c:pt>
                <c:pt idx="6200">
                  <c:v>126.82482573771364</c:v>
                </c:pt>
                <c:pt idx="6201">
                  <c:v>125.77816876843877</c:v>
                </c:pt>
                <c:pt idx="6202">
                  <c:v>125.16415291820121</c:v>
                </c:pt>
                <c:pt idx="6203">
                  <c:v>124.35699012289109</c:v>
                </c:pt>
                <c:pt idx="6204">
                  <c:v>123.14332978948988</c:v>
                </c:pt>
                <c:pt idx="6205">
                  <c:v>124.3999595004281</c:v>
                </c:pt>
                <c:pt idx="6206">
                  <c:v>125.90569087076749</c:v>
                </c:pt>
                <c:pt idx="6207">
                  <c:v>126.72267057555484</c:v>
                </c:pt>
                <c:pt idx="6208">
                  <c:v>125.97212951086456</c:v>
                </c:pt>
                <c:pt idx="6209">
                  <c:v>127.01551762248502</c:v>
                </c:pt>
                <c:pt idx="6210">
                  <c:v>121.8107686524601</c:v>
                </c:pt>
                <c:pt idx="6211">
                  <c:v>115.47999427724083</c:v>
                </c:pt>
                <c:pt idx="6212">
                  <c:v>108.80880177487099</c:v>
                </c:pt>
                <c:pt idx="6213">
                  <c:v>107.96681510508888</c:v>
                </c:pt>
                <c:pt idx="6214">
                  <c:v>105.87568758783975</c:v>
                </c:pt>
                <c:pt idx="6215">
                  <c:v>110.16155614081927</c:v>
                </c:pt>
                <c:pt idx="6216">
                  <c:v>112.08757004331855</c:v>
                </c:pt>
                <c:pt idx="6217">
                  <c:v>111.55032642184099</c:v>
                </c:pt>
                <c:pt idx="6218">
                  <c:v>106.29756002734983</c:v>
                </c:pt>
                <c:pt idx="6219">
                  <c:v>110.47730788326865</c:v>
                </c:pt>
                <c:pt idx="6220">
                  <c:v>109.84464305960529</c:v>
                </c:pt>
                <c:pt idx="6221">
                  <c:v>110.23435760130997</c:v>
                </c:pt>
                <c:pt idx="6222">
                  <c:v>103.42692564415147</c:v>
                </c:pt>
                <c:pt idx="6223">
                  <c:v>102.88724968504582</c:v>
                </c:pt>
                <c:pt idx="6224">
                  <c:v>103.52418801729704</c:v>
                </c:pt>
                <c:pt idx="6225">
                  <c:v>102.44882832613898</c:v>
                </c:pt>
                <c:pt idx="6226">
                  <c:v>100.28480484956539</c:v>
                </c:pt>
                <c:pt idx="6227">
                  <c:v>98.68007471142522</c:v>
                </c:pt>
                <c:pt idx="6228">
                  <c:v>95.505692796609566</c:v>
                </c:pt>
                <c:pt idx="6229">
                  <c:v>93.413043920680153</c:v>
                </c:pt>
                <c:pt idx="6230">
                  <c:v>92.777293521871897</c:v>
                </c:pt>
                <c:pt idx="6231">
                  <c:v>91.113055120941766</c:v>
                </c:pt>
                <c:pt idx="6232">
                  <c:v>85.834971115318496</c:v>
                </c:pt>
                <c:pt idx="6233">
                  <c:v>83.65511011182808</c:v>
                </c:pt>
                <c:pt idx="6234">
                  <c:v>74.997506434483469</c:v>
                </c:pt>
                <c:pt idx="6235">
                  <c:v>71.502656070512742</c:v>
                </c:pt>
                <c:pt idx="6236">
                  <c:v>69.49835027788572</c:v>
                </c:pt>
                <c:pt idx="6237">
                  <c:v>68.645548273897262</c:v>
                </c:pt>
                <c:pt idx="6238">
                  <c:v>66.439499340360612</c:v>
                </c:pt>
                <c:pt idx="6239">
                  <c:v>67.000900667690289</c:v>
                </c:pt>
                <c:pt idx="6240">
                  <c:v>61.288243164567952</c:v>
                </c:pt>
                <c:pt idx="6241">
                  <c:v>61.595888673643891</c:v>
                </c:pt>
                <c:pt idx="6242">
                  <c:v>64.591941673077159</c:v>
                </c:pt>
                <c:pt idx="6243">
                  <c:v>61.237051534508247</c:v>
                </c:pt>
                <c:pt idx="6244">
                  <c:v>58.872215424516035</c:v>
                </c:pt>
                <c:pt idx="6245">
                  <c:v>58.738824724000423</c:v>
                </c:pt>
                <c:pt idx="6246">
                  <c:v>52.607193077219634</c:v>
                </c:pt>
                <c:pt idx="6247">
                  <c:v>51.342006290418674</c:v>
                </c:pt>
                <c:pt idx="6248">
                  <c:v>51.428588602928521</c:v>
                </c:pt>
                <c:pt idx="6249">
                  <c:v>54.220430532260849</c:v>
                </c:pt>
                <c:pt idx="6250">
                  <c:v>52.509954429094606</c:v>
                </c:pt>
                <c:pt idx="6251">
                  <c:v>51.896794959523461</c:v>
                </c:pt>
                <c:pt idx="6252">
                  <c:v>51.931105678783794</c:v>
                </c:pt>
                <c:pt idx="6253">
                  <c:v>38.423552354090724</c:v>
                </c:pt>
                <c:pt idx="6254">
                  <c:v>32.379349290618933</c:v>
                </c:pt>
                <c:pt idx="6255">
                  <c:v>40.693221182903038</c:v>
                </c:pt>
                <c:pt idx="6256">
                  <c:v>26.838099631890575</c:v>
                </c:pt>
                <c:pt idx="6257">
                  <c:v>29.943196226786331</c:v>
                </c:pt>
                <c:pt idx="6258">
                  <c:v>31.607382497960778</c:v>
                </c:pt>
                <c:pt idx="6259">
                  <c:v>18.205428946142803</c:v>
                </c:pt>
                <c:pt idx="6260">
                  <c:v>20.664751804273411</c:v>
                </c:pt>
                <c:pt idx="6261">
                  <c:v>21.540927554074841</c:v>
                </c:pt>
                <c:pt idx="6262">
                  <c:v>19.99884358256072</c:v>
                </c:pt>
                <c:pt idx="6263">
                  <c:v>17.103062957323033</c:v>
                </c:pt>
                <c:pt idx="6264">
                  <c:v>17.006305296032568</c:v>
                </c:pt>
                <c:pt idx="6265">
                  <c:v>14.721881241840622</c:v>
                </c:pt>
                <c:pt idx="6266">
                  <c:v>12.348126404212898</c:v>
                </c:pt>
                <c:pt idx="6267">
                  <c:v>13.61203285662317</c:v>
                </c:pt>
                <c:pt idx="6268">
                  <c:v>9.646348818086814</c:v>
                </c:pt>
                <c:pt idx="6269">
                  <c:v>11.560890909747332</c:v>
                </c:pt>
                <c:pt idx="6270">
                  <c:v>5.5777168668564183</c:v>
                </c:pt>
                <c:pt idx="6271">
                  <c:v>-1.3877319843776936</c:v>
                </c:pt>
                <c:pt idx="6272">
                  <c:v>-4.0080990525519544</c:v>
                </c:pt>
                <c:pt idx="6273">
                  <c:v>-10.423824431044569</c:v>
                </c:pt>
                <c:pt idx="6274">
                  <c:v>-12.140582254551862</c:v>
                </c:pt>
                <c:pt idx="6275">
                  <c:v>-8.3723626573956356</c:v>
                </c:pt>
                <c:pt idx="6276">
                  <c:v>-14.013728199839402</c:v>
                </c:pt>
                <c:pt idx="6277">
                  <c:v>-17.418001179212354</c:v>
                </c:pt>
                <c:pt idx="6278">
                  <c:v>-15.451247284177823</c:v>
                </c:pt>
                <c:pt idx="6279">
                  <c:v>-17.151718314289031</c:v>
                </c:pt>
                <c:pt idx="6280">
                  <c:v>-20.043012389430277</c:v>
                </c:pt>
                <c:pt idx="6281">
                  <c:v>-22.46115500292327</c:v>
                </c:pt>
                <c:pt idx="6282">
                  <c:v>-24.849095158256734</c:v>
                </c:pt>
                <c:pt idx="6283">
                  <c:v>-27.888408596474179</c:v>
                </c:pt>
                <c:pt idx="6284">
                  <c:v>-31.294330107226191</c:v>
                </c:pt>
                <c:pt idx="6285">
                  <c:v>-35.210052549579792</c:v>
                </c:pt>
                <c:pt idx="6286">
                  <c:v>-35.927311741872543</c:v>
                </c:pt>
                <c:pt idx="6287">
                  <c:v>-36.291668015223124</c:v>
                </c:pt>
                <c:pt idx="6288">
                  <c:v>-35.539670664896455</c:v>
                </c:pt>
                <c:pt idx="6289">
                  <c:v>-38.606084332110214</c:v>
                </c:pt>
                <c:pt idx="6290">
                  <c:v>-39.127748581181393</c:v>
                </c:pt>
                <c:pt idx="6291">
                  <c:v>-37.106593563769131</c:v>
                </c:pt>
                <c:pt idx="6292">
                  <c:v>-32.823891501569975</c:v>
                </c:pt>
                <c:pt idx="6293">
                  <c:v>-37.855945108227665</c:v>
                </c:pt>
                <c:pt idx="6294">
                  <c:v>-36.612936566413346</c:v>
                </c:pt>
                <c:pt idx="6295">
                  <c:v>-42.1921239091551</c:v>
                </c:pt>
                <c:pt idx="6296">
                  <c:v>-41.811579823579201</c:v>
                </c:pt>
                <c:pt idx="6297">
                  <c:v>-41.426012514817785</c:v>
                </c:pt>
                <c:pt idx="6298">
                  <c:v>-42.211537744734798</c:v>
                </c:pt>
                <c:pt idx="6299">
                  <c:v>-44.529759659200572</c:v>
                </c:pt>
                <c:pt idx="6300">
                  <c:v>-45.336707879746072</c:v>
                </c:pt>
                <c:pt idx="6301">
                  <c:v>-46.400511639682044</c:v>
                </c:pt>
                <c:pt idx="6302">
                  <c:v>-50.748784258296325</c:v>
                </c:pt>
                <c:pt idx="6303">
                  <c:v>-51.584452694280017</c:v>
                </c:pt>
                <c:pt idx="6304">
                  <c:v>-54.978279501902762</c:v>
                </c:pt>
                <c:pt idx="6305">
                  <c:v>-51.100257032400613</c:v>
                </c:pt>
                <c:pt idx="6306">
                  <c:v>-48.922459021153472</c:v>
                </c:pt>
                <c:pt idx="6307">
                  <c:v>-44.772951342495524</c:v>
                </c:pt>
                <c:pt idx="6308">
                  <c:v>-46.490418578645311</c:v>
                </c:pt>
                <c:pt idx="6309">
                  <c:v>-44.909504506908618</c:v>
                </c:pt>
                <c:pt idx="6310">
                  <c:v>-49.434910048520791</c:v>
                </c:pt>
                <c:pt idx="6311">
                  <c:v>-48.975221054305536</c:v>
                </c:pt>
                <c:pt idx="6312">
                  <c:v>-49.41868358751227</c:v>
                </c:pt>
                <c:pt idx="6313">
                  <c:v>-50.330473794580421</c:v>
                </c:pt>
                <c:pt idx="6314">
                  <c:v>-57.236785689057982</c:v>
                </c:pt>
                <c:pt idx="6315">
                  <c:v>-52.620977347782798</c:v>
                </c:pt>
                <c:pt idx="6316">
                  <c:v>-54.78338359595211</c:v>
                </c:pt>
                <c:pt idx="6317">
                  <c:v>-55.073343083684335</c:v>
                </c:pt>
                <c:pt idx="6318">
                  <c:v>-54.006861910634129</c:v>
                </c:pt>
                <c:pt idx="6319">
                  <c:v>-53.288092381293865</c:v>
                </c:pt>
                <c:pt idx="6320">
                  <c:v>-48.324337725097713</c:v>
                </c:pt>
                <c:pt idx="6321">
                  <c:v>-49.089378500498697</c:v>
                </c:pt>
                <c:pt idx="6322">
                  <c:v>-49.606955947251983</c:v>
                </c:pt>
                <c:pt idx="6323">
                  <c:v>-52.683312836551359</c:v>
                </c:pt>
                <c:pt idx="6324">
                  <c:v>-56.277114745683441</c:v>
                </c:pt>
                <c:pt idx="6325">
                  <c:v>-57.44687585336289</c:v>
                </c:pt>
                <c:pt idx="6326">
                  <c:v>-59.594372241632428</c:v>
                </c:pt>
                <c:pt idx="6327">
                  <c:v>-58.075788152787418</c:v>
                </c:pt>
                <c:pt idx="6328">
                  <c:v>-58.81498579646594</c:v>
                </c:pt>
                <c:pt idx="6329">
                  <c:v>-61.659786474103583</c:v>
                </c:pt>
                <c:pt idx="6330">
                  <c:v>-62.700560833056258</c:v>
                </c:pt>
                <c:pt idx="6331">
                  <c:v>-58.519593808803364</c:v>
                </c:pt>
                <c:pt idx="6332">
                  <c:v>-64.164175641644832</c:v>
                </c:pt>
                <c:pt idx="6333">
                  <c:v>-63.516055924807787</c:v>
                </c:pt>
                <c:pt idx="6334">
                  <c:v>-64.340729499035717</c:v>
                </c:pt>
                <c:pt idx="6335">
                  <c:v>-72.620083050632346</c:v>
                </c:pt>
                <c:pt idx="6336">
                  <c:v>-76.188648915884912</c:v>
                </c:pt>
                <c:pt idx="6337">
                  <c:v>-77.726245774846774</c:v>
                </c:pt>
                <c:pt idx="6338">
                  <c:v>-80.426565453286798</c:v>
                </c:pt>
                <c:pt idx="6339">
                  <c:v>-81.016118573906752</c:v>
                </c:pt>
                <c:pt idx="6340">
                  <c:v>-79.832318187101706</c:v>
                </c:pt>
                <c:pt idx="6341">
                  <c:v>-79.374636461856426</c:v>
                </c:pt>
                <c:pt idx="6342">
                  <c:v>-80.383441368969045</c:v>
                </c:pt>
                <c:pt idx="6343">
                  <c:v>-79.761240483129981</c:v>
                </c:pt>
                <c:pt idx="6344">
                  <c:v>-80.09955919163167</c:v>
                </c:pt>
                <c:pt idx="6345">
                  <c:v>-75.367590488467712</c:v>
                </c:pt>
                <c:pt idx="6346">
                  <c:v>-76.413550110679893</c:v>
                </c:pt>
                <c:pt idx="6347">
                  <c:v>-80.434901619752409</c:v>
                </c:pt>
                <c:pt idx="6348">
                  <c:v>-80.934731128913654</c:v>
                </c:pt>
                <c:pt idx="6349">
                  <c:v>-81.68235217898544</c:v>
                </c:pt>
                <c:pt idx="6350">
                  <c:v>-81.237163436728224</c:v>
                </c:pt>
                <c:pt idx="6351">
                  <c:v>-80.593536204171585</c:v>
                </c:pt>
                <c:pt idx="6352">
                  <c:v>-83.126403764229835</c:v>
                </c:pt>
                <c:pt idx="6353">
                  <c:v>-79.300568495916949</c:v>
                </c:pt>
                <c:pt idx="6354">
                  <c:v>-75.153792844861385</c:v>
                </c:pt>
                <c:pt idx="6355">
                  <c:v>-71.995870894674468</c:v>
                </c:pt>
                <c:pt idx="6356">
                  <c:v>-71.714095275792658</c:v>
                </c:pt>
                <c:pt idx="6357">
                  <c:v>-70.083188992844185</c:v>
                </c:pt>
                <c:pt idx="6358">
                  <c:v>-66.432569436039131</c:v>
                </c:pt>
                <c:pt idx="6359">
                  <c:v>-66.011738080505054</c:v>
                </c:pt>
                <c:pt idx="6360">
                  <c:v>-63.464491761564169</c:v>
                </c:pt>
                <c:pt idx="6361">
                  <c:v>-63.865944203326364</c:v>
                </c:pt>
                <c:pt idx="6362">
                  <c:v>-64.368107280533792</c:v>
                </c:pt>
                <c:pt idx="6363">
                  <c:v>-64.523640543078642</c:v>
                </c:pt>
                <c:pt idx="6364">
                  <c:v>-62.354577109994729</c:v>
                </c:pt>
                <c:pt idx="6365">
                  <c:v>-58.791663964302892</c:v>
                </c:pt>
                <c:pt idx="6366">
                  <c:v>-56.966425056982224</c:v>
                </c:pt>
                <c:pt idx="6367">
                  <c:v>-57.821817296812185</c:v>
                </c:pt>
                <c:pt idx="6368">
                  <c:v>-58.092337238785134</c:v>
                </c:pt>
                <c:pt idx="6369">
                  <c:v>-55.51790104133832</c:v>
                </c:pt>
                <c:pt idx="6370">
                  <c:v>-53.619276881196953</c:v>
                </c:pt>
                <c:pt idx="6371">
                  <c:v>-53.812096680019849</c:v>
                </c:pt>
                <c:pt idx="6372">
                  <c:v>-52.771492789087546</c:v>
                </c:pt>
                <c:pt idx="6373">
                  <c:v>-49.472871985609785</c:v>
                </c:pt>
                <c:pt idx="6374">
                  <c:v>-52.779755959813819</c:v>
                </c:pt>
                <c:pt idx="6375">
                  <c:v>-54.29380614833557</c:v>
                </c:pt>
                <c:pt idx="6376">
                  <c:v>-53.176380637867013</c:v>
                </c:pt>
                <c:pt idx="6377">
                  <c:v>-51.54352267869362</c:v>
                </c:pt>
                <c:pt idx="6378">
                  <c:v>-52.878681620299659</c:v>
                </c:pt>
                <c:pt idx="6379">
                  <c:v>-51.785521578123436</c:v>
                </c:pt>
                <c:pt idx="6380">
                  <c:v>-53.510626883589438</c:v>
                </c:pt>
                <c:pt idx="6381">
                  <c:v>-52.213491684340113</c:v>
                </c:pt>
                <c:pt idx="6382">
                  <c:v>-50.91314117807714</c:v>
                </c:pt>
                <c:pt idx="6383">
                  <c:v>-48.240570313968689</c:v>
                </c:pt>
                <c:pt idx="6384">
                  <c:v>-43.586505816444664</c:v>
                </c:pt>
                <c:pt idx="6385">
                  <c:v>-44.895228464531954</c:v>
                </c:pt>
                <c:pt idx="6386">
                  <c:v>-44.92253939793131</c:v>
                </c:pt>
                <c:pt idx="6387">
                  <c:v>-45.01166670636507</c:v>
                </c:pt>
                <c:pt idx="6388">
                  <c:v>-44.593112518856664</c:v>
                </c:pt>
                <c:pt idx="6389">
                  <c:v>-39.782771768989434</c:v>
                </c:pt>
                <c:pt idx="6390">
                  <c:v>-40.087795213314351</c:v>
                </c:pt>
                <c:pt idx="6391">
                  <c:v>-40.024435997407345</c:v>
                </c:pt>
                <c:pt idx="6392">
                  <c:v>-39.069534753184328</c:v>
                </c:pt>
                <c:pt idx="6393">
                  <c:v>-35.120821723789902</c:v>
                </c:pt>
                <c:pt idx="6394">
                  <c:v>-38.229120285114313</c:v>
                </c:pt>
                <c:pt idx="6395">
                  <c:v>-38.298711505693234</c:v>
                </c:pt>
                <c:pt idx="6396">
                  <c:v>-40.4881023064329</c:v>
                </c:pt>
                <c:pt idx="6397">
                  <c:v>-41.209201207363122</c:v>
                </c:pt>
                <c:pt idx="6398">
                  <c:v>-43.708661820330214</c:v>
                </c:pt>
                <c:pt idx="6399">
                  <c:v>-40.414346397580061</c:v>
                </c:pt>
                <c:pt idx="6400">
                  <c:v>-43.446355590729709</c:v>
                </c:pt>
                <c:pt idx="6401">
                  <c:v>-45.211257270905769</c:v>
                </c:pt>
                <c:pt idx="6402">
                  <c:v>-42.519652437438708</c:v>
                </c:pt>
                <c:pt idx="6403">
                  <c:v>-45.214892459842119</c:v>
                </c:pt>
                <c:pt idx="6404">
                  <c:v>-45.873926080213657</c:v>
                </c:pt>
                <c:pt idx="6405">
                  <c:v>-49.653699908125546</c:v>
                </c:pt>
                <c:pt idx="6406">
                  <c:v>-51.308710651016483</c:v>
                </c:pt>
                <c:pt idx="6407">
                  <c:v>-53.138107466205781</c:v>
                </c:pt>
                <c:pt idx="6408">
                  <c:v>-52.7371169280012</c:v>
                </c:pt>
                <c:pt idx="6409">
                  <c:v>-53.018152722143853</c:v>
                </c:pt>
                <c:pt idx="6410">
                  <c:v>-55.218001991406297</c:v>
                </c:pt>
                <c:pt idx="6411">
                  <c:v>-57.588385765871493</c:v>
                </c:pt>
                <c:pt idx="6412">
                  <c:v>-57.475842259698794</c:v>
                </c:pt>
                <c:pt idx="6413">
                  <c:v>-59.034395074387724</c:v>
                </c:pt>
                <c:pt idx="6414">
                  <c:v>-63.126121275826769</c:v>
                </c:pt>
                <c:pt idx="6415">
                  <c:v>-63.943518528614845</c:v>
                </c:pt>
                <c:pt idx="6416">
                  <c:v>-60.048415757080434</c:v>
                </c:pt>
                <c:pt idx="6417">
                  <c:v>-54.714801678814787</c:v>
                </c:pt>
                <c:pt idx="6418">
                  <c:v>-49.220836592944941</c:v>
                </c:pt>
                <c:pt idx="6419">
                  <c:v>-41.736670089852907</c:v>
                </c:pt>
                <c:pt idx="6420">
                  <c:v>-36.956704185501039</c:v>
                </c:pt>
                <c:pt idx="6421">
                  <c:v>-35.618392317017808</c:v>
                </c:pt>
                <c:pt idx="6422">
                  <c:v>-33.633673662938115</c:v>
                </c:pt>
                <c:pt idx="6423">
                  <c:v>-37.386175691442517</c:v>
                </c:pt>
                <c:pt idx="6424">
                  <c:v>-40.607826002589384</c:v>
                </c:pt>
                <c:pt idx="6425">
                  <c:v>-39.738642601256522</c:v>
                </c:pt>
                <c:pt idx="6426">
                  <c:v>-41.746414377595585</c:v>
                </c:pt>
                <c:pt idx="6427">
                  <c:v>-44.486318184072822</c:v>
                </c:pt>
                <c:pt idx="6428">
                  <c:v>-45.812403492136831</c:v>
                </c:pt>
                <c:pt idx="6429">
                  <c:v>-45.377278817855441</c:v>
                </c:pt>
                <c:pt idx="6430">
                  <c:v>-45.58903645009493</c:v>
                </c:pt>
                <c:pt idx="6431">
                  <c:v>-44.308120021084726</c:v>
                </c:pt>
                <c:pt idx="6432">
                  <c:v>-39.898184791297638</c:v>
                </c:pt>
                <c:pt idx="6433">
                  <c:v>-39.243926348608767</c:v>
                </c:pt>
                <c:pt idx="6434">
                  <c:v>-39.760386849066123</c:v>
                </c:pt>
                <c:pt idx="6435">
                  <c:v>-38.543488430771539</c:v>
                </c:pt>
                <c:pt idx="6436">
                  <c:v>-39.387557577688611</c:v>
                </c:pt>
                <c:pt idx="6437">
                  <c:v>-38.38042455250342</c:v>
                </c:pt>
                <c:pt idx="6438">
                  <c:v>-39.112056171400852</c:v>
                </c:pt>
                <c:pt idx="6439">
                  <c:v>-36.788015394546946</c:v>
                </c:pt>
                <c:pt idx="6440">
                  <c:v>-34.129825750591742</c:v>
                </c:pt>
                <c:pt idx="6441">
                  <c:v>-32.11400131928724</c:v>
                </c:pt>
                <c:pt idx="6442">
                  <c:v>-33.623730701650778</c:v>
                </c:pt>
                <c:pt idx="6443">
                  <c:v>-35.864657938404271</c:v>
                </c:pt>
                <c:pt idx="6444">
                  <c:v>-36.761994155200753</c:v>
                </c:pt>
                <c:pt idx="6445">
                  <c:v>-35.770712242658476</c:v>
                </c:pt>
                <c:pt idx="6446">
                  <c:v>-40.326290040642917</c:v>
                </c:pt>
                <c:pt idx="6447">
                  <c:v>-38.167170522758397</c:v>
                </c:pt>
                <c:pt idx="6448">
                  <c:v>-40.157555851534859</c:v>
                </c:pt>
                <c:pt idx="6449">
                  <c:v>-40.195727755490992</c:v>
                </c:pt>
                <c:pt idx="6450">
                  <c:v>-38.378002808004702</c:v>
                </c:pt>
                <c:pt idx="6451">
                  <c:v>-39.354094407233539</c:v>
                </c:pt>
                <c:pt idx="6452">
                  <c:v>-34.503361351256309</c:v>
                </c:pt>
                <c:pt idx="6453">
                  <c:v>-33.357150823761827</c:v>
                </c:pt>
                <c:pt idx="6454">
                  <c:v>-36.347247614712899</c:v>
                </c:pt>
                <c:pt idx="6455">
                  <c:v>-31.058816871749137</c:v>
                </c:pt>
                <c:pt idx="6456">
                  <c:v>-31.662344779083945</c:v>
                </c:pt>
                <c:pt idx="6457">
                  <c:v>-27.103295179222442</c:v>
                </c:pt>
                <c:pt idx="6458">
                  <c:v>-27.296355071445898</c:v>
                </c:pt>
                <c:pt idx="6459">
                  <c:v>-29.336628695874818</c:v>
                </c:pt>
                <c:pt idx="6460">
                  <c:v>-31.743950464924627</c:v>
                </c:pt>
                <c:pt idx="6461">
                  <c:v>-31.847542634431363</c:v>
                </c:pt>
                <c:pt idx="6462">
                  <c:v>-31.940775586987517</c:v>
                </c:pt>
                <c:pt idx="6463">
                  <c:v>-32.585366333628102</c:v>
                </c:pt>
                <c:pt idx="6464">
                  <c:v>-33.05778779230252</c:v>
                </c:pt>
                <c:pt idx="6465">
                  <c:v>-38.219793590944398</c:v>
                </c:pt>
                <c:pt idx="6466">
                  <c:v>-33.739169090900312</c:v>
                </c:pt>
                <c:pt idx="6467">
                  <c:v>-28.58175660478533</c:v>
                </c:pt>
                <c:pt idx="6468">
                  <c:v>-28.915180143233059</c:v>
                </c:pt>
                <c:pt idx="6469">
                  <c:v>-26.096722070588573</c:v>
                </c:pt>
                <c:pt idx="6470">
                  <c:v>-18.103870858515656</c:v>
                </c:pt>
                <c:pt idx="6471">
                  <c:v>-14.495150188469449</c:v>
                </c:pt>
                <c:pt idx="6472">
                  <c:v>-13.292816024557917</c:v>
                </c:pt>
                <c:pt idx="6473">
                  <c:v>-11.451427091783458</c:v>
                </c:pt>
                <c:pt idx="6474">
                  <c:v>-13.564338968915042</c:v>
                </c:pt>
                <c:pt idx="6475">
                  <c:v>-8.7151465165453281</c:v>
                </c:pt>
                <c:pt idx="6476">
                  <c:v>-6.9559650708953829</c:v>
                </c:pt>
                <c:pt idx="6477">
                  <c:v>-8.2856795584615242</c:v>
                </c:pt>
                <c:pt idx="6478">
                  <c:v>-8.9136647237025617</c:v>
                </c:pt>
                <c:pt idx="6479">
                  <c:v>-12.398712012013986</c:v>
                </c:pt>
                <c:pt idx="6480">
                  <c:v>-5.0832735735585786</c:v>
                </c:pt>
                <c:pt idx="6481">
                  <c:v>-5.8136382024533315</c:v>
                </c:pt>
                <c:pt idx="6482">
                  <c:v>-6.9064700118047586</c:v>
                </c:pt>
                <c:pt idx="6483">
                  <c:v>-7.6723761317114736</c:v>
                </c:pt>
                <c:pt idx="6484">
                  <c:v>-8.3616916396275158</c:v>
                </c:pt>
                <c:pt idx="6485">
                  <c:v>-8.5125641329790032</c:v>
                </c:pt>
                <c:pt idx="6486">
                  <c:v>-8.7400957337153127</c:v>
                </c:pt>
                <c:pt idx="6487">
                  <c:v>-10.981711302577292</c:v>
                </c:pt>
                <c:pt idx="6488">
                  <c:v>-12.596294197130254</c:v>
                </c:pt>
                <c:pt idx="6489">
                  <c:v>-13.038747498363188</c:v>
                </c:pt>
                <c:pt idx="6490">
                  <c:v>-9.2361536556953094</c:v>
                </c:pt>
                <c:pt idx="6491">
                  <c:v>-5.8138191972942188</c:v>
                </c:pt>
                <c:pt idx="6492">
                  <c:v>-0.98696103486181652</c:v>
                </c:pt>
                <c:pt idx="6493">
                  <c:v>0.94624051703461542</c:v>
                </c:pt>
                <c:pt idx="6494">
                  <c:v>3.683200038522954</c:v>
                </c:pt>
                <c:pt idx="6495">
                  <c:v>8.1801920302983397</c:v>
                </c:pt>
                <c:pt idx="6496">
                  <c:v>10.127143009925955</c:v>
                </c:pt>
                <c:pt idx="6497">
                  <c:v>12.56553420662496</c:v>
                </c:pt>
                <c:pt idx="6498">
                  <c:v>13.599101896224866</c:v>
                </c:pt>
                <c:pt idx="6499">
                  <c:v>13.033995952953502</c:v>
                </c:pt>
                <c:pt idx="6500">
                  <c:v>15.758605483510951</c:v>
                </c:pt>
                <c:pt idx="6501">
                  <c:v>16.881121983749498</c:v>
                </c:pt>
                <c:pt idx="6502">
                  <c:v>17.739249971645819</c:v>
                </c:pt>
                <c:pt idx="6503">
                  <c:v>16.325362674770432</c:v>
                </c:pt>
                <c:pt idx="6504">
                  <c:v>14.850269637684461</c:v>
                </c:pt>
                <c:pt idx="6505">
                  <c:v>17.708988940953574</c:v>
                </c:pt>
                <c:pt idx="6506">
                  <c:v>20.486378807542899</c:v>
                </c:pt>
                <c:pt idx="6507">
                  <c:v>24.964528654654089</c:v>
                </c:pt>
                <c:pt idx="6508">
                  <c:v>28.45350952157785</c:v>
                </c:pt>
                <c:pt idx="6509">
                  <c:v>32.360902747571238</c:v>
                </c:pt>
                <c:pt idx="6510">
                  <c:v>30.826717017696033</c:v>
                </c:pt>
                <c:pt idx="6511">
                  <c:v>29.527540892951382</c:v>
                </c:pt>
                <c:pt idx="6512">
                  <c:v>25.379693308524335</c:v>
                </c:pt>
                <c:pt idx="6513">
                  <c:v>24.455272612113742</c:v>
                </c:pt>
                <c:pt idx="6514">
                  <c:v>23.292277348909469</c:v>
                </c:pt>
                <c:pt idx="6515">
                  <c:v>23.880308754521185</c:v>
                </c:pt>
                <c:pt idx="6516">
                  <c:v>23.042737024600537</c:v>
                </c:pt>
                <c:pt idx="6517">
                  <c:v>23.173837003731162</c:v>
                </c:pt>
                <c:pt idx="6518">
                  <c:v>20.710357944989152</c:v>
                </c:pt>
                <c:pt idx="6519">
                  <c:v>14.413341929899236</c:v>
                </c:pt>
                <c:pt idx="6520">
                  <c:v>13.118201244662234</c:v>
                </c:pt>
                <c:pt idx="6521">
                  <c:v>13.243325096778651</c:v>
                </c:pt>
                <c:pt idx="6522">
                  <c:v>13.702488164125738</c:v>
                </c:pt>
                <c:pt idx="6523">
                  <c:v>14.413961199295624</c:v>
                </c:pt>
                <c:pt idx="6524">
                  <c:v>15.028250982244451</c:v>
                </c:pt>
                <c:pt idx="6525">
                  <c:v>18.028954709708138</c:v>
                </c:pt>
                <c:pt idx="6526">
                  <c:v>19.465165326957575</c:v>
                </c:pt>
                <c:pt idx="6527">
                  <c:v>24.045436522127297</c:v>
                </c:pt>
                <c:pt idx="6528">
                  <c:v>26.144421695602695</c:v>
                </c:pt>
                <c:pt idx="6529">
                  <c:v>25.843992402453345</c:v>
                </c:pt>
                <c:pt idx="6530">
                  <c:v>28.051023516534265</c:v>
                </c:pt>
                <c:pt idx="6531">
                  <c:v>26.087877230938467</c:v>
                </c:pt>
                <c:pt idx="6532">
                  <c:v>30.42320823269505</c:v>
                </c:pt>
                <c:pt idx="6533">
                  <c:v>34.088421806811724</c:v>
                </c:pt>
                <c:pt idx="6534">
                  <c:v>36.080041856013494</c:v>
                </c:pt>
                <c:pt idx="6535">
                  <c:v>38.255547601284746</c:v>
                </c:pt>
                <c:pt idx="6536">
                  <c:v>37.594947537753029</c:v>
                </c:pt>
                <c:pt idx="6537">
                  <c:v>38.386939031566399</c:v>
                </c:pt>
                <c:pt idx="6538">
                  <c:v>35.941060250363051</c:v>
                </c:pt>
                <c:pt idx="6539">
                  <c:v>31.128078649148918</c:v>
                </c:pt>
                <c:pt idx="6540">
                  <c:v>29.944540451644716</c:v>
                </c:pt>
                <c:pt idx="6541">
                  <c:v>27.242571670311321</c:v>
                </c:pt>
                <c:pt idx="6542">
                  <c:v>31.04510223114567</c:v>
                </c:pt>
                <c:pt idx="6543">
                  <c:v>33.296120673278956</c:v>
                </c:pt>
                <c:pt idx="6544">
                  <c:v>32.567593646320944</c:v>
                </c:pt>
                <c:pt idx="6545">
                  <c:v>34.396953896032116</c:v>
                </c:pt>
                <c:pt idx="6546">
                  <c:v>34.948015461083251</c:v>
                </c:pt>
                <c:pt idx="6547">
                  <c:v>37.980001642840229</c:v>
                </c:pt>
                <c:pt idx="6548">
                  <c:v>40.418613033676749</c:v>
                </c:pt>
                <c:pt idx="6549">
                  <c:v>39.408297106371123</c:v>
                </c:pt>
                <c:pt idx="6550">
                  <c:v>41.092735000520506</c:v>
                </c:pt>
                <c:pt idx="6551">
                  <c:v>42.608729105254952</c:v>
                </c:pt>
                <c:pt idx="6552">
                  <c:v>40.108684539628349</c:v>
                </c:pt>
                <c:pt idx="6553">
                  <c:v>42.167529379910192</c:v>
                </c:pt>
                <c:pt idx="6554">
                  <c:v>37.148463923335406</c:v>
                </c:pt>
                <c:pt idx="6555">
                  <c:v>31.216269963355515</c:v>
                </c:pt>
                <c:pt idx="6556">
                  <c:v>27.769382758731055</c:v>
                </c:pt>
                <c:pt idx="6557">
                  <c:v>32.333758689473193</c:v>
                </c:pt>
                <c:pt idx="6558">
                  <c:v>41.114684341046072</c:v>
                </c:pt>
                <c:pt idx="6559">
                  <c:v>48.387079911107861</c:v>
                </c:pt>
                <c:pt idx="6560">
                  <c:v>46.491022850225932</c:v>
                </c:pt>
                <c:pt idx="6561">
                  <c:v>55.24946935706744</c:v>
                </c:pt>
                <c:pt idx="6562">
                  <c:v>53.071529870149064</c:v>
                </c:pt>
                <c:pt idx="6563">
                  <c:v>51.508378455833899</c:v>
                </c:pt>
                <c:pt idx="6564">
                  <c:v>51.578323551802043</c:v>
                </c:pt>
                <c:pt idx="6565">
                  <c:v>48.539412639411196</c:v>
                </c:pt>
                <c:pt idx="6566">
                  <c:v>48.861357389853183</c:v>
                </c:pt>
                <c:pt idx="6567">
                  <c:v>45.643988541056956</c:v>
                </c:pt>
                <c:pt idx="6568">
                  <c:v>44.295877290723325</c:v>
                </c:pt>
                <c:pt idx="6569">
                  <c:v>44.683329408916265</c:v>
                </c:pt>
                <c:pt idx="6570">
                  <c:v>46.741784195890119</c:v>
                </c:pt>
                <c:pt idx="6571">
                  <c:v>43.172105753329276</c:v>
                </c:pt>
                <c:pt idx="6572">
                  <c:v>40.91058108087492</c:v>
                </c:pt>
                <c:pt idx="6573">
                  <c:v>40.896256012307212</c:v>
                </c:pt>
                <c:pt idx="6574">
                  <c:v>34.728820458909873</c:v>
                </c:pt>
                <c:pt idx="6575">
                  <c:v>33.488729928892099</c:v>
                </c:pt>
                <c:pt idx="6576">
                  <c:v>31.974362384413141</c:v>
                </c:pt>
                <c:pt idx="6577">
                  <c:v>33.701361320826358</c:v>
                </c:pt>
                <c:pt idx="6578">
                  <c:v>31.613757186750824</c:v>
                </c:pt>
                <c:pt idx="6579">
                  <c:v>32.955910293763871</c:v>
                </c:pt>
                <c:pt idx="6580">
                  <c:v>33.408568583111659</c:v>
                </c:pt>
                <c:pt idx="6581">
                  <c:v>33.614283855371113</c:v>
                </c:pt>
                <c:pt idx="6582">
                  <c:v>28.796302348746813</c:v>
                </c:pt>
                <c:pt idx="6583">
                  <c:v>26.956777238690851</c:v>
                </c:pt>
                <c:pt idx="6584">
                  <c:v>27.966875072356014</c:v>
                </c:pt>
                <c:pt idx="6585">
                  <c:v>26.931015910019216</c:v>
                </c:pt>
                <c:pt idx="6586">
                  <c:v>21.803686849035085</c:v>
                </c:pt>
                <c:pt idx="6587">
                  <c:v>21.614637575734054</c:v>
                </c:pt>
                <c:pt idx="6588">
                  <c:v>25.754236016997471</c:v>
                </c:pt>
                <c:pt idx="6589">
                  <c:v>19.124884926188102</c:v>
                </c:pt>
                <c:pt idx="6590">
                  <c:v>21.387087687161774</c:v>
                </c:pt>
                <c:pt idx="6591">
                  <c:v>25.775166646311074</c:v>
                </c:pt>
                <c:pt idx="6592">
                  <c:v>26.140300911908827</c:v>
                </c:pt>
                <c:pt idx="6593">
                  <c:v>29.359254778662304</c:v>
                </c:pt>
                <c:pt idx="6594">
                  <c:v>32.679274073230012</c:v>
                </c:pt>
                <c:pt idx="6595">
                  <c:v>21.942257631516313</c:v>
                </c:pt>
                <c:pt idx="6596">
                  <c:v>24.69957047643344</c:v>
                </c:pt>
                <c:pt idx="6597">
                  <c:v>23.666557405372735</c:v>
                </c:pt>
                <c:pt idx="6598">
                  <c:v>19.669217062632544</c:v>
                </c:pt>
                <c:pt idx="6599">
                  <c:v>20.37847919344323</c:v>
                </c:pt>
                <c:pt idx="6600">
                  <c:v>18.802036931167549</c:v>
                </c:pt>
                <c:pt idx="6601">
                  <c:v>16.447381670457389</c:v>
                </c:pt>
                <c:pt idx="6602">
                  <c:v>18.97076302215352</c:v>
                </c:pt>
                <c:pt idx="6603">
                  <c:v>22.642731478125359</c:v>
                </c:pt>
                <c:pt idx="6604">
                  <c:v>24.779337019197953</c:v>
                </c:pt>
                <c:pt idx="6605">
                  <c:v>28.30185674349913</c:v>
                </c:pt>
                <c:pt idx="6606">
                  <c:v>26.449592400263828</c:v>
                </c:pt>
                <c:pt idx="6607">
                  <c:v>26.132848672641387</c:v>
                </c:pt>
                <c:pt idx="6608">
                  <c:v>31.576056705531421</c:v>
                </c:pt>
                <c:pt idx="6609">
                  <c:v>35.284260144508167</c:v>
                </c:pt>
                <c:pt idx="6610">
                  <c:v>30.094434954916071</c:v>
                </c:pt>
                <c:pt idx="6611">
                  <c:v>27.289689874264653</c:v>
                </c:pt>
                <c:pt idx="6612">
                  <c:v>30.566951390677378</c:v>
                </c:pt>
                <c:pt idx="6613">
                  <c:v>34.037043979475122</c:v>
                </c:pt>
                <c:pt idx="6614">
                  <c:v>29.924651149164124</c:v>
                </c:pt>
                <c:pt idx="6615">
                  <c:v>32.5574536390342</c:v>
                </c:pt>
                <c:pt idx="6616">
                  <c:v>29.155612916761889</c:v>
                </c:pt>
                <c:pt idx="6617">
                  <c:v>26.667662721322952</c:v>
                </c:pt>
                <c:pt idx="6618">
                  <c:v>21.371662740798676</c:v>
                </c:pt>
                <c:pt idx="6619">
                  <c:v>18.650702942130117</c:v>
                </c:pt>
                <c:pt idx="6620">
                  <c:v>16.677095298631507</c:v>
                </c:pt>
                <c:pt idx="6621">
                  <c:v>13.552832647681166</c:v>
                </c:pt>
                <c:pt idx="6622">
                  <c:v>12.120644860616514</c:v>
                </c:pt>
                <c:pt idx="6623">
                  <c:v>8.8431781184729914</c:v>
                </c:pt>
                <c:pt idx="6624">
                  <c:v>1.3384795729222931</c:v>
                </c:pt>
                <c:pt idx="6625">
                  <c:v>7.0099087509129632</c:v>
                </c:pt>
                <c:pt idx="6626">
                  <c:v>4.1566766722008568</c:v>
                </c:pt>
                <c:pt idx="6627">
                  <c:v>2.5023170187301611</c:v>
                </c:pt>
                <c:pt idx="6628">
                  <c:v>-1.5865829884824647</c:v>
                </c:pt>
                <c:pt idx="6629">
                  <c:v>-0.9158173593155513</c:v>
                </c:pt>
                <c:pt idx="6630">
                  <c:v>-0.46902379209714512</c:v>
                </c:pt>
                <c:pt idx="6631">
                  <c:v>-0.87469798697126266</c:v>
                </c:pt>
                <c:pt idx="6632">
                  <c:v>-1.8078400837737165</c:v>
                </c:pt>
                <c:pt idx="6633">
                  <c:v>-2.298283572838741</c:v>
                </c:pt>
                <c:pt idx="6634">
                  <c:v>1.0223731659798534</c:v>
                </c:pt>
                <c:pt idx="6635">
                  <c:v>-0.53641727170532194</c:v>
                </c:pt>
                <c:pt idx="6636">
                  <c:v>-4.1391335130436202</c:v>
                </c:pt>
                <c:pt idx="6637">
                  <c:v>-6.0716890868615385</c:v>
                </c:pt>
                <c:pt idx="6638">
                  <c:v>-9.2313876505793964</c:v>
                </c:pt>
                <c:pt idx="6639">
                  <c:v>-7.0545509757588079</c:v>
                </c:pt>
                <c:pt idx="6640">
                  <c:v>-8.1537722091092277</c:v>
                </c:pt>
                <c:pt idx="6641">
                  <c:v>-8.664257684621635</c:v>
                </c:pt>
                <c:pt idx="6642">
                  <c:v>-8.0899245823210961</c:v>
                </c:pt>
                <c:pt idx="6643">
                  <c:v>-8.9986300491857474</c:v>
                </c:pt>
                <c:pt idx="6644">
                  <c:v>-13.011587252683075</c:v>
                </c:pt>
                <c:pt idx="6645">
                  <c:v>-6.1543562357949879</c:v>
                </c:pt>
                <c:pt idx="6646">
                  <c:v>-11.372883562713088</c:v>
                </c:pt>
                <c:pt idx="6647">
                  <c:v>-3.7088074785762997</c:v>
                </c:pt>
                <c:pt idx="6648">
                  <c:v>-9.8423135018110806</c:v>
                </c:pt>
                <c:pt idx="6649">
                  <c:v>-5.9789051781605913</c:v>
                </c:pt>
                <c:pt idx="6650">
                  <c:v>-8.3564925619311321</c:v>
                </c:pt>
                <c:pt idx="6651">
                  <c:v>-11.267191864121589</c:v>
                </c:pt>
                <c:pt idx="6652">
                  <c:v>-11.907876823205282</c:v>
                </c:pt>
                <c:pt idx="6653">
                  <c:v>-12.876008821356285</c:v>
                </c:pt>
                <c:pt idx="6654">
                  <c:v>-10.680422189842671</c:v>
                </c:pt>
                <c:pt idx="6655">
                  <c:v>-13.321789565368395</c:v>
                </c:pt>
                <c:pt idx="6656">
                  <c:v>-17.159431764314444</c:v>
                </c:pt>
                <c:pt idx="6657">
                  <c:v>-17.024435606148391</c:v>
                </c:pt>
                <c:pt idx="6658">
                  <c:v>-18.340711503210521</c:v>
                </c:pt>
                <c:pt idx="6659">
                  <c:v>-20.646611375244362</c:v>
                </c:pt>
                <c:pt idx="6660">
                  <c:v>-21.282051742241276</c:v>
                </c:pt>
                <c:pt idx="6661">
                  <c:v>-22.172566025694117</c:v>
                </c:pt>
                <c:pt idx="6662">
                  <c:v>-18.231310315556136</c:v>
                </c:pt>
                <c:pt idx="6663">
                  <c:v>-16.554274642369418</c:v>
                </c:pt>
                <c:pt idx="6664">
                  <c:v>-20.239831816769765</c:v>
                </c:pt>
                <c:pt idx="6665">
                  <c:v>-21.686813609529139</c:v>
                </c:pt>
                <c:pt idx="6666">
                  <c:v>-25.414458449694646</c:v>
                </c:pt>
                <c:pt idx="6667">
                  <c:v>-27.479478511295333</c:v>
                </c:pt>
                <c:pt idx="6668">
                  <c:v>-30.072515298803093</c:v>
                </c:pt>
                <c:pt idx="6669">
                  <c:v>-31.806579293252412</c:v>
                </c:pt>
                <c:pt idx="6670">
                  <c:v>-28.936256804297717</c:v>
                </c:pt>
                <c:pt idx="6671">
                  <c:v>-31.016669891449204</c:v>
                </c:pt>
                <c:pt idx="6672">
                  <c:v>-28.969179845785074</c:v>
                </c:pt>
                <c:pt idx="6673">
                  <c:v>-21.165565308067347</c:v>
                </c:pt>
                <c:pt idx="6674">
                  <c:v>-23.563483313039544</c:v>
                </c:pt>
                <c:pt idx="6675">
                  <c:v>-26.804609529646168</c:v>
                </c:pt>
                <c:pt idx="6676">
                  <c:v>-32.860016436974909</c:v>
                </c:pt>
                <c:pt idx="6677">
                  <c:v>-33.627942282387323</c:v>
                </c:pt>
                <c:pt idx="6678">
                  <c:v>-36.791714995476241</c:v>
                </c:pt>
                <c:pt idx="6679">
                  <c:v>-37.338523716519617</c:v>
                </c:pt>
                <c:pt idx="6680">
                  <c:v>-39.266220553185875</c:v>
                </c:pt>
                <c:pt idx="6681">
                  <c:v>-44.075466358160647</c:v>
                </c:pt>
                <c:pt idx="6682">
                  <c:v>-39.023932797621903</c:v>
                </c:pt>
                <c:pt idx="6683">
                  <c:v>-35.792767015302388</c:v>
                </c:pt>
                <c:pt idx="6684">
                  <c:v>-38.524414230257499</c:v>
                </c:pt>
                <c:pt idx="6685">
                  <c:v>-39.002346638567346</c:v>
                </c:pt>
                <c:pt idx="6686">
                  <c:v>-40.656859461653198</c:v>
                </c:pt>
                <c:pt idx="6687">
                  <c:v>-43.069775323671031</c:v>
                </c:pt>
                <c:pt idx="6688">
                  <c:v>-36.775191252972149</c:v>
                </c:pt>
                <c:pt idx="6689">
                  <c:v>-38.060908885870873</c:v>
                </c:pt>
                <c:pt idx="6690">
                  <c:v>-37.047255071126628</c:v>
                </c:pt>
                <c:pt idx="6691">
                  <c:v>-33.989914921377199</c:v>
                </c:pt>
                <c:pt idx="6692">
                  <c:v>-42.142867562857582</c:v>
                </c:pt>
                <c:pt idx="6693">
                  <c:v>-40.187652927584651</c:v>
                </c:pt>
                <c:pt idx="6694">
                  <c:v>-44.061071608432002</c:v>
                </c:pt>
                <c:pt idx="6695">
                  <c:v>-46.093040761110451</c:v>
                </c:pt>
                <c:pt idx="6696">
                  <c:v>-46.788054905354386</c:v>
                </c:pt>
                <c:pt idx="6697">
                  <c:v>-47.592766244418584</c:v>
                </c:pt>
                <c:pt idx="6698">
                  <c:v>-47.231385314185722</c:v>
                </c:pt>
                <c:pt idx="6699">
                  <c:v>-47.16375868799043</c:v>
                </c:pt>
                <c:pt idx="6700">
                  <c:v>-47.145800809185616</c:v>
                </c:pt>
                <c:pt idx="6701">
                  <c:v>-43.426161732156892</c:v>
                </c:pt>
                <c:pt idx="6702">
                  <c:v>-42.324513569818272</c:v>
                </c:pt>
                <c:pt idx="6703">
                  <c:v>-38.339243067771861</c:v>
                </c:pt>
                <c:pt idx="6704">
                  <c:v>-35.116018793712108</c:v>
                </c:pt>
                <c:pt idx="6705">
                  <c:v>-34.549002692236812</c:v>
                </c:pt>
                <c:pt idx="6706">
                  <c:v>-33.953117731730103</c:v>
                </c:pt>
                <c:pt idx="6707">
                  <c:v>-35.041607969194004</c:v>
                </c:pt>
                <c:pt idx="6708">
                  <c:v>-35.93534286648341</c:v>
                </c:pt>
                <c:pt idx="6709">
                  <c:v>-33.754806974598388</c:v>
                </c:pt>
                <c:pt idx="6710">
                  <c:v>-30.61303177993415</c:v>
                </c:pt>
                <c:pt idx="6711">
                  <c:v>-30.187150106626024</c:v>
                </c:pt>
                <c:pt idx="6712">
                  <c:v>-30.127279325777582</c:v>
                </c:pt>
                <c:pt idx="6713">
                  <c:v>-27.73809199406255</c:v>
                </c:pt>
                <c:pt idx="6714">
                  <c:v>-26.539577092710285</c:v>
                </c:pt>
                <c:pt idx="6715">
                  <c:v>-33.401930467461234</c:v>
                </c:pt>
                <c:pt idx="6716">
                  <c:v>-30.103488962597442</c:v>
                </c:pt>
                <c:pt idx="6717">
                  <c:v>-27.542351061415346</c:v>
                </c:pt>
                <c:pt idx="6718">
                  <c:v>-20.476312266453494</c:v>
                </c:pt>
                <c:pt idx="6719">
                  <c:v>-16.033416636570895</c:v>
                </c:pt>
                <c:pt idx="6720">
                  <c:v>-10.596853466442905</c:v>
                </c:pt>
                <c:pt idx="6721">
                  <c:v>-6.7425944871401544</c:v>
                </c:pt>
                <c:pt idx="6722">
                  <c:v>5.9459664820940619</c:v>
                </c:pt>
                <c:pt idx="6723">
                  <c:v>8.0719423436820747</c:v>
                </c:pt>
                <c:pt idx="6724">
                  <c:v>11.097969615784587</c:v>
                </c:pt>
                <c:pt idx="6725">
                  <c:v>14.566306434323639</c:v>
                </c:pt>
                <c:pt idx="6726">
                  <c:v>20.800993027479194</c:v>
                </c:pt>
                <c:pt idx="6727">
                  <c:v>24.860864587177446</c:v>
                </c:pt>
                <c:pt idx="6728">
                  <c:v>23.306779629948387</c:v>
                </c:pt>
                <c:pt idx="6729">
                  <c:v>32.158600879783648</c:v>
                </c:pt>
                <c:pt idx="6730">
                  <c:v>33.312044464439033</c:v>
                </c:pt>
                <c:pt idx="6731">
                  <c:v>37.412842623542353</c:v>
                </c:pt>
                <c:pt idx="6732">
                  <c:v>42.650970236356649</c:v>
                </c:pt>
                <c:pt idx="6733">
                  <c:v>51.793422004585089</c:v>
                </c:pt>
                <c:pt idx="6734">
                  <c:v>60.721512560690684</c:v>
                </c:pt>
                <c:pt idx="6735">
                  <c:v>71.223679188528308</c:v>
                </c:pt>
                <c:pt idx="6736">
                  <c:v>74.376331858565678</c:v>
                </c:pt>
                <c:pt idx="6737">
                  <c:v>79.585220117036812</c:v>
                </c:pt>
                <c:pt idx="6738">
                  <c:v>79.512700787994589</c:v>
                </c:pt>
                <c:pt idx="6739">
                  <c:v>73.064584695869755</c:v>
                </c:pt>
                <c:pt idx="6740">
                  <c:v>77.77242774680299</c:v>
                </c:pt>
                <c:pt idx="6741">
                  <c:v>86.274406585314495</c:v>
                </c:pt>
                <c:pt idx="6742">
                  <c:v>90.961361558062947</c:v>
                </c:pt>
                <c:pt idx="6743">
                  <c:v>95.739120993884555</c:v>
                </c:pt>
                <c:pt idx="6744">
                  <c:v>101.9142275265101</c:v>
                </c:pt>
                <c:pt idx="6745">
                  <c:v>107.9430533862417</c:v>
                </c:pt>
                <c:pt idx="6746">
                  <c:v>125.93098860884513</c:v>
                </c:pt>
                <c:pt idx="6747">
                  <c:v>137.23402905013251</c:v>
                </c:pt>
                <c:pt idx="6748">
                  <c:v>146.69478617649625</c:v>
                </c:pt>
                <c:pt idx="6749">
                  <c:v>155.71244190871963</c:v>
                </c:pt>
                <c:pt idx="6750">
                  <c:v>162.09399644062046</c:v>
                </c:pt>
                <c:pt idx="6751">
                  <c:v>166.18472178664763</c:v>
                </c:pt>
                <c:pt idx="6752">
                  <c:v>180.8994441782383</c:v>
                </c:pt>
                <c:pt idx="6753">
                  <c:v>185.73190796633386</c:v>
                </c:pt>
                <c:pt idx="6754">
                  <c:v>198.63590904463209</c:v>
                </c:pt>
                <c:pt idx="6755">
                  <c:v>210.68203574675559</c:v>
                </c:pt>
                <c:pt idx="6756">
                  <c:v>214.12065810883965</c:v>
                </c:pt>
                <c:pt idx="6757">
                  <c:v>226.06587045671918</c:v>
                </c:pt>
                <c:pt idx="6758">
                  <c:v>232.03774693532188</c:v>
                </c:pt>
                <c:pt idx="6759">
                  <c:v>240.57058338545721</c:v>
                </c:pt>
                <c:pt idx="6760">
                  <c:v>248.25013619057898</c:v>
                </c:pt>
                <c:pt idx="6761">
                  <c:v>244.29200473537799</c:v>
                </c:pt>
                <c:pt idx="6762">
                  <c:v>252.67341117807388</c:v>
                </c:pt>
                <c:pt idx="6763">
                  <c:v>266.94236383317872</c:v>
                </c:pt>
                <c:pt idx="6764">
                  <c:v>274.11417363331435</c:v>
                </c:pt>
                <c:pt idx="6765">
                  <c:v>279.45096768168452</c:v>
                </c:pt>
                <c:pt idx="6766">
                  <c:v>278.96675242307947</c:v>
                </c:pt>
                <c:pt idx="6767">
                  <c:v>289.56524295729383</c:v>
                </c:pt>
                <c:pt idx="6768">
                  <c:v>286.36639659493085</c:v>
                </c:pt>
                <c:pt idx="6769">
                  <c:v>291.59580311889124</c:v>
                </c:pt>
                <c:pt idx="6770">
                  <c:v>296.95802498127244</c:v>
                </c:pt>
                <c:pt idx="6771">
                  <c:v>302.0468407007325</c:v>
                </c:pt>
                <c:pt idx="6772">
                  <c:v>314.90738527920405</c:v>
                </c:pt>
                <c:pt idx="6773">
                  <c:v>329.8334385872937</c:v>
                </c:pt>
                <c:pt idx="6774">
                  <c:v>339.2732309723948</c:v>
                </c:pt>
                <c:pt idx="6775">
                  <c:v>351.76269971116534</c:v>
                </c:pt>
                <c:pt idx="6776">
                  <c:v>364.61944595329669</c:v>
                </c:pt>
                <c:pt idx="6777">
                  <c:v>366.65266713448932</c:v>
                </c:pt>
                <c:pt idx="6778">
                  <c:v>381.2856266937078</c:v>
                </c:pt>
                <c:pt idx="6779">
                  <c:v>394.45529029700447</c:v>
                </c:pt>
                <c:pt idx="6780">
                  <c:v>403.04277748055193</c:v>
                </c:pt>
                <c:pt idx="6781">
                  <c:v>415.68593379788786</c:v>
                </c:pt>
                <c:pt idx="6782">
                  <c:v>422.15035663134699</c:v>
                </c:pt>
                <c:pt idx="6783">
                  <c:v>435.0991705007828</c:v>
                </c:pt>
                <c:pt idx="6784">
                  <c:v>445.08891093990371</c:v>
                </c:pt>
                <c:pt idx="6785">
                  <c:v>455.18788080465902</c:v>
                </c:pt>
                <c:pt idx="6786">
                  <c:v>448.16425850071545</c:v>
                </c:pt>
                <c:pt idx="6787">
                  <c:v>453.00795690696953</c:v>
                </c:pt>
                <c:pt idx="6788">
                  <c:v>455.09238776625762</c:v>
                </c:pt>
                <c:pt idx="6789">
                  <c:v>467.54598209590904</c:v>
                </c:pt>
                <c:pt idx="6790">
                  <c:v>475.39924484506389</c:v>
                </c:pt>
                <c:pt idx="6791">
                  <c:v>479.15754663322491</c:v>
                </c:pt>
                <c:pt idx="6792">
                  <c:v>480.90191622622802</c:v>
                </c:pt>
                <c:pt idx="6793">
                  <c:v>481.92826343746754</c:v>
                </c:pt>
                <c:pt idx="6794">
                  <c:v>487.51167507531949</c:v>
                </c:pt>
                <c:pt idx="6795">
                  <c:v>488.42063182411317</c:v>
                </c:pt>
                <c:pt idx="6796">
                  <c:v>483.32554415611077</c:v>
                </c:pt>
                <c:pt idx="6797">
                  <c:v>481.40978157650972</c:v>
                </c:pt>
                <c:pt idx="6798">
                  <c:v>482.27677139161045</c:v>
                </c:pt>
                <c:pt idx="6799">
                  <c:v>486.99652831784056</c:v>
                </c:pt>
                <c:pt idx="6800">
                  <c:v>489.59510175872396</c:v>
                </c:pt>
                <c:pt idx="6801">
                  <c:v>496.91521340692009</c:v>
                </c:pt>
                <c:pt idx="6802">
                  <c:v>493.64048390223809</c:v>
                </c:pt>
                <c:pt idx="6803">
                  <c:v>495.57466178468172</c:v>
                </c:pt>
                <c:pt idx="6804">
                  <c:v>495.94957039417136</c:v>
                </c:pt>
                <c:pt idx="6805">
                  <c:v>491.16595564270813</c:v>
                </c:pt>
                <c:pt idx="6806">
                  <c:v>496.65722103718304</c:v>
                </c:pt>
                <c:pt idx="6807">
                  <c:v>495.02451514671264</c:v>
                </c:pt>
                <c:pt idx="6808">
                  <c:v>486.1040718682878</c:v>
                </c:pt>
                <c:pt idx="6809">
                  <c:v>482.30500696941294</c:v>
                </c:pt>
                <c:pt idx="6810">
                  <c:v>482.10752248571953</c:v>
                </c:pt>
                <c:pt idx="6811">
                  <c:v>488.50463119589324</c:v>
                </c:pt>
                <c:pt idx="6812">
                  <c:v>484.4655103642578</c:v>
                </c:pt>
                <c:pt idx="6813">
                  <c:v>490.62682028657775</c:v>
                </c:pt>
                <c:pt idx="6814">
                  <c:v>499.52697136419715</c:v>
                </c:pt>
                <c:pt idx="6815">
                  <c:v>500.87250050044486</c:v>
                </c:pt>
                <c:pt idx="6816">
                  <c:v>503.18170764598756</c:v>
                </c:pt>
                <c:pt idx="6817">
                  <c:v>507.4713978401345</c:v>
                </c:pt>
                <c:pt idx="6818">
                  <c:v>504.75727426936896</c:v>
                </c:pt>
                <c:pt idx="6819">
                  <c:v>506.67800403801925</c:v>
                </c:pt>
                <c:pt idx="6820">
                  <c:v>512.2898254582858</c:v>
                </c:pt>
                <c:pt idx="6821">
                  <c:v>522.42492364416285</c:v>
                </c:pt>
                <c:pt idx="6822">
                  <c:v>523.12986534513766</c:v>
                </c:pt>
                <c:pt idx="6823">
                  <c:v>527.09650063469235</c:v>
                </c:pt>
                <c:pt idx="6824">
                  <c:v>534.04446342212952</c:v>
                </c:pt>
                <c:pt idx="6825">
                  <c:v>527.59434782710616</c:v>
                </c:pt>
                <c:pt idx="6826">
                  <c:v>528.61115102599422</c:v>
                </c:pt>
                <c:pt idx="6827">
                  <c:v>523.78305213664271</c:v>
                </c:pt>
                <c:pt idx="6828">
                  <c:v>519.43776313622641</c:v>
                </c:pt>
                <c:pt idx="6829">
                  <c:v>520.04773902779652</c:v>
                </c:pt>
                <c:pt idx="6830">
                  <c:v>518.79392896927754</c:v>
                </c:pt>
                <c:pt idx="6831">
                  <c:v>516.57466032867535</c:v>
                </c:pt>
                <c:pt idx="6832">
                  <c:v>519.52505525455354</c:v>
                </c:pt>
                <c:pt idx="6833">
                  <c:v>517.23267398542373</c:v>
                </c:pt>
                <c:pt idx="6834">
                  <c:v>513.54242280012932</c:v>
                </c:pt>
                <c:pt idx="6835">
                  <c:v>515.13561458550748</c:v>
                </c:pt>
                <c:pt idx="6836">
                  <c:v>517.12171061615595</c:v>
                </c:pt>
                <c:pt idx="6837">
                  <c:v>518.35697361993141</c:v>
                </c:pt>
                <c:pt idx="6838">
                  <c:v>517.81950253060563</c:v>
                </c:pt>
                <c:pt idx="6839">
                  <c:v>517.33577855021247</c:v>
                </c:pt>
                <c:pt idx="6840">
                  <c:v>519.10185818439049</c:v>
                </c:pt>
                <c:pt idx="6841">
                  <c:v>518.64648579627999</c:v>
                </c:pt>
                <c:pt idx="6842">
                  <c:v>523.62125140336855</c:v>
                </c:pt>
                <c:pt idx="6843">
                  <c:v>520.37566509689395</c:v>
                </c:pt>
                <c:pt idx="6844">
                  <c:v>519.63632485987193</c:v>
                </c:pt>
                <c:pt idx="6845">
                  <c:v>522.94789111674436</c:v>
                </c:pt>
                <c:pt idx="6846">
                  <c:v>523.04955920065709</c:v>
                </c:pt>
                <c:pt idx="6847">
                  <c:v>518.99393600628059</c:v>
                </c:pt>
                <c:pt idx="6848">
                  <c:v>517.84550624991311</c:v>
                </c:pt>
                <c:pt idx="6849">
                  <c:v>510.87229791287569</c:v>
                </c:pt>
                <c:pt idx="6850">
                  <c:v>509.44519237791377</c:v>
                </c:pt>
                <c:pt idx="6851">
                  <c:v>509.79889941278981</c:v>
                </c:pt>
                <c:pt idx="6852">
                  <c:v>511.76644353690193</c:v>
                </c:pt>
                <c:pt idx="6853">
                  <c:v>512.986256378799</c:v>
                </c:pt>
                <c:pt idx="6854">
                  <c:v>509.72064695416702</c:v>
                </c:pt>
                <c:pt idx="6855">
                  <c:v>512.8017139609392</c:v>
                </c:pt>
                <c:pt idx="6856">
                  <c:v>516.12940352359101</c:v>
                </c:pt>
                <c:pt idx="6857">
                  <c:v>519.68031270380243</c:v>
                </c:pt>
                <c:pt idx="6858">
                  <c:v>517.91721265248634</c:v>
                </c:pt>
                <c:pt idx="6859">
                  <c:v>516.33042260630179</c:v>
                </c:pt>
                <c:pt idx="6860">
                  <c:v>517.09383754125884</c:v>
                </c:pt>
                <c:pt idx="6861">
                  <c:v>519.4375854893218</c:v>
                </c:pt>
                <c:pt idx="6862">
                  <c:v>522.1016878991353</c:v>
                </c:pt>
                <c:pt idx="6863">
                  <c:v>520.09645032828587</c:v>
                </c:pt>
                <c:pt idx="6864">
                  <c:v>519.93352795916599</c:v>
                </c:pt>
                <c:pt idx="6865">
                  <c:v>522.5480361219951</c:v>
                </c:pt>
                <c:pt idx="6866">
                  <c:v>521.59145878246295</c:v>
                </c:pt>
                <c:pt idx="6867">
                  <c:v>525.71193472828509</c:v>
                </c:pt>
                <c:pt idx="6868">
                  <c:v>526.36413094925138</c:v>
                </c:pt>
                <c:pt idx="6869">
                  <c:v>526.67515191971734</c:v>
                </c:pt>
                <c:pt idx="6870">
                  <c:v>523.66776098407115</c:v>
                </c:pt>
                <c:pt idx="6871">
                  <c:v>522.83412969954497</c:v>
                </c:pt>
                <c:pt idx="6872">
                  <c:v>521.02851079508503</c:v>
                </c:pt>
                <c:pt idx="6873">
                  <c:v>523.53352067432229</c:v>
                </c:pt>
                <c:pt idx="6874">
                  <c:v>515.99151089484394</c:v>
                </c:pt>
                <c:pt idx="6875">
                  <c:v>512.42537601860749</c:v>
                </c:pt>
                <c:pt idx="6876">
                  <c:v>510.29937725060927</c:v>
                </c:pt>
                <c:pt idx="6877">
                  <c:v>510.02040336980895</c:v>
                </c:pt>
                <c:pt idx="6878">
                  <c:v>513.62622399157374</c:v>
                </c:pt>
                <c:pt idx="6879">
                  <c:v>511.92372584874198</c:v>
                </c:pt>
                <c:pt idx="6880">
                  <c:v>507.14814509987781</c:v>
                </c:pt>
                <c:pt idx="6881">
                  <c:v>514.39616369616726</c:v>
                </c:pt>
                <c:pt idx="6882">
                  <c:v>514.8032699902592</c:v>
                </c:pt>
                <c:pt idx="6883">
                  <c:v>519.04404470802342</c:v>
                </c:pt>
                <c:pt idx="6884">
                  <c:v>521.74750119596683</c:v>
                </c:pt>
                <c:pt idx="6885">
                  <c:v>519.88679063524069</c:v>
                </c:pt>
                <c:pt idx="6886">
                  <c:v>520.84554563710776</c:v>
                </c:pt>
                <c:pt idx="6887">
                  <c:v>519.62130888625018</c:v>
                </c:pt>
                <c:pt idx="6888">
                  <c:v>522.26703895637093</c:v>
                </c:pt>
                <c:pt idx="6889">
                  <c:v>524.09346676292273</c:v>
                </c:pt>
                <c:pt idx="6890">
                  <c:v>522.98234635929782</c:v>
                </c:pt>
                <c:pt idx="6891">
                  <c:v>520.34423597969362</c:v>
                </c:pt>
                <c:pt idx="6892">
                  <c:v>524.3499129122232</c:v>
                </c:pt>
                <c:pt idx="6893">
                  <c:v>527.07877115357132</c:v>
                </c:pt>
                <c:pt idx="6894">
                  <c:v>528.42402574040307</c:v>
                </c:pt>
                <c:pt idx="6895">
                  <c:v>528.52905723175388</c:v>
                </c:pt>
                <c:pt idx="6896">
                  <c:v>529.17580899777772</c:v>
                </c:pt>
                <c:pt idx="6897">
                  <c:v>530.86608905674564</c:v>
                </c:pt>
                <c:pt idx="6898">
                  <c:v>527.4396044073967</c:v>
                </c:pt>
                <c:pt idx="6899">
                  <c:v>528.30589609945639</c:v>
                </c:pt>
                <c:pt idx="6900">
                  <c:v>520.28664877746473</c:v>
                </c:pt>
                <c:pt idx="6901">
                  <c:v>524.53760572378678</c:v>
                </c:pt>
                <c:pt idx="6902">
                  <c:v>516.89518743936208</c:v>
                </c:pt>
                <c:pt idx="6903">
                  <c:v>519.25880039761478</c:v>
                </c:pt>
                <c:pt idx="6904">
                  <c:v>511.07989587226223</c:v>
                </c:pt>
                <c:pt idx="6905">
                  <c:v>515.13575581760654</c:v>
                </c:pt>
                <c:pt idx="6906">
                  <c:v>513.82711145490998</c:v>
                </c:pt>
                <c:pt idx="6907">
                  <c:v>512.10452456574455</c:v>
                </c:pt>
                <c:pt idx="6908">
                  <c:v>516.61517382596026</c:v>
                </c:pt>
                <c:pt idx="6909">
                  <c:v>516.25188271603167</c:v>
                </c:pt>
                <c:pt idx="6910">
                  <c:v>520.90631626849699</c:v>
                </c:pt>
                <c:pt idx="6911">
                  <c:v>518.14951132271221</c:v>
                </c:pt>
                <c:pt idx="6912">
                  <c:v>517.63278646310835</c:v>
                </c:pt>
                <c:pt idx="6913">
                  <c:v>517.16773408946494</c:v>
                </c:pt>
                <c:pt idx="6914">
                  <c:v>516.74918695318581</c:v>
                </c:pt>
                <c:pt idx="6915">
                  <c:v>513.10728447111512</c:v>
                </c:pt>
                <c:pt idx="6916">
                  <c:v>509.82957223725151</c:v>
                </c:pt>
                <c:pt idx="6917">
                  <c:v>512.12523327609961</c:v>
                </c:pt>
                <c:pt idx="6918">
                  <c:v>512.9163730972133</c:v>
                </c:pt>
                <c:pt idx="6919">
                  <c:v>512.92296206015942</c:v>
                </c:pt>
                <c:pt idx="6920">
                  <c:v>512.92889212681087</c:v>
                </c:pt>
                <c:pt idx="6921">
                  <c:v>512.93422918679721</c:v>
                </c:pt>
                <c:pt idx="6922">
                  <c:v>516.24866722686318</c:v>
                </c:pt>
                <c:pt idx="6923">
                  <c:v>514.28392476050249</c:v>
                </c:pt>
                <c:pt idx="6924">
                  <c:v>510.07908268732467</c:v>
                </c:pt>
                <c:pt idx="6925">
                  <c:v>513.40151360196137</c:v>
                </c:pt>
                <c:pt idx="6926">
                  <c:v>514.23777677951136</c:v>
                </c:pt>
                <c:pt idx="6927">
                  <c:v>505.57685171013071</c:v>
                </c:pt>
                <c:pt idx="6928">
                  <c:v>503.05218275236552</c:v>
                </c:pt>
                <c:pt idx="6929">
                  <c:v>502.4070887334546</c:v>
                </c:pt>
                <c:pt idx="6930">
                  <c:v>500.19939607335704</c:v>
                </c:pt>
                <c:pt idx="6931">
                  <c:v>498.90846560600096</c:v>
                </c:pt>
                <c:pt idx="6932">
                  <c:v>504.29281778826044</c:v>
                </c:pt>
                <c:pt idx="6933">
                  <c:v>504.06846722849855</c:v>
                </c:pt>
                <c:pt idx="6934">
                  <c:v>501.69463671889662</c:v>
                </c:pt>
                <c:pt idx="6935">
                  <c:v>506.13303400575262</c:v>
                </c:pt>
                <c:pt idx="6936">
                  <c:v>505.17985486150297</c:v>
                </c:pt>
                <c:pt idx="6937">
                  <c:v>503.23604022330841</c:v>
                </c:pt>
                <c:pt idx="6938">
                  <c:v>502.57256045730321</c:v>
                </c:pt>
                <c:pt idx="6939">
                  <c:v>499.80837527421272</c:v>
                </c:pt>
                <c:pt idx="6940">
                  <c:v>500.30533181228594</c:v>
                </c:pt>
                <c:pt idx="6941">
                  <c:v>508.2376317373346</c:v>
                </c:pt>
                <c:pt idx="6942">
                  <c:v>507.07399281992679</c:v>
                </c:pt>
                <c:pt idx="6943">
                  <c:v>512.64621536200264</c:v>
                </c:pt>
                <c:pt idx="6944">
                  <c:v>517.10269554259253</c:v>
                </c:pt>
                <c:pt idx="6945">
                  <c:v>521.67204781240184</c:v>
                </c:pt>
                <c:pt idx="6946">
                  <c:v>522.45227709655273</c:v>
                </c:pt>
                <c:pt idx="6947">
                  <c:v>526.48667121096605</c:v>
                </c:pt>
                <c:pt idx="6948">
                  <c:v>523.49812834619502</c:v>
                </c:pt>
                <c:pt idx="6949">
                  <c:v>517.56510734758547</c:v>
                </c:pt>
                <c:pt idx="6950">
                  <c:v>513.84161282607488</c:v>
                </c:pt>
                <c:pt idx="6951">
                  <c:v>514.57888644363652</c:v>
                </c:pt>
                <c:pt idx="6952">
                  <c:v>516.62065528847211</c:v>
                </c:pt>
                <c:pt idx="6953">
                  <c:v>520.67969147641509</c:v>
                </c:pt>
                <c:pt idx="6954">
                  <c:v>531.69408040758151</c:v>
                </c:pt>
                <c:pt idx="6955">
                  <c:v>528.18479662314894</c:v>
                </c:pt>
                <c:pt idx="6956">
                  <c:v>525.02644121715969</c:v>
                </c:pt>
                <c:pt idx="6957">
                  <c:v>521.3690000125473</c:v>
                </c:pt>
                <c:pt idx="6958">
                  <c:v>524.95320172808283</c:v>
                </c:pt>
                <c:pt idx="6959">
                  <c:v>527.06574251402026</c:v>
                </c:pt>
                <c:pt idx="6960">
                  <c:v>524.01929251894387</c:v>
                </c:pt>
                <c:pt idx="6961">
                  <c:v>524.38100007843241</c:v>
                </c:pt>
                <c:pt idx="6962">
                  <c:v>522.14783128965325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7520536"/>
        <c:axId val="487522496"/>
      </c:scatterChart>
      <c:valAx>
        <c:axId val="487520536"/>
        <c:scaling>
          <c:orientation val="minMax"/>
          <c:max val="5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sz="2400" i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[mm]</a:t>
                </a:r>
                <a:endParaRPr lang="ja-JP" altLang="en-US" sz="2400" i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.4327075925925925"/>
              <c:y val="0.9186375925925923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487522496"/>
        <c:crosses val="autoZero"/>
        <c:crossBetween val="midCat"/>
        <c:majorUnit val="100"/>
      </c:valAx>
      <c:valAx>
        <c:axId val="487522496"/>
        <c:scaling>
          <c:orientation val="minMax"/>
          <c:max val="500"/>
          <c:min val="-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ja-JP" sz="2400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[mm]</a:t>
                </a:r>
                <a:endParaRPr lang="ja-JP" alt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2.3518518518518519E-3"/>
              <c:y val="0.3751607407407407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ja-JP"/>
          </a:p>
        </c:txPr>
        <c:crossAx val="4875205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7224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134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6109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459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78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7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77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314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630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041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69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E6879-9000-49AF-AA19-8556D3A35475}" type="datetimeFigureOut">
              <a:rPr kumimoji="1" lang="ja-JP" altLang="en-US" smtClean="0"/>
              <a:t>2020/1/8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776FF-78B0-482F-B2BD-8CFD5588F3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94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1787736"/>
              </p:ext>
            </p:extLst>
          </p:nvPr>
        </p:nvGraphicFramePr>
        <p:xfrm>
          <a:off x="2095654" y="782595"/>
          <a:ext cx="7979222" cy="4686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22987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915796"/>
              </p:ext>
            </p:extLst>
          </p:nvPr>
        </p:nvGraphicFramePr>
        <p:xfrm>
          <a:off x="3165341" y="786664"/>
          <a:ext cx="540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292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15</Words>
  <Application>Microsoft Office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ＭＳ Ｐゴシック</vt:lpstr>
      <vt:lpstr>Arial</vt:lpstr>
      <vt:lpstr>Calibri</vt:lpstr>
      <vt:lpstr>Calibri Light</vt:lpstr>
      <vt:lpstr>Times New Roman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2</cp:revision>
  <dcterms:created xsi:type="dcterms:W3CDTF">2020-01-08T03:24:33Z</dcterms:created>
  <dcterms:modified xsi:type="dcterms:W3CDTF">2020-01-08T09:54:53Z</dcterms:modified>
</cp:coreProperties>
</file>
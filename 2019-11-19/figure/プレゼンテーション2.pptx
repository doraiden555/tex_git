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174ED-D720-491A-897A-36EEBB33B981}" type="datetimeFigureOut">
              <a:rPr kumimoji="1" lang="ja-JP" altLang="en-US" smtClean="0"/>
              <a:t>2019/11/19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5771-F981-4789-9B0A-80BD77C5E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2781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174ED-D720-491A-897A-36EEBB33B981}" type="datetimeFigureOut">
              <a:rPr kumimoji="1" lang="ja-JP" altLang="en-US" smtClean="0"/>
              <a:t>2019/11/19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5771-F981-4789-9B0A-80BD77C5E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2416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174ED-D720-491A-897A-36EEBB33B981}" type="datetimeFigureOut">
              <a:rPr kumimoji="1" lang="ja-JP" altLang="en-US" smtClean="0"/>
              <a:t>2019/11/19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5771-F981-4789-9B0A-80BD77C5E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4605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174ED-D720-491A-897A-36EEBB33B981}" type="datetimeFigureOut">
              <a:rPr kumimoji="1" lang="ja-JP" altLang="en-US" smtClean="0"/>
              <a:t>2019/11/19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5771-F981-4789-9B0A-80BD77C5E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317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174ED-D720-491A-897A-36EEBB33B981}" type="datetimeFigureOut">
              <a:rPr kumimoji="1" lang="ja-JP" altLang="en-US" smtClean="0"/>
              <a:t>2019/11/19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5771-F981-4789-9B0A-80BD77C5E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514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174ED-D720-491A-897A-36EEBB33B981}" type="datetimeFigureOut">
              <a:rPr kumimoji="1" lang="ja-JP" altLang="en-US" smtClean="0"/>
              <a:t>2019/11/19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5771-F981-4789-9B0A-80BD77C5E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4329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174ED-D720-491A-897A-36EEBB33B981}" type="datetimeFigureOut">
              <a:rPr kumimoji="1" lang="ja-JP" altLang="en-US" smtClean="0"/>
              <a:t>2019/11/19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5771-F981-4789-9B0A-80BD77C5E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9590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174ED-D720-491A-897A-36EEBB33B981}" type="datetimeFigureOut">
              <a:rPr kumimoji="1" lang="ja-JP" altLang="en-US" smtClean="0"/>
              <a:t>2019/11/19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5771-F981-4789-9B0A-80BD77C5E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5403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174ED-D720-491A-897A-36EEBB33B981}" type="datetimeFigureOut">
              <a:rPr kumimoji="1" lang="ja-JP" altLang="en-US" smtClean="0"/>
              <a:t>2019/11/19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5771-F981-4789-9B0A-80BD77C5E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8444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174ED-D720-491A-897A-36EEBB33B981}" type="datetimeFigureOut">
              <a:rPr kumimoji="1" lang="ja-JP" altLang="en-US" smtClean="0"/>
              <a:t>2019/11/19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5771-F981-4789-9B0A-80BD77C5E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7238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174ED-D720-491A-897A-36EEBB33B981}" type="datetimeFigureOut">
              <a:rPr kumimoji="1" lang="ja-JP" altLang="en-US" smtClean="0"/>
              <a:t>2019/11/19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5771-F981-4789-9B0A-80BD77C5E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59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174ED-D720-491A-897A-36EEBB33B981}" type="datetimeFigureOut">
              <a:rPr kumimoji="1" lang="ja-JP" altLang="en-US" smtClean="0"/>
              <a:t>2019/11/19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95771-F981-4789-9B0A-80BD77C5EF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32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5666"/>
            <a:ext cx="12192000" cy="5926667"/>
          </a:xfrm>
          <a:prstGeom prst="rect">
            <a:avLst/>
          </a:prstGeom>
        </p:spPr>
      </p:pic>
      <p:sp>
        <p:nvSpPr>
          <p:cNvPr id="8" name="円/楕円 7"/>
          <p:cNvSpPr/>
          <p:nvPr/>
        </p:nvSpPr>
        <p:spPr>
          <a:xfrm>
            <a:off x="5362832" y="2487827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950477" y="1949760"/>
            <a:ext cx="987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Origin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flipV="1">
            <a:off x="6153665" y="1194486"/>
            <a:ext cx="2372497" cy="186752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/>
          <p:cNvCxnSpPr/>
          <p:nvPr/>
        </p:nvCxnSpPr>
        <p:spPr>
          <a:xfrm>
            <a:off x="7853546" y="832022"/>
            <a:ext cx="837373" cy="42836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テキスト ボックス 20"/>
          <p:cNvSpPr txBox="1"/>
          <p:nvPr/>
        </p:nvSpPr>
        <p:spPr>
          <a:xfrm>
            <a:off x="7433416" y="2026162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1m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線矢印コネクタ 21"/>
          <p:cNvCxnSpPr/>
          <p:nvPr/>
        </p:nvCxnSpPr>
        <p:spPr>
          <a:xfrm>
            <a:off x="5156886" y="3012573"/>
            <a:ext cx="4448433" cy="282805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 flipV="1">
            <a:off x="9522941" y="5255030"/>
            <a:ext cx="512392" cy="66797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テキスト ボックス 23"/>
          <p:cNvSpPr txBox="1"/>
          <p:nvPr/>
        </p:nvSpPr>
        <p:spPr>
          <a:xfrm>
            <a:off x="6605513" y="4230574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1m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円/楕円 33"/>
          <p:cNvSpPr/>
          <p:nvPr/>
        </p:nvSpPr>
        <p:spPr>
          <a:xfrm>
            <a:off x="1087396" y="5660627"/>
            <a:ext cx="360000" cy="360000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円/楕円 34"/>
          <p:cNvSpPr/>
          <p:nvPr/>
        </p:nvSpPr>
        <p:spPr>
          <a:xfrm>
            <a:off x="2557850" y="771470"/>
            <a:ext cx="360000" cy="360000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円/楕円 35"/>
          <p:cNvSpPr/>
          <p:nvPr/>
        </p:nvSpPr>
        <p:spPr>
          <a:xfrm>
            <a:off x="9779137" y="5224542"/>
            <a:ext cx="360000" cy="360000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/>
          <p:cNvSpPr/>
          <p:nvPr/>
        </p:nvSpPr>
        <p:spPr>
          <a:xfrm>
            <a:off x="7878872" y="686205"/>
            <a:ext cx="360000" cy="360000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/>
          <p:cNvSpPr/>
          <p:nvPr/>
        </p:nvSpPr>
        <p:spPr>
          <a:xfrm>
            <a:off x="378032" y="5113927"/>
            <a:ext cx="21387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point</a:t>
            </a:r>
            <a:endParaRPr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227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</Words>
  <Application>Microsoft Office PowerPoint</Application>
  <PresentationFormat>ワイド画面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ＭＳ Ｐゴシック</vt:lpstr>
      <vt:lpstr>Arial</vt:lpstr>
      <vt:lpstr>Calibri</vt:lpstr>
      <vt:lpstr>Calibri Light</vt:lpstr>
      <vt:lpstr>Times New Roman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翔太</dc:creator>
  <cp:lastModifiedBy>中村 翔太</cp:lastModifiedBy>
  <cp:revision>2</cp:revision>
  <dcterms:created xsi:type="dcterms:W3CDTF">2019-11-19T03:14:07Z</dcterms:created>
  <dcterms:modified xsi:type="dcterms:W3CDTF">2019-11-19T03:24:46Z</dcterms:modified>
</cp:coreProperties>
</file>
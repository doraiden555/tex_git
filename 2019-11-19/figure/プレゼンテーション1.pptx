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>
        <p:scale>
          <a:sx n="84" d="100"/>
          <a:sy n="84" d="100"/>
        </p:scale>
        <p:origin x="1398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64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6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18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60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68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37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6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37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15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59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6CB8A-01F8-47CB-857B-CB931DB8B1E9}" type="datetimeFigureOut">
              <a:rPr kumimoji="1" lang="ja-JP" altLang="en-US" smtClean="0"/>
              <a:t>2019/11/11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62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21" y="0"/>
            <a:ext cx="9118958" cy="68580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7870847" y="1759114"/>
            <a:ext cx="2390398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 Mini</a:t>
            </a:r>
          </a:p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UWB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コネクタ 6"/>
          <p:cNvCxnSpPr>
            <a:stCxn id="5" idx="1"/>
          </p:cNvCxnSpPr>
          <p:nvPr/>
        </p:nvCxnSpPr>
        <p:spPr>
          <a:xfrm flipH="1">
            <a:off x="6846570" y="2174613"/>
            <a:ext cx="1024277" cy="96863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005151" y="1017971"/>
            <a:ext cx="1961059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コネクタ 8"/>
          <p:cNvCxnSpPr>
            <a:stCxn id="8" idx="3"/>
          </p:cNvCxnSpPr>
          <p:nvPr/>
        </p:nvCxnSpPr>
        <p:spPr>
          <a:xfrm>
            <a:off x="3966210" y="1248804"/>
            <a:ext cx="1611630" cy="2308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660971" y="4856198"/>
            <a:ext cx="2300149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 connector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コネクタ 19"/>
          <p:cNvCxnSpPr>
            <a:stCxn id="18" idx="1"/>
          </p:cNvCxnSpPr>
          <p:nvPr/>
        </p:nvCxnSpPr>
        <p:spPr>
          <a:xfrm flipH="1" flipV="1">
            <a:off x="5749291" y="4617721"/>
            <a:ext cx="911680" cy="46931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H="1" flipV="1">
            <a:off x="4869180" y="3509786"/>
            <a:ext cx="1791791" cy="157724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1832073" y="2312253"/>
            <a:ext cx="1722658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from battery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コネクタ 28"/>
          <p:cNvCxnSpPr>
            <a:stCxn id="27" idx="3"/>
          </p:cNvCxnSpPr>
          <p:nvPr/>
        </p:nvCxnSpPr>
        <p:spPr>
          <a:xfrm>
            <a:off x="3554731" y="2727752"/>
            <a:ext cx="651509" cy="4154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3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774" y="0"/>
            <a:ext cx="9328451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577340" y="914400"/>
            <a:ext cx="3106941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Teensy LC</a:t>
            </a:r>
          </a:p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Optical flow sensor 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>
            <a:stCxn id="3" idx="3"/>
          </p:cNvCxnSpPr>
          <p:nvPr/>
        </p:nvCxnSpPr>
        <p:spPr>
          <a:xfrm>
            <a:off x="4684281" y="1329899"/>
            <a:ext cx="276339" cy="8875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1715509" y="5684520"/>
            <a:ext cx="2582171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flow sensor 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コネクタ 7"/>
          <p:cNvCxnSpPr>
            <a:endCxn id="7" idx="0"/>
          </p:cNvCxnSpPr>
          <p:nvPr/>
        </p:nvCxnSpPr>
        <p:spPr>
          <a:xfrm flipH="1">
            <a:off x="3006595" y="4949190"/>
            <a:ext cx="365255" cy="7353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81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09" y="0"/>
            <a:ext cx="9491382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7646670" y="2967335"/>
            <a:ext cx="1175322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Damper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>
            <a:stCxn id="3" idx="1"/>
          </p:cNvCxnSpPr>
          <p:nvPr/>
        </p:nvCxnSpPr>
        <p:spPr>
          <a:xfrm flipH="1">
            <a:off x="6606540" y="3198168"/>
            <a:ext cx="1040130" cy="89377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2731770" y="5383530"/>
            <a:ext cx="12089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コネクタ 7"/>
          <p:cNvCxnSpPr>
            <a:stCxn id="6" idx="3"/>
          </p:cNvCxnSpPr>
          <p:nvPr/>
        </p:nvCxnSpPr>
        <p:spPr>
          <a:xfrm flipV="1">
            <a:off x="3940755" y="5200650"/>
            <a:ext cx="974145" cy="413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74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23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3</cp:revision>
  <dcterms:created xsi:type="dcterms:W3CDTF">2019-11-11T04:16:35Z</dcterms:created>
  <dcterms:modified xsi:type="dcterms:W3CDTF">2019-11-11T11:26:10Z</dcterms:modified>
</cp:coreProperties>
</file>
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90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86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8168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73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75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74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70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52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39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81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87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B311C-1181-457F-BDE0-B58C1AAA76F0}" type="datetimeFigureOut">
              <a:rPr kumimoji="1" lang="ja-JP" altLang="en-US" smtClean="0"/>
              <a:t>2019/10/8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1B1BD-D4BF-4554-A036-16D2FF20E9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31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191221" y="2097772"/>
            <a:ext cx="1090363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516377" y="2097772"/>
            <a:ext cx="1435971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Teensy3.6</a:t>
            </a:r>
            <a:endParaRPr kumimoji="1" lang="ja-JP" altLang="en-US" sz="24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873252" y="1115879"/>
            <a:ext cx="27222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Optical flow Sensor 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039163" y="3135703"/>
            <a:ext cx="2390398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Arduino Pro Mini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782957" y="4145616"/>
            <a:ext cx="902811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UWB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411134" y="1863636"/>
            <a:ext cx="1004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rgbClr val="FF0000"/>
                </a:solidFill>
              </a:rPr>
              <a:t>UART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cxnSp>
        <p:nvCxnSpPr>
          <p:cNvPr id="9" name="直線コネクタ 8"/>
          <p:cNvCxnSpPr>
            <a:stCxn id="2" idx="3"/>
            <a:endCxn id="3" idx="1"/>
          </p:cNvCxnSpPr>
          <p:nvPr/>
        </p:nvCxnSpPr>
        <p:spPr>
          <a:xfrm>
            <a:off x="3281584" y="2328605"/>
            <a:ext cx="123479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>
            <a:stCxn id="3" idx="2"/>
            <a:endCxn id="5" idx="0"/>
          </p:cNvCxnSpPr>
          <p:nvPr/>
        </p:nvCxnSpPr>
        <p:spPr>
          <a:xfrm flipH="1">
            <a:off x="5234362" y="2559437"/>
            <a:ext cx="1" cy="5762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>
            <a:stCxn id="5" idx="2"/>
          </p:cNvCxnSpPr>
          <p:nvPr/>
        </p:nvCxnSpPr>
        <p:spPr>
          <a:xfrm>
            <a:off x="5234362" y="3597368"/>
            <a:ext cx="0" cy="5482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6755572" y="2097772"/>
            <a:ext cx="2175596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Distance Sensor</a:t>
            </a:r>
            <a:endParaRPr kumimoji="1" lang="ja-JP" altLang="en-US" sz="2400" dirty="0"/>
          </a:p>
        </p:txBody>
      </p:sp>
      <p:cxnSp>
        <p:nvCxnSpPr>
          <p:cNvPr id="21" name="直線コネクタ 20"/>
          <p:cNvCxnSpPr>
            <a:endCxn id="3" idx="0"/>
          </p:cNvCxnSpPr>
          <p:nvPr/>
        </p:nvCxnSpPr>
        <p:spPr>
          <a:xfrm flipH="1">
            <a:off x="5234363" y="1577544"/>
            <a:ext cx="0" cy="5202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>
            <a:stCxn id="3" idx="3"/>
            <a:endCxn id="15" idx="1"/>
          </p:cNvCxnSpPr>
          <p:nvPr/>
        </p:nvCxnSpPr>
        <p:spPr>
          <a:xfrm>
            <a:off x="5952348" y="2328605"/>
            <a:ext cx="803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6034774" y="186964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I2C</a:t>
            </a:r>
            <a:endParaRPr kumimoji="1" lang="ja-JP" altLang="en-US" sz="24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421497" y="1618526"/>
            <a:ext cx="630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SPI</a:t>
            </a:r>
            <a:endParaRPr kumimoji="1" lang="ja-JP" altLang="en-US" sz="24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234362" y="2623872"/>
            <a:ext cx="1004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rgbClr val="FF0000"/>
                </a:solidFill>
              </a:rPr>
              <a:t>UART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399125" y="3629217"/>
            <a:ext cx="67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SPI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3060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9">
      <a:majorFont>
        <a:latin typeface="Calibri Light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 Light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3</cp:revision>
  <dcterms:created xsi:type="dcterms:W3CDTF">2019-10-08T10:24:54Z</dcterms:created>
  <dcterms:modified xsi:type="dcterms:W3CDTF">2019-10-08T11:21:56Z</dcterms:modified>
</cp:coreProperties>
</file>
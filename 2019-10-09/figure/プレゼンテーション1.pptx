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6299B-0D85-4684-82A1-C121704DA550}" type="datetimeFigureOut">
              <a:rPr kumimoji="1" lang="ja-JP" altLang="en-US" smtClean="0"/>
              <a:t>2019/9/12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C30D-B3AB-4809-BFA1-43001EE92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0909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6299B-0D85-4684-82A1-C121704DA550}" type="datetimeFigureOut">
              <a:rPr kumimoji="1" lang="ja-JP" altLang="en-US" smtClean="0"/>
              <a:t>2019/9/12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C30D-B3AB-4809-BFA1-43001EE92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213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6299B-0D85-4684-82A1-C121704DA550}" type="datetimeFigureOut">
              <a:rPr kumimoji="1" lang="ja-JP" altLang="en-US" smtClean="0"/>
              <a:t>2019/9/12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C30D-B3AB-4809-BFA1-43001EE92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79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6299B-0D85-4684-82A1-C121704DA550}" type="datetimeFigureOut">
              <a:rPr kumimoji="1" lang="ja-JP" altLang="en-US" smtClean="0"/>
              <a:t>2019/9/12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C30D-B3AB-4809-BFA1-43001EE92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883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6299B-0D85-4684-82A1-C121704DA550}" type="datetimeFigureOut">
              <a:rPr kumimoji="1" lang="ja-JP" altLang="en-US" smtClean="0"/>
              <a:t>2019/9/12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C30D-B3AB-4809-BFA1-43001EE92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332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6299B-0D85-4684-82A1-C121704DA550}" type="datetimeFigureOut">
              <a:rPr kumimoji="1" lang="ja-JP" altLang="en-US" smtClean="0"/>
              <a:t>2019/9/12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C30D-B3AB-4809-BFA1-43001EE92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582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6299B-0D85-4684-82A1-C121704DA550}" type="datetimeFigureOut">
              <a:rPr kumimoji="1" lang="ja-JP" altLang="en-US" smtClean="0"/>
              <a:t>2019/9/12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C30D-B3AB-4809-BFA1-43001EE92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6887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6299B-0D85-4684-82A1-C121704DA550}" type="datetimeFigureOut">
              <a:rPr kumimoji="1" lang="ja-JP" altLang="en-US" smtClean="0"/>
              <a:t>2019/9/12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C30D-B3AB-4809-BFA1-43001EE92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24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6299B-0D85-4684-82A1-C121704DA550}" type="datetimeFigureOut">
              <a:rPr kumimoji="1" lang="ja-JP" altLang="en-US" smtClean="0"/>
              <a:t>2019/9/12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C30D-B3AB-4809-BFA1-43001EE92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2994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6299B-0D85-4684-82A1-C121704DA550}" type="datetimeFigureOut">
              <a:rPr kumimoji="1" lang="ja-JP" altLang="en-US" smtClean="0"/>
              <a:t>2019/9/12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C30D-B3AB-4809-BFA1-43001EE92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354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6299B-0D85-4684-82A1-C121704DA550}" type="datetimeFigureOut">
              <a:rPr kumimoji="1" lang="ja-JP" altLang="en-US" smtClean="0"/>
              <a:t>2019/9/12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C30D-B3AB-4809-BFA1-43001EE92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5176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6299B-0D85-4684-82A1-C121704DA550}" type="datetimeFigureOut">
              <a:rPr kumimoji="1" lang="ja-JP" altLang="en-US" smtClean="0"/>
              <a:t>2019/9/12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3C30D-B3AB-4809-BFA1-43001EE92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278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816" y="1034077"/>
            <a:ext cx="10058400" cy="4889500"/>
          </a:xfrm>
          <a:prstGeom prst="rect">
            <a:avLst/>
          </a:prstGeom>
        </p:spPr>
      </p:pic>
      <p:sp>
        <p:nvSpPr>
          <p:cNvPr id="5" name="円/楕円 4"/>
          <p:cNvSpPr/>
          <p:nvPr/>
        </p:nvSpPr>
        <p:spPr>
          <a:xfrm>
            <a:off x="5861221" y="4390767"/>
            <a:ext cx="955590" cy="72493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/>
        </p:nvSpPr>
        <p:spPr>
          <a:xfrm>
            <a:off x="5861221" y="3478827"/>
            <a:ext cx="468000" cy="468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924010" y="4884864"/>
            <a:ext cx="100457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251737" y="3961434"/>
            <a:ext cx="64633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I2C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457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ＭＳ Ｐゴシック</vt:lpstr>
      <vt:lpstr>Arial</vt:lpstr>
      <vt:lpstr>Calibri</vt:lpstr>
      <vt:lpstr>Calibri Light</vt:lpstr>
      <vt:lpstr>Times New Roman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1</cp:revision>
  <dcterms:created xsi:type="dcterms:W3CDTF">2019-09-12T09:43:03Z</dcterms:created>
  <dcterms:modified xsi:type="dcterms:W3CDTF">2019-09-12T09:47:13Z</dcterms:modified>
</cp:coreProperties>
</file>